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notesSlides/notesSlide36.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2.xml" ContentType="application/vnd.openxmlformats-officedocument.themeOverride+xml"/>
  <Override PartName="/ppt/notesSlides/notesSlide37.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3.xml" ContentType="application/vnd.openxmlformats-officedocument.themeOverr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4.xml" ContentType="application/vnd.openxmlformats-officedocument.themeOverr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5.xml" ContentType="application/vnd.openxmlformats-officedocument.themeOverr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6.xml" ContentType="application/vnd.openxmlformats-officedocument.themeOverride+xml"/>
  <Override PartName="/ppt/notesSlides/notesSlide38.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7.xml" ContentType="application/vnd.openxmlformats-officedocument.themeOverride+xml"/>
  <Override PartName="/ppt/notesSlides/notesSlide39.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8.xml" ContentType="application/vnd.openxmlformats-officedocument.themeOverr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theme/themeOverride9.xml" ContentType="application/vnd.openxmlformats-officedocument.themeOverride+xml"/>
  <Override PartName="/ppt/notesSlides/notesSlide42.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43.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44.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45.xml" ContentType="application/vnd.openxmlformats-officedocument.presentationml.notesSl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notesSlides/notesSlide46.xml" ContentType="application/vnd.openxmlformats-officedocument.presentationml.notesSlid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theme/themeOverride10.xml" ContentType="application/vnd.openxmlformats-officedocument.themeOverride+xml"/>
  <Override PartName="/ppt/notesSlides/notesSlide47.xml" ContentType="application/vnd.openxmlformats-officedocument.presentationml.notesSlid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theme/themeOverride11.xml" ContentType="application/vnd.openxmlformats-officedocument.themeOverride+xml"/>
  <Override PartName="/ppt/notesSlides/notesSlide48.xml" ContentType="application/vnd.openxmlformats-officedocument.presentationml.notesSlid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theme/themeOverride12.xml" ContentType="application/vnd.openxmlformats-officedocument.themeOverrid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theme/themeOverride13.xml" ContentType="application/vnd.openxmlformats-officedocument.themeOverrid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theme/themeOverride14.xml" ContentType="application/vnd.openxmlformats-officedocument.themeOverrid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theme/themeOverride15.xml" ContentType="application/vnd.openxmlformats-officedocument.themeOverride+xml"/>
  <Override PartName="/ppt/notesSlides/notesSlide49.xml" ContentType="application/vnd.openxmlformats-officedocument.presentationml.notesSlide+xml"/>
  <Override PartName="/ppt/comments/modernComment_7FFFF35E_E9F5B43F.xml" ContentType="application/vnd.ms-powerpoint.comments+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theme/themeOverride16.xml" ContentType="application/vnd.openxmlformats-officedocument.themeOverride+xml"/>
  <Override PartName="/ppt/notesSlides/notesSlide50.xml" ContentType="application/vnd.openxmlformats-officedocument.presentationml.notesSlid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theme/themeOverride17.xml" ContentType="application/vnd.openxmlformats-officedocument.themeOverride+xml"/>
  <Override PartName="/ppt/notesSlides/notesSlide51.xml" ContentType="application/vnd.openxmlformats-officedocument.presentationml.notesSlid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theme/themeOverride18.xml" ContentType="application/vnd.openxmlformats-officedocument.themeOverride+xml"/>
  <Override PartName="/ppt/notesSlides/notesSlide52.xml" ContentType="application/vnd.openxmlformats-officedocument.presentationml.notesSlide+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notesSlides/notesSlide53.xml" ContentType="application/vnd.openxmlformats-officedocument.presentationml.notesSlid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notesSlides/notesSlide54.xml" ContentType="application/vnd.openxmlformats-officedocument.presentationml.notesSlide+xml"/>
  <Override PartName="/ppt/comments/modernComment_7FFFF433_8EE601CE.xml" ContentType="application/vnd.ms-powerpoint.comments+xml"/>
  <Override PartName="/ppt/charts/chart25.xml" ContentType="application/vnd.openxmlformats-officedocument.drawingml.chart+xml"/>
  <Override PartName="/ppt/charts/style25.xml" ContentType="application/vnd.ms-office.chartstyle+xml"/>
  <Override PartName="/ppt/charts/colors25.xml" ContentType="application/vnd.ms-office.chartcolorstyle+xml"/>
  <Override PartName="/ppt/theme/themeOverride19.xml" ContentType="application/vnd.openxmlformats-officedocument.themeOverride+xml"/>
  <Override PartName="/ppt/charts/chart26.xml" ContentType="application/vnd.openxmlformats-officedocument.drawingml.chart+xml"/>
  <Override PartName="/ppt/charts/style26.xml" ContentType="application/vnd.ms-office.chartstyle+xml"/>
  <Override PartName="/ppt/charts/colors26.xml" ContentType="application/vnd.ms-office.chartcolorstyle+xml"/>
  <Override PartName="/ppt/theme/themeOverride20.xml" ContentType="application/vnd.openxmlformats-officedocument.themeOverride+xml"/>
  <Override PartName="/ppt/charts/chart27.xml" ContentType="application/vnd.openxmlformats-officedocument.drawingml.chart+xml"/>
  <Override PartName="/ppt/charts/style27.xml" ContentType="application/vnd.ms-office.chartstyle+xml"/>
  <Override PartName="/ppt/charts/colors27.xml" ContentType="application/vnd.ms-office.chartcolorstyle+xml"/>
  <Override PartName="/ppt/theme/themeOverride21.xml" ContentType="application/vnd.openxmlformats-officedocument.themeOverr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charts/chart28.xml" ContentType="application/vnd.openxmlformats-officedocument.drawingml.chart+xml"/>
  <Override PartName="/ppt/charts/style28.xml" ContentType="application/vnd.ms-office.chartstyle+xml"/>
  <Override PartName="/ppt/charts/colors28.xml" ContentType="application/vnd.ms-office.chartcolorstyle+xml"/>
  <Override PartName="/ppt/theme/themeOverride22.xml" ContentType="application/vnd.openxmlformats-officedocument.themeOverride+xml"/>
  <Override PartName="/ppt/notesSlides/notesSlide58.xml" ContentType="application/vnd.openxmlformats-officedocument.presentationml.notesSlide+xml"/>
  <Override PartName="/ppt/charts/chart29.xml" ContentType="application/vnd.openxmlformats-officedocument.drawingml.chart+xml"/>
  <Override PartName="/ppt/charts/style29.xml" ContentType="application/vnd.ms-office.chartstyle+xml"/>
  <Override PartName="/ppt/charts/colors29.xml" ContentType="application/vnd.ms-office.chartcolorstyle+xml"/>
  <Override PartName="/ppt/theme/themeOverride23.xml" ContentType="application/vnd.openxmlformats-officedocument.themeOverride+xml"/>
  <Override PartName="/ppt/notesSlides/notesSlide59.xml" ContentType="application/vnd.openxmlformats-officedocument.presentationml.notesSlide+xml"/>
  <Override PartName="/ppt/charts/chart30.xml" ContentType="application/vnd.openxmlformats-officedocument.drawingml.chart+xml"/>
  <Override PartName="/ppt/charts/style30.xml" ContentType="application/vnd.ms-office.chartstyle+xml"/>
  <Override PartName="/ppt/charts/colors30.xml" ContentType="application/vnd.ms-office.chartcolorstyle+xml"/>
  <Override PartName="/ppt/theme/themeOverride24.xml" ContentType="application/vnd.openxmlformats-officedocument.themeOverride+xml"/>
  <Override PartName="/ppt/charts/chart31.xml" ContentType="application/vnd.openxmlformats-officedocument.drawingml.chart+xml"/>
  <Override PartName="/ppt/charts/style31.xml" ContentType="application/vnd.ms-office.chartstyle+xml"/>
  <Override PartName="/ppt/charts/colors31.xml" ContentType="application/vnd.ms-office.chartcolorstyle+xml"/>
  <Override PartName="/ppt/theme/themeOverride25.xml" ContentType="application/vnd.openxmlformats-officedocument.themeOverride+xml"/>
  <Override PartName="/ppt/charts/chart32.xml" ContentType="application/vnd.openxmlformats-officedocument.drawingml.chart+xml"/>
  <Override PartName="/ppt/charts/style32.xml" ContentType="application/vnd.ms-office.chartstyle+xml"/>
  <Override PartName="/ppt/charts/colors32.xml" ContentType="application/vnd.ms-office.chartcolorstyle+xml"/>
  <Override PartName="/ppt/theme/themeOverride26.xml" ContentType="application/vnd.openxmlformats-officedocument.themeOverride+xml"/>
  <Override PartName="/ppt/charts/chart33.xml" ContentType="application/vnd.openxmlformats-officedocument.drawingml.chart+xml"/>
  <Override PartName="/ppt/charts/style33.xml" ContentType="application/vnd.ms-office.chartstyle+xml"/>
  <Override PartName="/ppt/charts/colors33.xml" ContentType="application/vnd.ms-office.chartcolorstyle+xml"/>
  <Override PartName="/ppt/theme/themeOverride27.xml" ContentType="application/vnd.openxmlformats-officedocument.themeOverride+xml"/>
  <Override PartName="/ppt/notesSlides/notesSlide60.xml" ContentType="application/vnd.openxmlformats-officedocument.presentationml.notesSlide+xml"/>
  <Override PartName="/ppt/charts/chart34.xml" ContentType="application/vnd.openxmlformats-officedocument.drawingml.chart+xml"/>
  <Override PartName="/ppt/charts/style34.xml" ContentType="application/vnd.ms-office.chartstyle+xml"/>
  <Override PartName="/ppt/charts/colors34.xml" ContentType="application/vnd.ms-office.chartcolorstyle+xml"/>
  <Override PartName="/ppt/theme/themeOverride28.xml" ContentType="application/vnd.openxmlformats-officedocument.themeOverride+xml"/>
  <Override PartName="/ppt/notesSlides/notesSlide61.xml" ContentType="application/vnd.openxmlformats-officedocument.presentationml.notesSlide+xml"/>
  <Override PartName="/ppt/charts/chart35.xml" ContentType="application/vnd.openxmlformats-officedocument.drawingml.chart+xml"/>
  <Override PartName="/ppt/charts/style35.xml" ContentType="application/vnd.ms-office.chartstyle+xml"/>
  <Override PartName="/ppt/charts/colors35.xml" ContentType="application/vnd.ms-office.chartcolorstyle+xml"/>
  <Override PartName="/ppt/theme/themeOverride29.xml" ContentType="application/vnd.openxmlformats-officedocument.themeOverr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charts/chart36.xml" ContentType="application/vnd.openxmlformats-officedocument.drawingml.chart+xml"/>
  <Override PartName="/ppt/charts/style36.xml" ContentType="application/vnd.ms-office.chartstyle+xml"/>
  <Override PartName="/ppt/charts/colors36.xml" ContentType="application/vnd.ms-office.chartcolorstyle+xml"/>
  <Override PartName="/ppt/theme/themeOverride30.xml" ContentType="application/vnd.openxmlformats-officedocument.themeOverride+xml"/>
  <Override PartName="/ppt/notesSlides/notesSlide64.xml" ContentType="application/vnd.openxmlformats-officedocument.presentationml.notesSlide+xml"/>
  <Override PartName="/ppt/charts/chart37.xml" ContentType="application/vnd.openxmlformats-officedocument.drawingml.chart+xml"/>
  <Override PartName="/ppt/charts/style37.xml" ContentType="application/vnd.ms-office.chartstyle+xml"/>
  <Override PartName="/ppt/charts/colors37.xml" ContentType="application/vnd.ms-office.chartcolorstyle+xml"/>
  <Override PartName="/ppt/notesSlides/notesSlide65.xml" ContentType="application/vnd.openxmlformats-officedocument.presentationml.notesSlide+xml"/>
  <Override PartName="/ppt/charts/chart38.xml" ContentType="application/vnd.openxmlformats-officedocument.drawingml.chart+xml"/>
  <Override PartName="/ppt/charts/style38.xml" ContentType="application/vnd.ms-office.chartstyle+xml"/>
  <Override PartName="/ppt/charts/colors38.xml" ContentType="application/vnd.ms-office.chartcolorstyle+xml"/>
  <Override PartName="/ppt/notesSlides/notesSlide66.xml" ContentType="application/vnd.openxmlformats-officedocument.presentationml.notesSlide+xml"/>
  <Override PartName="/ppt/charts/chart39.xml" ContentType="application/vnd.openxmlformats-officedocument.drawingml.chart+xml"/>
  <Override PartName="/ppt/charts/style39.xml" ContentType="application/vnd.ms-office.chartstyle+xml"/>
  <Override PartName="/ppt/charts/colors39.xml" ContentType="application/vnd.ms-office.chartcolorstyle+xml"/>
  <Override PartName="/ppt/notesSlides/notesSlide67.xml" ContentType="application/vnd.openxmlformats-officedocument.presentationml.notesSlide+xml"/>
  <Override PartName="/ppt/charts/chart40.xml" ContentType="application/vnd.openxmlformats-officedocument.drawingml.chart+xml"/>
  <Override PartName="/ppt/charts/style40.xml" ContentType="application/vnd.ms-office.chartstyle+xml"/>
  <Override PartName="/ppt/charts/colors40.xml" ContentType="application/vnd.ms-office.chartcolorstyle+xml"/>
  <Override PartName="/ppt/notesSlides/notesSlide68.xml" ContentType="application/vnd.openxmlformats-officedocument.presentationml.notesSlide+xml"/>
  <Override PartName="/ppt/charts/chart41.xml" ContentType="application/vnd.openxmlformats-officedocument.drawingml.chart+xml"/>
  <Override PartName="/ppt/charts/style41.xml" ContentType="application/vnd.ms-office.chartstyle+xml"/>
  <Override PartName="/ppt/charts/colors41.xml" ContentType="application/vnd.ms-office.chartcolorstyle+xml"/>
  <Override PartName="/ppt/theme/themeOverride31.xml" ContentType="application/vnd.openxmlformats-officedocument.themeOverride+xml"/>
  <Override PartName="/ppt/notesSlides/notesSlide69.xml" ContentType="application/vnd.openxmlformats-officedocument.presentationml.notesSlide+xml"/>
  <Override PartName="/ppt/charts/chart42.xml" ContentType="application/vnd.openxmlformats-officedocument.drawingml.chart+xml"/>
  <Override PartName="/ppt/charts/style42.xml" ContentType="application/vnd.ms-office.chartstyle+xml"/>
  <Override PartName="/ppt/charts/colors42.xml" ContentType="application/vnd.ms-office.chartcolorstyle+xml"/>
  <Override PartName="/ppt/theme/themeOverride32.xml" ContentType="application/vnd.openxmlformats-officedocument.themeOverride+xml"/>
  <Override PartName="/ppt/notesSlides/notesSlide70.xml" ContentType="application/vnd.openxmlformats-officedocument.presentationml.notesSlide+xml"/>
  <Override PartName="/ppt/charts/chart43.xml" ContentType="application/vnd.openxmlformats-officedocument.drawingml.chart+xml"/>
  <Override PartName="/ppt/charts/style43.xml" ContentType="application/vnd.ms-office.chartstyle+xml"/>
  <Override PartName="/ppt/charts/colors43.xml" ContentType="application/vnd.ms-office.chartcolorstyle+xml"/>
  <Override PartName="/ppt/theme/themeOverride33.xml" ContentType="application/vnd.openxmlformats-officedocument.themeOverride+xml"/>
  <Override PartName="/ppt/charts/chart44.xml" ContentType="application/vnd.openxmlformats-officedocument.drawingml.chart+xml"/>
  <Override PartName="/ppt/charts/style44.xml" ContentType="application/vnd.ms-office.chartstyle+xml"/>
  <Override PartName="/ppt/charts/colors44.xml" ContentType="application/vnd.ms-office.chartcolorstyle+xml"/>
  <Override PartName="/ppt/theme/themeOverride34.xml" ContentType="application/vnd.openxmlformats-officedocument.themeOverride+xml"/>
  <Override PartName="/ppt/charts/chart45.xml" ContentType="application/vnd.openxmlformats-officedocument.drawingml.chart+xml"/>
  <Override PartName="/ppt/charts/style45.xml" ContentType="application/vnd.ms-office.chartstyle+xml"/>
  <Override PartName="/ppt/charts/colors45.xml" ContentType="application/vnd.ms-office.chartcolorstyle+xml"/>
  <Override PartName="/ppt/theme/themeOverride35.xml" ContentType="application/vnd.openxmlformats-officedocument.themeOverride+xml"/>
  <Override PartName="/ppt/charts/chart46.xml" ContentType="application/vnd.openxmlformats-officedocument.drawingml.chart+xml"/>
  <Override PartName="/ppt/charts/style46.xml" ContentType="application/vnd.ms-office.chartstyle+xml"/>
  <Override PartName="/ppt/charts/colors46.xml" ContentType="application/vnd.ms-office.chartcolorstyle+xml"/>
  <Override PartName="/ppt/theme/themeOverride36.xml" ContentType="application/vnd.openxmlformats-officedocument.themeOverride+xml"/>
  <Override PartName="/ppt/notesSlides/notesSlide71.xml" ContentType="application/vnd.openxmlformats-officedocument.presentationml.notesSlide+xml"/>
  <Override PartName="/ppt/comments/modernComment_7FFFF45E_EE8E2397.xml" ContentType="application/vnd.ms-powerpoint.comments+xml"/>
  <Override PartName="/ppt/charts/chart47.xml" ContentType="application/vnd.openxmlformats-officedocument.drawingml.chart+xml"/>
  <Override PartName="/ppt/charts/style47.xml" ContentType="application/vnd.ms-office.chartstyle+xml"/>
  <Override PartName="/ppt/charts/colors47.xml" ContentType="application/vnd.ms-office.chartcolorstyle+xml"/>
  <Override PartName="/ppt/theme/themeOverride37.xml" ContentType="application/vnd.openxmlformats-officedocument.themeOverride+xml"/>
  <Override PartName="/ppt/notesSlides/notesSlide72.xml" ContentType="application/vnd.openxmlformats-officedocument.presentationml.notesSlide+xml"/>
  <Override PartName="/ppt/charts/chart48.xml" ContentType="application/vnd.openxmlformats-officedocument.drawingml.chart+xml"/>
  <Override PartName="/ppt/charts/style48.xml" ContentType="application/vnd.ms-office.chartstyle+xml"/>
  <Override PartName="/ppt/charts/colors48.xml" ContentType="application/vnd.ms-office.chartcolorstyle+xml"/>
  <Override PartName="/ppt/theme/themeOverride38.xml" ContentType="application/vnd.openxmlformats-officedocument.themeOverride+xml"/>
  <Override PartName="/ppt/notesSlides/notesSlide73.xml" ContentType="application/vnd.openxmlformats-officedocument.presentationml.notesSlide+xml"/>
  <Override PartName="/ppt/charts/chart49.xml" ContentType="application/vnd.openxmlformats-officedocument.drawingml.chart+xml"/>
  <Override PartName="/ppt/charts/style49.xml" ContentType="application/vnd.ms-office.chartstyle+xml"/>
  <Override PartName="/ppt/charts/colors49.xml" ContentType="application/vnd.ms-office.chartcolorstyle+xml"/>
  <Override PartName="/ppt/theme/themeOverride39.xml" ContentType="application/vnd.openxmlformats-officedocument.themeOverride+xml"/>
  <Override PartName="/ppt/notesSlides/notesSlide74.xml" ContentType="application/vnd.openxmlformats-officedocument.presentationml.notesSlide+xml"/>
  <Override PartName="/ppt/charts/chart50.xml" ContentType="application/vnd.openxmlformats-officedocument.drawingml.chart+xml"/>
  <Override PartName="/ppt/charts/style50.xml" ContentType="application/vnd.ms-office.chartstyle+xml"/>
  <Override PartName="/ppt/charts/colors50.xml" ContentType="application/vnd.ms-office.chartcolorstyle+xml"/>
  <Override PartName="/ppt/notesSlides/notesSlide75.xml" ContentType="application/vnd.openxmlformats-officedocument.presentationml.notesSlide+xml"/>
  <Override PartName="/ppt/charts/chart51.xml" ContentType="application/vnd.openxmlformats-officedocument.drawingml.chart+xml"/>
  <Override PartName="/ppt/charts/style51.xml" ContentType="application/vnd.ms-office.chartstyle+xml"/>
  <Override PartName="/ppt/charts/colors51.xml" ContentType="application/vnd.ms-office.chartcolorstyle+xml"/>
  <Override PartName="/ppt/notesSlides/notesSlide76.xml" ContentType="application/vnd.openxmlformats-officedocument.presentationml.notesSlide+xml"/>
  <Override PartName="/ppt/comments/modernComment_7FFFF467_773E7F93.xml" ContentType="application/vnd.ms-powerpoint.comments+xml"/>
  <Override PartName="/ppt/charts/chart52.xml" ContentType="application/vnd.openxmlformats-officedocument.drawingml.chart+xml"/>
  <Override PartName="/ppt/charts/style52.xml" ContentType="application/vnd.ms-office.chartstyle+xml"/>
  <Override PartName="/ppt/charts/colors52.xml" ContentType="application/vnd.ms-office.chartcolorstyle+xml"/>
  <Override PartName="/ppt/theme/themeOverride40.xml" ContentType="application/vnd.openxmlformats-officedocument.themeOverride+xml"/>
  <Override PartName="/ppt/charts/chart53.xml" ContentType="application/vnd.openxmlformats-officedocument.drawingml.chart+xml"/>
  <Override PartName="/ppt/charts/style53.xml" ContentType="application/vnd.ms-office.chartstyle+xml"/>
  <Override PartName="/ppt/charts/colors53.xml" ContentType="application/vnd.ms-office.chartcolorstyle+xml"/>
  <Override PartName="/ppt/theme/themeOverride41.xml" ContentType="application/vnd.openxmlformats-officedocument.themeOverride+xml"/>
  <Override PartName="/ppt/charts/chart54.xml" ContentType="application/vnd.openxmlformats-officedocument.drawingml.chart+xml"/>
  <Override PartName="/ppt/charts/style54.xml" ContentType="application/vnd.ms-office.chartstyle+xml"/>
  <Override PartName="/ppt/charts/colors54.xml" ContentType="application/vnd.ms-office.chartcolorstyle+xml"/>
  <Override PartName="/ppt/theme/themeOverride42.xml" ContentType="application/vnd.openxmlformats-officedocument.themeOverr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charts/chart55.xml" ContentType="application/vnd.openxmlformats-officedocument.drawingml.chart+xml"/>
  <Override PartName="/ppt/charts/style55.xml" ContentType="application/vnd.ms-office.chartstyle+xml"/>
  <Override PartName="/ppt/charts/colors55.xml" ContentType="application/vnd.ms-office.chartcolorstyle+xml"/>
  <Override PartName="/ppt/theme/themeOverride43.xml" ContentType="application/vnd.openxmlformats-officedocument.themeOverride+xml"/>
  <Override PartName="/ppt/notesSlides/notesSlide80.xml" ContentType="application/vnd.openxmlformats-officedocument.presentationml.notesSlide+xml"/>
  <Override PartName="/ppt/charts/chart56.xml" ContentType="application/vnd.openxmlformats-officedocument.drawingml.chart+xml"/>
  <Override PartName="/ppt/charts/style56.xml" ContentType="application/vnd.ms-office.chartstyle+xml"/>
  <Override PartName="/ppt/charts/colors56.xml" ContentType="application/vnd.ms-office.chartcolorstyle+xml"/>
  <Override PartName="/ppt/theme/themeOverride44.xml" ContentType="application/vnd.openxmlformats-officedocument.themeOverride+xml"/>
  <Override PartName="/ppt/notesSlides/notesSlide81.xml" ContentType="application/vnd.openxmlformats-officedocument.presentationml.notesSlide+xml"/>
  <Override PartName="/ppt/charts/chart57.xml" ContentType="application/vnd.openxmlformats-officedocument.drawingml.chart+xml"/>
  <Override PartName="/ppt/charts/style57.xml" ContentType="application/vnd.ms-office.chartstyle+xml"/>
  <Override PartName="/ppt/charts/colors57.xml" ContentType="application/vnd.ms-office.chartcolorstyle+xml"/>
  <Override PartName="/ppt/theme/themeOverride45.xml" ContentType="application/vnd.openxmlformats-officedocument.themeOverride+xml"/>
  <Override PartName="/ppt/charts/chart58.xml" ContentType="application/vnd.openxmlformats-officedocument.drawingml.chart+xml"/>
  <Override PartName="/ppt/charts/style58.xml" ContentType="application/vnd.ms-office.chartstyle+xml"/>
  <Override PartName="/ppt/charts/colors58.xml" ContentType="application/vnd.ms-office.chartcolorstyle+xml"/>
  <Override PartName="/ppt/theme/themeOverride46.xml" ContentType="application/vnd.openxmlformats-officedocument.themeOverride+xml"/>
  <Override PartName="/ppt/charts/chart59.xml" ContentType="application/vnd.openxmlformats-officedocument.drawingml.chart+xml"/>
  <Override PartName="/ppt/charts/style59.xml" ContentType="application/vnd.ms-office.chartstyle+xml"/>
  <Override PartName="/ppt/charts/colors59.xml" ContentType="application/vnd.ms-office.chartcolorstyle+xml"/>
  <Override PartName="/ppt/theme/themeOverride47.xml" ContentType="application/vnd.openxmlformats-officedocument.themeOverride+xml"/>
  <Override PartName="/ppt/charts/chart60.xml" ContentType="application/vnd.openxmlformats-officedocument.drawingml.chart+xml"/>
  <Override PartName="/ppt/charts/style60.xml" ContentType="application/vnd.ms-office.chartstyle+xml"/>
  <Override PartName="/ppt/charts/colors60.xml" ContentType="application/vnd.ms-office.chartcolorstyle+xml"/>
  <Override PartName="/ppt/theme/themeOverride48.xml" ContentType="application/vnd.openxmlformats-officedocument.themeOverride+xml"/>
  <Override PartName="/ppt/notesSlides/notesSlide82.xml" ContentType="application/vnd.openxmlformats-officedocument.presentationml.notesSlide+xml"/>
  <Override PartName="/ppt/charts/chart61.xml" ContentType="application/vnd.openxmlformats-officedocument.drawingml.chart+xml"/>
  <Override PartName="/ppt/charts/style61.xml" ContentType="application/vnd.ms-office.chartstyle+xml"/>
  <Override PartName="/ppt/charts/colors61.xml" ContentType="application/vnd.ms-office.chartcolorstyle+xml"/>
  <Override PartName="/ppt/theme/themeOverride49.xml" ContentType="application/vnd.openxmlformats-officedocument.themeOverride+xml"/>
  <Override PartName="/ppt/notesSlides/notesSlide83.xml" ContentType="application/vnd.openxmlformats-officedocument.presentationml.notesSlide+xml"/>
  <Override PartName="/ppt/charts/chart62.xml" ContentType="application/vnd.openxmlformats-officedocument.drawingml.chart+xml"/>
  <Override PartName="/ppt/charts/style62.xml" ContentType="application/vnd.ms-office.chartstyle+xml"/>
  <Override PartName="/ppt/charts/colors62.xml" ContentType="application/vnd.ms-office.chartcolorstyle+xml"/>
  <Override PartName="/ppt/theme/themeOverride50.xml" ContentType="application/vnd.openxmlformats-officedocument.themeOverr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charts/chart63.xml" ContentType="application/vnd.openxmlformats-officedocument.drawingml.chart+xml"/>
  <Override PartName="/ppt/charts/style63.xml" ContentType="application/vnd.ms-office.chartstyle+xml"/>
  <Override PartName="/ppt/charts/colors63.xml" ContentType="application/vnd.ms-office.chartcolorstyle+xml"/>
  <Override PartName="/ppt/theme/themeOverride51.xml" ContentType="application/vnd.openxmlformats-officedocument.themeOverride+xml"/>
  <Override PartName="/ppt/notesSlides/notesSlide86.xml" ContentType="application/vnd.openxmlformats-officedocument.presentationml.notesSlide+xml"/>
  <Override PartName="/ppt/charts/chart64.xml" ContentType="application/vnd.openxmlformats-officedocument.drawingml.chart+xml"/>
  <Override PartName="/ppt/charts/style64.xml" ContentType="application/vnd.ms-office.chartstyle+xml"/>
  <Override PartName="/ppt/charts/colors64.xml" ContentType="application/vnd.ms-office.chartcolorstyle+xml"/>
  <Override PartName="/ppt/notesSlides/notesSlide87.xml" ContentType="application/vnd.openxmlformats-officedocument.presentationml.notesSlide+xml"/>
  <Override PartName="/ppt/charts/chart65.xml" ContentType="application/vnd.openxmlformats-officedocument.drawingml.chart+xml"/>
  <Override PartName="/ppt/charts/style65.xml" ContentType="application/vnd.ms-office.chartstyle+xml"/>
  <Override PartName="/ppt/charts/colors65.xml" ContentType="application/vnd.ms-office.chartcolorstyle+xml"/>
  <Override PartName="/ppt/notesSlides/notesSlide88.xml" ContentType="application/vnd.openxmlformats-officedocument.presentationml.notesSlide+xml"/>
  <Override PartName="/ppt/charts/chart66.xml" ContentType="application/vnd.openxmlformats-officedocument.drawingml.chart+xml"/>
  <Override PartName="/ppt/charts/style66.xml" ContentType="application/vnd.ms-office.chartstyle+xml"/>
  <Override PartName="/ppt/charts/colors66.xml" ContentType="application/vnd.ms-office.chartcolorstyle+xml"/>
  <Override PartName="/ppt/notesSlides/notesSlide89.xml" ContentType="application/vnd.openxmlformats-officedocument.presentationml.notesSlide+xml"/>
  <Override PartName="/ppt/charts/chart67.xml" ContentType="application/vnd.openxmlformats-officedocument.drawingml.chart+xml"/>
  <Override PartName="/ppt/charts/style67.xml" ContentType="application/vnd.ms-office.chartstyle+xml"/>
  <Override PartName="/ppt/charts/colors67.xml" ContentType="application/vnd.ms-office.chartcolorstyle+xml"/>
  <Override PartName="/ppt/notesSlides/notesSlide90.xml" ContentType="application/vnd.openxmlformats-officedocument.presentationml.notesSlide+xml"/>
  <Override PartName="/ppt/charts/chart68.xml" ContentType="application/vnd.openxmlformats-officedocument.drawingml.chart+xml"/>
  <Override PartName="/ppt/charts/style68.xml" ContentType="application/vnd.ms-office.chartstyle+xml"/>
  <Override PartName="/ppt/charts/colors68.xml" ContentType="application/vnd.ms-office.chartcolorstyle+xml"/>
  <Override PartName="/ppt/theme/themeOverride52.xml" ContentType="application/vnd.openxmlformats-officedocument.themeOverride+xml"/>
  <Override PartName="/ppt/notesSlides/notesSlide91.xml" ContentType="application/vnd.openxmlformats-officedocument.presentationml.notesSlide+xml"/>
  <Override PartName="/ppt/charts/chart69.xml" ContentType="application/vnd.openxmlformats-officedocument.drawingml.chart+xml"/>
  <Override PartName="/ppt/charts/style69.xml" ContentType="application/vnd.ms-office.chartstyle+xml"/>
  <Override PartName="/ppt/charts/colors69.xml" ContentType="application/vnd.ms-office.chartcolorstyle+xml"/>
  <Override PartName="/ppt/theme/themeOverride53.xml" ContentType="application/vnd.openxmlformats-officedocument.themeOverride+xml"/>
  <Override PartName="/ppt/notesSlides/notesSlide92.xml" ContentType="application/vnd.openxmlformats-officedocument.presentationml.notesSlide+xml"/>
  <Override PartName="/ppt/charts/chart70.xml" ContentType="application/vnd.openxmlformats-officedocument.drawingml.chart+xml"/>
  <Override PartName="/ppt/charts/style70.xml" ContentType="application/vnd.ms-office.chartstyle+xml"/>
  <Override PartName="/ppt/charts/colors70.xml" ContentType="application/vnd.ms-office.chartcolorstyle+xml"/>
  <Override PartName="/ppt/theme/themeOverride54.xml" ContentType="application/vnd.openxmlformats-officedocument.themeOverride+xml"/>
  <Override PartName="/ppt/charts/chart71.xml" ContentType="application/vnd.openxmlformats-officedocument.drawingml.chart+xml"/>
  <Override PartName="/ppt/charts/style71.xml" ContentType="application/vnd.ms-office.chartstyle+xml"/>
  <Override PartName="/ppt/charts/colors71.xml" ContentType="application/vnd.ms-office.chartcolorstyle+xml"/>
  <Override PartName="/ppt/theme/themeOverride55.xml" ContentType="application/vnd.openxmlformats-officedocument.themeOverride+xml"/>
  <Override PartName="/ppt/charts/chart72.xml" ContentType="application/vnd.openxmlformats-officedocument.drawingml.chart+xml"/>
  <Override PartName="/ppt/charts/style72.xml" ContentType="application/vnd.ms-office.chartstyle+xml"/>
  <Override PartName="/ppt/charts/colors72.xml" ContentType="application/vnd.ms-office.chartcolorstyle+xml"/>
  <Override PartName="/ppt/theme/themeOverride56.xml" ContentType="application/vnd.openxmlformats-officedocument.themeOverride+xml"/>
  <Override PartName="/ppt/charts/chart73.xml" ContentType="application/vnd.openxmlformats-officedocument.drawingml.chart+xml"/>
  <Override PartName="/ppt/charts/style73.xml" ContentType="application/vnd.ms-office.chartstyle+xml"/>
  <Override PartName="/ppt/charts/colors73.xml" ContentType="application/vnd.ms-office.chartcolorstyle+xml"/>
  <Override PartName="/ppt/theme/themeOverride57.xml" ContentType="application/vnd.openxmlformats-officedocument.themeOverride+xml"/>
  <Override PartName="/ppt/notesSlides/notesSlide93.xml" ContentType="application/vnd.openxmlformats-officedocument.presentationml.notesSlide+xml"/>
  <Override PartName="/ppt/comments/modernComment_7FFFF481_A4EA31F.xml" ContentType="application/vnd.ms-powerpoint.comments+xml"/>
  <Override PartName="/ppt/charts/chart74.xml" ContentType="application/vnd.openxmlformats-officedocument.drawingml.chart+xml"/>
  <Override PartName="/ppt/charts/style74.xml" ContentType="application/vnd.ms-office.chartstyle+xml"/>
  <Override PartName="/ppt/charts/colors74.xml" ContentType="application/vnd.ms-office.chartcolorstyle+xml"/>
  <Override PartName="/ppt/theme/themeOverride58.xml" ContentType="application/vnd.openxmlformats-officedocument.themeOverride+xml"/>
  <Override PartName="/ppt/notesSlides/notesSlide94.xml" ContentType="application/vnd.openxmlformats-officedocument.presentationml.notesSlide+xml"/>
  <Override PartName="/ppt/charts/chart75.xml" ContentType="application/vnd.openxmlformats-officedocument.drawingml.chart+xml"/>
  <Override PartName="/ppt/charts/style75.xml" ContentType="application/vnd.ms-office.chartstyle+xml"/>
  <Override PartName="/ppt/charts/colors75.xml" ContentType="application/vnd.ms-office.chartcolorstyle+xml"/>
  <Override PartName="/ppt/theme/themeOverride59.xml" ContentType="application/vnd.openxmlformats-officedocument.themeOverride+xml"/>
  <Override PartName="/ppt/notesSlides/notesSlide95.xml" ContentType="application/vnd.openxmlformats-officedocument.presentationml.notesSlide+xml"/>
  <Override PartName="/ppt/charts/chart76.xml" ContentType="application/vnd.openxmlformats-officedocument.drawingml.chart+xml"/>
  <Override PartName="/ppt/charts/style76.xml" ContentType="application/vnd.ms-office.chartstyle+xml"/>
  <Override PartName="/ppt/charts/colors76.xml" ContentType="application/vnd.ms-office.chartcolorstyle+xml"/>
  <Override PartName="/ppt/theme/themeOverride60.xml" ContentType="application/vnd.openxmlformats-officedocument.themeOverride+xml"/>
  <Override PartName="/ppt/notesSlides/notesSlide96.xml" ContentType="application/vnd.openxmlformats-officedocument.presentationml.notesSlide+xml"/>
  <Override PartName="/ppt/charts/chart77.xml" ContentType="application/vnd.openxmlformats-officedocument.drawingml.chart+xml"/>
  <Override PartName="/ppt/charts/style77.xml" ContentType="application/vnd.ms-office.chartstyle+xml"/>
  <Override PartName="/ppt/charts/colors77.xml" ContentType="application/vnd.ms-office.chartcolorstyle+xml"/>
  <Override PartName="/ppt/notesSlides/notesSlide97.xml" ContentType="application/vnd.openxmlformats-officedocument.presentationml.notesSlide+xml"/>
  <Override PartName="/ppt/charts/chart78.xml" ContentType="application/vnd.openxmlformats-officedocument.drawingml.chart+xml"/>
  <Override PartName="/ppt/charts/style78.xml" ContentType="application/vnd.ms-office.chartstyle+xml"/>
  <Override PartName="/ppt/charts/colors78.xml" ContentType="application/vnd.ms-office.chartcolorstyle+xml"/>
  <Override PartName="/ppt/notesSlides/notesSlide98.xml" ContentType="application/vnd.openxmlformats-officedocument.presentationml.notesSlide+xml"/>
  <Override PartName="/ppt/comments/modernComment_7FFFF48A_2E1A856.xml" ContentType="application/vnd.ms-powerpoint.comments+xml"/>
  <Override PartName="/ppt/charts/chart79.xml" ContentType="application/vnd.openxmlformats-officedocument.drawingml.chart+xml"/>
  <Override PartName="/ppt/charts/style79.xml" ContentType="application/vnd.ms-office.chartstyle+xml"/>
  <Override PartName="/ppt/charts/colors79.xml" ContentType="application/vnd.ms-office.chartcolorstyle+xml"/>
  <Override PartName="/ppt/theme/themeOverride61.xml" ContentType="application/vnd.openxmlformats-officedocument.themeOverride+xml"/>
  <Override PartName="/ppt/charts/chart80.xml" ContentType="application/vnd.openxmlformats-officedocument.drawingml.chart+xml"/>
  <Override PartName="/ppt/charts/style80.xml" ContentType="application/vnd.ms-office.chartstyle+xml"/>
  <Override PartName="/ppt/charts/colors80.xml" ContentType="application/vnd.ms-office.chartcolorstyle+xml"/>
  <Override PartName="/ppt/theme/themeOverride62.xml" ContentType="application/vnd.openxmlformats-officedocument.themeOverride+xml"/>
  <Override PartName="/ppt/charts/chart81.xml" ContentType="application/vnd.openxmlformats-officedocument.drawingml.chart+xml"/>
  <Override PartName="/ppt/charts/style81.xml" ContentType="application/vnd.ms-office.chartstyle+xml"/>
  <Override PartName="/ppt/charts/colors81.xml" ContentType="application/vnd.ms-office.chartcolorstyle+xml"/>
  <Override PartName="/ppt/theme/themeOverride63.xml" ContentType="application/vnd.openxmlformats-officedocument.themeOverr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charts/chart82.xml" ContentType="application/vnd.openxmlformats-officedocument.drawingml.chart+xml"/>
  <Override PartName="/ppt/charts/style82.xml" ContentType="application/vnd.ms-office.chartstyle+xml"/>
  <Override PartName="/ppt/charts/colors82.xml" ContentType="application/vnd.ms-office.chartcolorstyle+xml"/>
  <Override PartName="/ppt/theme/themeOverride64.xml" ContentType="application/vnd.openxmlformats-officedocument.themeOverride+xml"/>
  <Override PartName="/ppt/charts/chart83.xml" ContentType="application/vnd.openxmlformats-officedocument.drawingml.chart+xml"/>
  <Override PartName="/ppt/charts/style83.xml" ContentType="application/vnd.ms-office.chartstyle+xml"/>
  <Override PartName="/ppt/charts/colors83.xml" ContentType="application/vnd.ms-office.chartcolorstyle+xml"/>
  <Override PartName="/ppt/theme/themeOverride65.xml" ContentType="application/vnd.openxmlformats-officedocument.themeOverride+xml"/>
  <Override PartName="/ppt/notesSlides/notesSlide102.xml" ContentType="application/vnd.openxmlformats-officedocument.presentationml.notesSlide+xml"/>
  <Override PartName="/ppt/charts/chart84.xml" ContentType="application/vnd.openxmlformats-officedocument.drawingml.chart+xml"/>
  <Override PartName="/ppt/charts/style84.xml" ContentType="application/vnd.ms-office.chartstyle+xml"/>
  <Override PartName="/ppt/charts/colors84.xml" ContentType="application/vnd.ms-office.chartcolorstyle+xml"/>
  <Override PartName="/ppt/theme/themeOverride66.xml" ContentType="application/vnd.openxmlformats-officedocument.themeOverride+xml"/>
  <Override PartName="/ppt/charts/chart85.xml" ContentType="application/vnd.openxmlformats-officedocument.drawingml.chart+xml"/>
  <Override PartName="/ppt/charts/style85.xml" ContentType="application/vnd.ms-office.chartstyle+xml"/>
  <Override PartName="/ppt/charts/colors85.xml" ContentType="application/vnd.ms-office.chartcolorstyle+xml"/>
  <Override PartName="/ppt/theme/themeOverride67.xml" ContentType="application/vnd.openxmlformats-officedocument.themeOverride+xml"/>
  <Override PartName="/ppt/notesSlides/notesSlide103.xml" ContentType="application/vnd.openxmlformats-officedocument.presentationml.notesSlide+xml"/>
  <Override PartName="/ppt/charts/chart86.xml" ContentType="application/vnd.openxmlformats-officedocument.drawingml.chart+xml"/>
  <Override PartName="/ppt/charts/style86.xml" ContentType="application/vnd.ms-office.chartstyle+xml"/>
  <Override PartName="/ppt/charts/colors86.xml" ContentType="application/vnd.ms-office.chartcolorstyle+xml"/>
  <Override PartName="/ppt/theme/themeOverride68.xml" ContentType="application/vnd.openxmlformats-officedocument.themeOverride+xml"/>
  <Override PartName="/ppt/charts/chart87.xml" ContentType="application/vnd.openxmlformats-officedocument.drawingml.chart+xml"/>
  <Override PartName="/ppt/charts/style87.xml" ContentType="application/vnd.ms-office.chartstyle+xml"/>
  <Override PartName="/ppt/charts/colors87.xml" ContentType="application/vnd.ms-office.chartcolorstyle+xml"/>
  <Override PartName="/ppt/theme/themeOverride69.xml" ContentType="application/vnd.openxmlformats-officedocument.themeOverride+xml"/>
  <Override PartName="/ppt/charts/chart88.xml" ContentType="application/vnd.openxmlformats-officedocument.drawingml.chart+xml"/>
  <Override PartName="/ppt/charts/style88.xml" ContentType="application/vnd.ms-office.chartstyle+xml"/>
  <Override PartName="/ppt/charts/colors88.xml" ContentType="application/vnd.ms-office.chartcolorstyle+xml"/>
  <Override PartName="/ppt/theme/themeOverride70.xml" ContentType="application/vnd.openxmlformats-officedocument.themeOverride+xml"/>
  <Override PartName="/ppt/charts/chart89.xml" ContentType="application/vnd.openxmlformats-officedocument.drawingml.chart+xml"/>
  <Override PartName="/ppt/charts/style89.xml" ContentType="application/vnd.ms-office.chartstyle+xml"/>
  <Override PartName="/ppt/charts/colors89.xml" ContentType="application/vnd.ms-office.chartcolorstyle+xml"/>
  <Override PartName="/ppt/theme/themeOverride71.xml" ContentType="application/vnd.openxmlformats-officedocument.themeOverride+xml"/>
  <Override PartName="/ppt/notesSlides/notesSlide104.xml" ContentType="application/vnd.openxmlformats-officedocument.presentationml.notesSlide+xml"/>
  <Override PartName="/ppt/charts/chart90.xml" ContentType="application/vnd.openxmlformats-officedocument.drawingml.chart+xml"/>
  <Override PartName="/ppt/charts/style90.xml" ContentType="application/vnd.ms-office.chartstyle+xml"/>
  <Override PartName="/ppt/charts/colors90.xml" ContentType="application/vnd.ms-office.chartcolorstyle+xml"/>
  <Override PartName="/ppt/theme/themeOverride72.xml" ContentType="application/vnd.openxmlformats-officedocument.themeOverride+xml"/>
  <Override PartName="/ppt/charts/chart91.xml" ContentType="application/vnd.openxmlformats-officedocument.drawingml.chart+xml"/>
  <Override PartName="/ppt/charts/style91.xml" ContentType="application/vnd.ms-office.chartstyle+xml"/>
  <Override PartName="/ppt/charts/colors91.xml" ContentType="application/vnd.ms-office.chartcolorstyle+xml"/>
  <Override PartName="/ppt/theme/themeOverride73.xml" ContentType="application/vnd.openxmlformats-officedocument.themeOverride+xml"/>
  <Override PartName="/ppt/charts/chart92.xml" ContentType="application/vnd.openxmlformats-officedocument.drawingml.chart+xml"/>
  <Override PartName="/ppt/charts/style92.xml" ContentType="application/vnd.ms-office.chartstyle+xml"/>
  <Override PartName="/ppt/charts/colors92.xml" ContentType="application/vnd.ms-office.chartcolorstyle+xml"/>
  <Override PartName="/ppt/theme/themeOverride74.xml" ContentType="application/vnd.openxmlformats-officedocument.themeOverride+xml"/>
  <Override PartName="/ppt/charts/chart93.xml" ContentType="application/vnd.openxmlformats-officedocument.drawingml.chart+xml"/>
  <Override PartName="/ppt/charts/style93.xml" ContentType="application/vnd.ms-office.chartstyle+xml"/>
  <Override PartName="/ppt/charts/colors93.xml" ContentType="application/vnd.ms-office.chartcolorstyle+xml"/>
  <Override PartName="/ppt/theme/themeOverride75.xml" ContentType="application/vnd.openxmlformats-officedocument.themeOverride+xml"/>
  <Override PartName="/ppt/notesSlides/notesSlide105.xml" ContentType="application/vnd.openxmlformats-officedocument.presentationml.notesSlide+xml"/>
  <Override PartName="/ppt/charts/chart94.xml" ContentType="application/vnd.openxmlformats-officedocument.drawingml.chart+xml"/>
  <Override PartName="/ppt/charts/style94.xml" ContentType="application/vnd.ms-office.chartstyle+xml"/>
  <Override PartName="/ppt/charts/colors94.xml" ContentType="application/vnd.ms-office.chartcolorstyle+xml"/>
  <Override PartName="/ppt/theme/themeOverride76.xml" ContentType="application/vnd.openxmlformats-officedocument.themeOverride+xml"/>
  <Override PartName="/ppt/charts/chart95.xml" ContentType="application/vnd.openxmlformats-officedocument.drawingml.chart+xml"/>
  <Override PartName="/ppt/charts/style95.xml" ContentType="application/vnd.ms-office.chartstyle+xml"/>
  <Override PartName="/ppt/charts/colors95.xml" ContentType="application/vnd.ms-office.chartcolorstyle+xml"/>
  <Override PartName="/ppt/theme/themeOverride77.xml" ContentType="application/vnd.openxmlformats-officedocument.themeOverride+xml"/>
  <Override PartName="/ppt/notesSlides/notesSlide106.xml" ContentType="application/vnd.openxmlformats-officedocument.presentationml.notesSlide+xml"/>
  <Override PartName="/ppt/charts/chart96.xml" ContentType="application/vnd.openxmlformats-officedocument.drawingml.chart+xml"/>
  <Override PartName="/ppt/charts/style96.xml" ContentType="application/vnd.ms-office.chartstyle+xml"/>
  <Override PartName="/ppt/charts/colors96.xml" ContentType="application/vnd.ms-office.chartcolorstyle+xml"/>
  <Override PartName="/ppt/theme/themeOverride78.xml" ContentType="application/vnd.openxmlformats-officedocument.themeOverr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charts/chart97.xml" ContentType="application/vnd.openxmlformats-officedocument.drawingml.chart+xml"/>
  <Override PartName="/ppt/charts/style97.xml" ContentType="application/vnd.ms-office.chartstyle+xml"/>
  <Override PartName="/ppt/charts/colors97.xml" ContentType="application/vnd.ms-office.chartcolorstyle+xml"/>
  <Override PartName="/ppt/theme/themeOverride79.xml" ContentType="application/vnd.openxmlformats-officedocument.themeOverride+xml"/>
  <Override PartName="/ppt/notesSlides/notesSlide109.xml" ContentType="application/vnd.openxmlformats-officedocument.presentationml.notesSlide+xml"/>
  <Override PartName="/ppt/charts/chart98.xml" ContentType="application/vnd.openxmlformats-officedocument.drawingml.chart+xml"/>
  <Override PartName="/ppt/charts/style98.xml" ContentType="application/vnd.ms-office.chartstyle+xml"/>
  <Override PartName="/ppt/charts/colors98.xml" ContentType="application/vnd.ms-office.chartcolorstyle+xml"/>
  <Override PartName="/ppt/notesSlides/notesSlide110.xml" ContentType="application/vnd.openxmlformats-officedocument.presentationml.notesSlide+xml"/>
  <Override PartName="/ppt/charts/chart99.xml" ContentType="application/vnd.openxmlformats-officedocument.drawingml.chart+xml"/>
  <Override PartName="/ppt/charts/style99.xml" ContentType="application/vnd.ms-office.chartstyle+xml"/>
  <Override PartName="/ppt/charts/colors99.xml" ContentType="application/vnd.ms-office.chartcolorstyle+xml"/>
  <Override PartName="/ppt/notesSlides/notesSlide111.xml" ContentType="application/vnd.openxmlformats-officedocument.presentationml.notesSlide+xml"/>
  <Override PartName="/ppt/charts/chart100.xml" ContentType="application/vnd.openxmlformats-officedocument.drawingml.chart+xml"/>
  <Override PartName="/ppt/charts/style100.xml" ContentType="application/vnd.ms-office.chartstyle+xml"/>
  <Override PartName="/ppt/charts/colors100.xml" ContentType="application/vnd.ms-office.chartcolorstyle+xml"/>
  <Override PartName="/ppt/notesSlides/notesSlide112.xml" ContentType="application/vnd.openxmlformats-officedocument.presentationml.notesSlide+xml"/>
  <Override PartName="/ppt/charts/chart101.xml" ContentType="application/vnd.openxmlformats-officedocument.drawingml.chart+xml"/>
  <Override PartName="/ppt/charts/style101.xml" ContentType="application/vnd.ms-office.chartstyle+xml"/>
  <Override PartName="/ppt/charts/colors101.xml" ContentType="application/vnd.ms-office.chartcolorstyle+xml"/>
  <Override PartName="/ppt/notesSlides/notesSlide113.xml" ContentType="application/vnd.openxmlformats-officedocument.presentationml.notesSlide+xml"/>
  <Override PartName="/ppt/charts/chart102.xml" ContentType="application/vnd.openxmlformats-officedocument.drawingml.chart+xml"/>
  <Override PartName="/ppt/charts/style102.xml" ContentType="application/vnd.ms-office.chartstyle+xml"/>
  <Override PartName="/ppt/charts/colors102.xml" ContentType="application/vnd.ms-office.chartcolorstyle+xml"/>
  <Override PartName="/ppt/theme/themeOverride80.xml" ContentType="application/vnd.openxmlformats-officedocument.themeOverr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charts/chart103.xml" ContentType="application/vnd.openxmlformats-officedocument.drawingml.chart+xml"/>
  <Override PartName="/ppt/charts/style103.xml" ContentType="application/vnd.ms-office.chartstyle+xml"/>
  <Override PartName="/ppt/charts/colors103.xml" ContentType="application/vnd.ms-office.chartcolorstyle+xml"/>
  <Override PartName="/ppt/theme/themeOverride81.xml" ContentType="application/vnd.openxmlformats-officedocument.themeOverride+xml"/>
  <Override PartName="/ppt/notesSlides/notesSlide116.xml" ContentType="application/vnd.openxmlformats-officedocument.presentationml.notesSlide+xml"/>
  <Override PartName="/ppt/charts/chart104.xml" ContentType="application/vnd.openxmlformats-officedocument.drawingml.chart+xml"/>
  <Override PartName="/ppt/charts/style104.xml" ContentType="application/vnd.ms-office.chartstyle+xml"/>
  <Override PartName="/ppt/charts/colors104.xml" ContentType="application/vnd.ms-office.chartcolorstyle+xml"/>
  <Override PartName="/ppt/notesSlides/notesSlide117.xml" ContentType="application/vnd.openxmlformats-officedocument.presentationml.notesSlide+xml"/>
  <Override PartName="/ppt/charts/chart105.xml" ContentType="application/vnd.openxmlformats-officedocument.drawingml.chart+xml"/>
  <Override PartName="/ppt/charts/style105.xml" ContentType="application/vnd.ms-office.chartstyle+xml"/>
  <Override PartName="/ppt/charts/colors105.xml" ContentType="application/vnd.ms-office.chartcolorstyle+xml"/>
  <Override PartName="/ppt/notesSlides/notesSlide118.xml" ContentType="application/vnd.openxmlformats-officedocument.presentationml.notesSlide+xml"/>
  <Override PartName="/ppt/charts/chart106.xml" ContentType="application/vnd.openxmlformats-officedocument.drawingml.chart+xml"/>
  <Override PartName="/ppt/charts/style106.xml" ContentType="application/vnd.ms-office.chartstyle+xml"/>
  <Override PartName="/ppt/charts/colors106.xml" ContentType="application/vnd.ms-office.chartcolorstyle+xml"/>
  <Override PartName="/ppt/notesSlides/notesSlide119.xml" ContentType="application/vnd.openxmlformats-officedocument.presentationml.notesSlide+xml"/>
  <Override PartName="/ppt/charts/chart107.xml" ContentType="application/vnd.openxmlformats-officedocument.drawingml.chart+xml"/>
  <Override PartName="/ppt/charts/style107.xml" ContentType="application/vnd.ms-office.chartstyle+xml"/>
  <Override PartName="/ppt/charts/colors107.xml" ContentType="application/vnd.ms-office.chartcolorstyle+xml"/>
  <Override PartName="/ppt/notesSlides/notesSlide120.xml" ContentType="application/vnd.openxmlformats-officedocument.presentationml.notesSlide+xml"/>
  <Override PartName="/ppt/charts/chart108.xml" ContentType="application/vnd.openxmlformats-officedocument.drawingml.chart+xml"/>
  <Override PartName="/ppt/charts/style108.xml" ContentType="application/vnd.ms-office.chartstyle+xml"/>
  <Override PartName="/ppt/charts/colors108.xml" ContentType="application/vnd.ms-office.chartcolorstyle+xml"/>
  <Override PartName="/ppt/theme/themeOverride82.xml" ContentType="application/vnd.openxmlformats-officedocument.themeOverride+xml"/>
  <Override PartName="/ppt/charts/chart109.xml" ContentType="application/vnd.openxmlformats-officedocument.drawingml.chart+xml"/>
  <Override PartName="/ppt/charts/style109.xml" ContentType="application/vnd.ms-office.chartstyle+xml"/>
  <Override PartName="/ppt/charts/colors109.xml" ContentType="application/vnd.ms-office.chartcolorstyle+xml"/>
  <Override PartName="/ppt/theme/themeOverride83.xml" ContentType="application/vnd.openxmlformats-officedocument.themeOverride+xml"/>
  <Override PartName="/ppt/notesSlides/notesSlide121.xml" ContentType="application/vnd.openxmlformats-officedocument.presentationml.notesSlide+xml"/>
  <Override PartName="/ppt/charts/chart110.xml" ContentType="application/vnd.openxmlformats-officedocument.drawingml.chart+xml"/>
  <Override PartName="/ppt/charts/style110.xml" ContentType="application/vnd.ms-office.chartstyle+xml"/>
  <Override PartName="/ppt/charts/colors110.xml" ContentType="application/vnd.ms-office.chartcolorstyle+xml"/>
  <Override PartName="/ppt/theme/themeOverride84.xml" ContentType="application/vnd.openxmlformats-officedocument.themeOverride+xml"/>
  <Override PartName="/ppt/charts/chart111.xml" ContentType="application/vnd.openxmlformats-officedocument.drawingml.chart+xml"/>
  <Override PartName="/ppt/charts/style111.xml" ContentType="application/vnd.ms-office.chartstyle+xml"/>
  <Override PartName="/ppt/charts/colors111.xml" ContentType="application/vnd.ms-office.chartcolorstyle+xml"/>
  <Override PartName="/ppt/theme/themeOverride85.xml" ContentType="application/vnd.openxmlformats-officedocument.themeOverride+xml"/>
  <Override PartName="/ppt/notesSlides/notesSlide122.xml" ContentType="application/vnd.openxmlformats-officedocument.presentationml.notesSlide+xml"/>
  <Override PartName="/ppt/charts/chart112.xml" ContentType="application/vnd.openxmlformats-officedocument.drawingml.chart+xml"/>
  <Override PartName="/ppt/charts/style112.xml" ContentType="application/vnd.ms-office.chartstyle+xml"/>
  <Override PartName="/ppt/charts/colors112.xml" ContentType="application/vnd.ms-office.chartcolorstyle+xml"/>
  <Override PartName="/ppt/theme/themeOverride86.xml" ContentType="application/vnd.openxmlformats-officedocument.themeOverride+xml"/>
  <Override PartName="/ppt/charts/chart113.xml" ContentType="application/vnd.openxmlformats-officedocument.drawingml.chart+xml"/>
  <Override PartName="/ppt/charts/style113.xml" ContentType="application/vnd.ms-office.chartstyle+xml"/>
  <Override PartName="/ppt/charts/colors113.xml" ContentType="application/vnd.ms-office.chartcolorstyle+xml"/>
  <Override PartName="/ppt/theme/themeOverride87.xml" ContentType="application/vnd.openxmlformats-officedocument.themeOverride+xml"/>
  <Override PartName="/ppt/charts/chart114.xml" ContentType="application/vnd.openxmlformats-officedocument.drawingml.chart+xml"/>
  <Override PartName="/ppt/charts/style114.xml" ContentType="application/vnd.ms-office.chartstyle+xml"/>
  <Override PartName="/ppt/charts/colors114.xml" ContentType="application/vnd.ms-office.chartcolorstyle+xml"/>
  <Override PartName="/ppt/theme/themeOverride88.xml" ContentType="application/vnd.openxmlformats-officedocument.themeOverride+xml"/>
  <Override PartName="/ppt/charts/chart115.xml" ContentType="application/vnd.openxmlformats-officedocument.drawingml.chart+xml"/>
  <Override PartName="/ppt/charts/style115.xml" ContentType="application/vnd.ms-office.chartstyle+xml"/>
  <Override PartName="/ppt/charts/colors115.xml" ContentType="application/vnd.ms-office.chartcolorstyle+xml"/>
  <Override PartName="/ppt/theme/themeOverride89.xml" ContentType="application/vnd.openxmlformats-officedocument.themeOverride+xml"/>
  <Override PartName="/ppt/notesSlides/notesSlide123.xml" ContentType="application/vnd.openxmlformats-officedocument.presentationml.notesSlide+xml"/>
  <Override PartName="/ppt/charts/chart116.xml" ContentType="application/vnd.openxmlformats-officedocument.drawingml.chart+xml"/>
  <Override PartName="/ppt/charts/style116.xml" ContentType="application/vnd.ms-office.chartstyle+xml"/>
  <Override PartName="/ppt/charts/colors116.xml" ContentType="application/vnd.ms-office.chartcolorstyle+xml"/>
  <Override PartName="/ppt/theme/themeOverride90.xml" ContentType="application/vnd.openxmlformats-officedocument.themeOverride+xml"/>
  <Override PartName="/ppt/charts/chart117.xml" ContentType="application/vnd.openxmlformats-officedocument.drawingml.chart+xml"/>
  <Override PartName="/ppt/charts/style117.xml" ContentType="application/vnd.ms-office.chartstyle+xml"/>
  <Override PartName="/ppt/charts/colors117.xml" ContentType="application/vnd.ms-office.chartcolorstyle+xml"/>
  <Override PartName="/ppt/theme/themeOverride91.xml" ContentType="application/vnd.openxmlformats-officedocument.themeOverride+xml"/>
  <Override PartName="/ppt/charts/chart118.xml" ContentType="application/vnd.openxmlformats-officedocument.drawingml.chart+xml"/>
  <Override PartName="/ppt/charts/style118.xml" ContentType="application/vnd.ms-office.chartstyle+xml"/>
  <Override PartName="/ppt/charts/colors118.xml" ContentType="application/vnd.ms-office.chartcolorstyle+xml"/>
  <Override PartName="/ppt/theme/themeOverride92.xml" ContentType="application/vnd.openxmlformats-officedocument.themeOverride+xml"/>
  <Override PartName="/ppt/charts/chart119.xml" ContentType="application/vnd.openxmlformats-officedocument.drawingml.chart+xml"/>
  <Override PartName="/ppt/charts/style119.xml" ContentType="application/vnd.ms-office.chartstyle+xml"/>
  <Override PartName="/ppt/charts/colors119.xml" ContentType="application/vnd.ms-office.chartcolorstyle+xml"/>
  <Override PartName="/ppt/theme/themeOverride93.xml" ContentType="application/vnd.openxmlformats-officedocument.themeOverride+xml"/>
  <Override PartName="/ppt/notesSlides/notesSlide124.xml" ContentType="application/vnd.openxmlformats-officedocument.presentationml.notesSlide+xml"/>
  <Override PartName="/ppt/charts/chart120.xml" ContentType="application/vnd.openxmlformats-officedocument.drawingml.chart+xml"/>
  <Override PartName="/ppt/charts/style120.xml" ContentType="application/vnd.ms-office.chartstyle+xml"/>
  <Override PartName="/ppt/charts/colors120.xml" ContentType="application/vnd.ms-office.chartcolorstyle+xml"/>
  <Override PartName="/ppt/theme/themeOverride94.xml" ContentType="application/vnd.openxmlformats-officedocument.themeOverride+xml"/>
  <Override PartName="/ppt/charts/chart121.xml" ContentType="application/vnd.openxmlformats-officedocument.drawingml.chart+xml"/>
  <Override PartName="/ppt/charts/style121.xml" ContentType="application/vnd.ms-office.chartstyle+xml"/>
  <Override PartName="/ppt/charts/colors121.xml" ContentType="application/vnd.ms-office.chartcolorstyle+xml"/>
  <Override PartName="/ppt/theme/themeOverride95.xml" ContentType="application/vnd.openxmlformats-officedocument.themeOverride+xml"/>
  <Override PartName="/ppt/notesSlides/notesSlide125.xml" ContentType="application/vnd.openxmlformats-officedocument.presentationml.notesSlide+xml"/>
  <Override PartName="/ppt/charts/chart122.xml" ContentType="application/vnd.openxmlformats-officedocument.drawingml.chart+xml"/>
  <Override PartName="/ppt/charts/style122.xml" ContentType="application/vnd.ms-office.chartstyle+xml"/>
  <Override PartName="/ppt/charts/colors122.xml" ContentType="application/vnd.ms-office.chartcolorstyle+xml"/>
  <Override PartName="/ppt/theme/themeOverride96.xml" ContentType="application/vnd.openxmlformats-officedocument.themeOverride+xml"/>
  <Override PartName="/ppt/charts/chart123.xml" ContentType="application/vnd.openxmlformats-officedocument.drawingml.chart+xml"/>
  <Override PartName="/ppt/charts/style123.xml" ContentType="application/vnd.ms-office.chartstyle+xml"/>
  <Override PartName="/ppt/charts/colors123.xml" ContentType="application/vnd.ms-office.chartcolorstyle+xml"/>
  <Override PartName="/ppt/theme/themeOverride97.xml" ContentType="application/vnd.openxmlformats-officedocument.themeOverr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charts/chart124.xml" ContentType="application/vnd.openxmlformats-officedocument.drawingml.chart+xml"/>
  <Override PartName="/ppt/charts/style124.xml" ContentType="application/vnd.ms-office.chartstyle+xml"/>
  <Override PartName="/ppt/charts/colors124.xml" ContentType="application/vnd.ms-office.chartcolorstyle+xml"/>
  <Override PartName="/ppt/theme/themeOverride98.xml" ContentType="application/vnd.openxmlformats-officedocument.themeOverride+xml"/>
  <Override PartName="/ppt/charts/chart125.xml" ContentType="application/vnd.openxmlformats-officedocument.drawingml.chart+xml"/>
  <Override PartName="/ppt/charts/style125.xml" ContentType="application/vnd.ms-office.chartstyle+xml"/>
  <Override PartName="/ppt/charts/colors125.xml" ContentType="application/vnd.ms-office.chartcolorstyle+xml"/>
  <Override PartName="/ppt/theme/themeOverride99.xml" ContentType="application/vnd.openxmlformats-officedocument.themeOverride+xml"/>
  <Override PartName="/ppt/notesSlides/notesSlide128.xml" ContentType="application/vnd.openxmlformats-officedocument.presentationml.notesSlide+xml"/>
  <Override PartName="/ppt/charts/chart126.xml" ContentType="application/vnd.openxmlformats-officedocument.drawingml.chart+xml"/>
  <Override PartName="/ppt/charts/style126.xml" ContentType="application/vnd.ms-office.chartstyle+xml"/>
  <Override PartName="/ppt/charts/colors126.xml" ContentType="application/vnd.ms-office.chartcolorstyle+xml"/>
  <Override PartName="/ppt/theme/themeOverride100.xml" ContentType="application/vnd.openxmlformats-officedocument.themeOverride+xml"/>
  <Override PartName="/ppt/charts/chart127.xml" ContentType="application/vnd.openxmlformats-officedocument.drawingml.chart+xml"/>
  <Override PartName="/ppt/charts/style127.xml" ContentType="application/vnd.ms-office.chartstyle+xml"/>
  <Override PartName="/ppt/charts/colors127.xml" ContentType="application/vnd.ms-office.chartcolorstyle+xml"/>
  <Override PartName="/ppt/theme/themeOverride101.xml" ContentType="application/vnd.openxmlformats-officedocument.themeOverride+xml"/>
  <Override PartName="/ppt/notesSlides/notesSlide129.xml" ContentType="application/vnd.openxmlformats-officedocument.presentationml.notesSlide+xml"/>
  <Override PartName="/ppt/charts/chart128.xml" ContentType="application/vnd.openxmlformats-officedocument.drawingml.chart+xml"/>
  <Override PartName="/ppt/charts/style128.xml" ContentType="application/vnd.ms-office.chartstyle+xml"/>
  <Override PartName="/ppt/charts/colors128.xml" ContentType="application/vnd.ms-office.chartcolorstyle+xml"/>
  <Override PartName="/ppt/theme/themeOverride102.xml" ContentType="application/vnd.openxmlformats-officedocument.themeOverride+xml"/>
  <Override PartName="/ppt/charts/chart129.xml" ContentType="application/vnd.openxmlformats-officedocument.drawingml.chart+xml"/>
  <Override PartName="/ppt/charts/style129.xml" ContentType="application/vnd.ms-office.chartstyle+xml"/>
  <Override PartName="/ppt/charts/colors129.xml" ContentType="application/vnd.ms-office.chartcolorstyle+xml"/>
  <Override PartName="/ppt/theme/themeOverride103.xml" ContentType="application/vnd.openxmlformats-officedocument.themeOverride+xml"/>
  <Override PartName="/ppt/notesSlides/notesSlide130.xml" ContentType="application/vnd.openxmlformats-officedocument.presentationml.notesSlide+xml"/>
  <Override PartName="/ppt/charts/chart130.xml" ContentType="application/vnd.openxmlformats-officedocument.drawingml.chart+xml"/>
  <Override PartName="/ppt/charts/style130.xml" ContentType="application/vnd.ms-office.chartstyle+xml"/>
  <Override PartName="/ppt/charts/colors130.xml" ContentType="application/vnd.ms-office.chartcolorstyle+xml"/>
  <Override PartName="/ppt/theme/themeOverride104.xml" ContentType="application/vnd.openxmlformats-officedocument.themeOverride+xml"/>
  <Override PartName="/ppt/charts/chart131.xml" ContentType="application/vnd.openxmlformats-officedocument.drawingml.chart+xml"/>
  <Override PartName="/ppt/charts/style131.xml" ContentType="application/vnd.ms-office.chartstyle+xml"/>
  <Override PartName="/ppt/charts/colors131.xml" ContentType="application/vnd.ms-office.chartcolorstyle+xml"/>
  <Override PartName="/ppt/theme/themeOverride105.xml" ContentType="application/vnd.openxmlformats-officedocument.themeOverride+xml"/>
  <Override PartName="/ppt/notesSlides/notesSlide131.xml" ContentType="application/vnd.openxmlformats-officedocument.presentationml.notesSlide+xml"/>
  <Override PartName="/ppt/charts/chart132.xml" ContentType="application/vnd.openxmlformats-officedocument.drawingml.chart+xml"/>
  <Override PartName="/ppt/charts/style132.xml" ContentType="application/vnd.ms-office.chartstyle+xml"/>
  <Override PartName="/ppt/charts/colors132.xml" ContentType="application/vnd.ms-office.chartcolorstyle+xml"/>
  <Override PartName="/ppt/theme/themeOverride106.xml" ContentType="application/vnd.openxmlformats-officedocument.themeOverride+xml"/>
  <Override PartName="/ppt/charts/chart133.xml" ContentType="application/vnd.openxmlformats-officedocument.drawingml.chart+xml"/>
  <Override PartName="/ppt/charts/style133.xml" ContentType="application/vnd.ms-office.chartstyle+xml"/>
  <Override PartName="/ppt/charts/colors133.xml" ContentType="application/vnd.ms-office.chartcolorstyle+xml"/>
  <Override PartName="/ppt/theme/themeOverride107.xml" ContentType="application/vnd.openxmlformats-officedocument.themeOverride+xml"/>
  <Override PartName="/ppt/notesSlides/notesSlide132.xml" ContentType="application/vnd.openxmlformats-officedocument.presentationml.notesSlide+xml"/>
  <Override PartName="/ppt/charts/chart134.xml" ContentType="application/vnd.openxmlformats-officedocument.drawingml.chart+xml"/>
  <Override PartName="/ppt/charts/style134.xml" ContentType="application/vnd.ms-office.chartstyle+xml"/>
  <Override PartName="/ppt/charts/colors134.xml" ContentType="application/vnd.ms-office.chartcolorstyle+xml"/>
  <Override PartName="/ppt/theme/themeOverride108.xml" ContentType="application/vnd.openxmlformats-officedocument.themeOverride+xml"/>
  <Override PartName="/ppt/charts/chart135.xml" ContentType="application/vnd.openxmlformats-officedocument.drawingml.chart+xml"/>
  <Override PartName="/ppt/charts/style135.xml" ContentType="application/vnd.ms-office.chartstyle+xml"/>
  <Override PartName="/ppt/charts/colors135.xml" ContentType="application/vnd.ms-office.chartcolorstyle+xml"/>
  <Override PartName="/ppt/theme/themeOverride109.xml" ContentType="application/vnd.openxmlformats-officedocument.themeOverr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charts/chart136.xml" ContentType="application/vnd.openxmlformats-officedocument.drawingml.chart+xml"/>
  <Override PartName="/ppt/charts/style136.xml" ContentType="application/vnd.ms-office.chartstyle+xml"/>
  <Override PartName="/ppt/charts/colors136.xml" ContentType="application/vnd.ms-office.chartcolorstyle+xml"/>
  <Override PartName="/ppt/theme/themeOverride110.xml" ContentType="application/vnd.openxmlformats-officedocument.themeOverride+xml"/>
  <Override PartName="/ppt/charts/chart137.xml" ContentType="application/vnd.openxmlformats-officedocument.drawingml.chart+xml"/>
  <Override PartName="/ppt/charts/style137.xml" ContentType="application/vnd.ms-office.chartstyle+xml"/>
  <Override PartName="/ppt/charts/colors137.xml" ContentType="application/vnd.ms-office.chartcolorstyle+xml"/>
  <Override PartName="/ppt/theme/themeOverride111.xml" ContentType="application/vnd.openxmlformats-officedocument.themeOverride+xml"/>
  <Override PartName="/ppt/notesSlides/notesSlide136.xml" ContentType="application/vnd.openxmlformats-officedocument.presentationml.notesSlide+xml"/>
  <Override PartName="/ppt/charts/chart138.xml" ContentType="application/vnd.openxmlformats-officedocument.drawingml.chart+xml"/>
  <Override PartName="/ppt/charts/style138.xml" ContentType="application/vnd.ms-office.chartstyle+xml"/>
  <Override PartName="/ppt/charts/colors138.xml" ContentType="application/vnd.ms-office.chartcolorstyle+xml"/>
  <Override PartName="/ppt/theme/themeOverride112.xml" ContentType="application/vnd.openxmlformats-officedocument.themeOverride+xml"/>
  <Override PartName="/ppt/charts/chart139.xml" ContentType="application/vnd.openxmlformats-officedocument.drawingml.chart+xml"/>
  <Override PartName="/ppt/charts/style139.xml" ContentType="application/vnd.ms-office.chartstyle+xml"/>
  <Override PartName="/ppt/charts/colors139.xml" ContentType="application/vnd.ms-office.chartcolorstyle+xml"/>
  <Override PartName="/ppt/theme/themeOverride113.xml" ContentType="application/vnd.openxmlformats-officedocument.themeOverride+xml"/>
  <Override PartName="/ppt/notesSlides/notesSlide137.xml" ContentType="application/vnd.openxmlformats-officedocument.presentationml.notesSlide+xml"/>
  <Override PartName="/ppt/charts/chart140.xml" ContentType="application/vnd.openxmlformats-officedocument.drawingml.chart+xml"/>
  <Override PartName="/ppt/charts/style140.xml" ContentType="application/vnd.ms-office.chartstyle+xml"/>
  <Override PartName="/ppt/charts/colors140.xml" ContentType="application/vnd.ms-office.chartcolorstyle+xml"/>
  <Override PartName="/ppt/theme/themeOverride114.xml" ContentType="application/vnd.openxmlformats-officedocument.themeOverride+xml"/>
  <Override PartName="/ppt/charts/chart141.xml" ContentType="application/vnd.openxmlformats-officedocument.drawingml.chart+xml"/>
  <Override PartName="/ppt/charts/style141.xml" ContentType="application/vnd.ms-office.chartstyle+xml"/>
  <Override PartName="/ppt/charts/colors141.xml" ContentType="application/vnd.ms-office.chartcolorstyle+xml"/>
  <Override PartName="/ppt/theme/themeOverride115.xml" ContentType="application/vnd.openxmlformats-officedocument.themeOverride+xml"/>
  <Override PartName="/ppt/charts/chart142.xml" ContentType="application/vnd.openxmlformats-officedocument.drawingml.chart+xml"/>
  <Override PartName="/ppt/charts/style142.xml" ContentType="application/vnd.ms-office.chartstyle+xml"/>
  <Override PartName="/ppt/charts/colors142.xml" ContentType="application/vnd.ms-office.chartcolorstyle+xml"/>
  <Override PartName="/ppt/theme/themeOverride116.xml" ContentType="application/vnd.openxmlformats-officedocument.themeOverride+xml"/>
  <Override PartName="/ppt/charts/chart143.xml" ContentType="application/vnd.openxmlformats-officedocument.drawingml.chart+xml"/>
  <Override PartName="/ppt/charts/style143.xml" ContentType="application/vnd.ms-office.chartstyle+xml"/>
  <Override PartName="/ppt/charts/colors143.xml" ContentType="application/vnd.ms-office.chartcolorstyle+xml"/>
  <Override PartName="/ppt/theme/themeOverride117.xml" ContentType="application/vnd.openxmlformats-officedocument.themeOverride+xml"/>
  <Override PartName="/ppt/notesSlides/notesSlide138.xml" ContentType="application/vnd.openxmlformats-officedocument.presentationml.notesSlide+xml"/>
  <Override PartName="/ppt/charts/chart144.xml" ContentType="application/vnd.openxmlformats-officedocument.drawingml.chart+xml"/>
  <Override PartName="/ppt/charts/style144.xml" ContentType="application/vnd.ms-office.chartstyle+xml"/>
  <Override PartName="/ppt/charts/colors144.xml" ContentType="application/vnd.ms-office.chartcolorstyle+xml"/>
  <Override PartName="/ppt/theme/themeOverride118.xml" ContentType="application/vnd.openxmlformats-officedocument.themeOverride+xml"/>
  <Override PartName="/ppt/charts/chart145.xml" ContentType="application/vnd.openxmlformats-officedocument.drawingml.chart+xml"/>
  <Override PartName="/ppt/charts/style145.xml" ContentType="application/vnd.ms-office.chartstyle+xml"/>
  <Override PartName="/ppt/charts/colors145.xml" ContentType="application/vnd.ms-office.chartcolorstyle+xml"/>
  <Override PartName="/ppt/theme/themeOverride119.xml" ContentType="application/vnd.openxmlformats-officedocument.themeOverride+xml"/>
  <Override PartName="/ppt/charts/chart146.xml" ContentType="application/vnd.openxmlformats-officedocument.drawingml.chart+xml"/>
  <Override PartName="/ppt/charts/style146.xml" ContentType="application/vnd.ms-office.chartstyle+xml"/>
  <Override PartName="/ppt/charts/colors146.xml" ContentType="application/vnd.ms-office.chartcolorstyle+xml"/>
  <Override PartName="/ppt/theme/themeOverride120.xml" ContentType="application/vnd.openxmlformats-officedocument.themeOverride+xml"/>
  <Override PartName="/ppt/charts/chart147.xml" ContentType="application/vnd.openxmlformats-officedocument.drawingml.chart+xml"/>
  <Override PartName="/ppt/charts/style147.xml" ContentType="application/vnd.ms-office.chartstyle+xml"/>
  <Override PartName="/ppt/charts/colors147.xml" ContentType="application/vnd.ms-office.chartcolorstyle+xml"/>
  <Override PartName="/ppt/theme/themeOverride121.xml" ContentType="application/vnd.openxmlformats-officedocument.themeOverride+xml"/>
  <Override PartName="/ppt/notesSlides/notesSlide139.xml" ContentType="application/vnd.openxmlformats-officedocument.presentationml.notesSlide+xml"/>
  <Override PartName="/ppt/charts/chart148.xml" ContentType="application/vnd.openxmlformats-officedocument.drawingml.chart+xml"/>
  <Override PartName="/ppt/charts/style148.xml" ContentType="application/vnd.ms-office.chartstyle+xml"/>
  <Override PartName="/ppt/charts/colors148.xml" ContentType="application/vnd.ms-office.chartcolorstyle+xml"/>
  <Override PartName="/ppt/theme/themeOverride122.xml" ContentType="application/vnd.openxmlformats-officedocument.themeOverride+xml"/>
  <Override PartName="/ppt/charts/chart149.xml" ContentType="application/vnd.openxmlformats-officedocument.drawingml.chart+xml"/>
  <Override PartName="/ppt/charts/style149.xml" ContentType="application/vnd.ms-office.chartstyle+xml"/>
  <Override PartName="/ppt/charts/colors149.xml" ContentType="application/vnd.ms-office.chartcolorstyle+xml"/>
  <Override PartName="/ppt/theme/themeOverride123.xml" ContentType="application/vnd.openxmlformats-officedocument.themeOverride+xml"/>
  <Override PartName="/ppt/notesSlides/notesSlide140.xml" ContentType="application/vnd.openxmlformats-officedocument.presentationml.notesSlide+xml"/>
  <Override PartName="/ppt/charts/chart150.xml" ContentType="application/vnd.openxmlformats-officedocument.drawingml.chart+xml"/>
  <Override PartName="/ppt/charts/style150.xml" ContentType="application/vnd.ms-office.chartstyle+xml"/>
  <Override PartName="/ppt/charts/colors150.xml" ContentType="application/vnd.ms-office.chartcolorstyle+xml"/>
  <Override PartName="/ppt/theme/themeOverride124.xml" ContentType="application/vnd.openxmlformats-officedocument.themeOverr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charts/chart151.xml" ContentType="application/vnd.openxmlformats-officedocument.drawingml.chart+xml"/>
  <Override PartName="/ppt/charts/style151.xml" ContentType="application/vnd.ms-office.chartstyle+xml"/>
  <Override PartName="/ppt/charts/colors151.xml" ContentType="application/vnd.ms-office.chartcolorstyle+xml"/>
  <Override PartName="/ppt/theme/themeOverride125.xml" ContentType="application/vnd.openxmlformats-officedocument.themeOverride+xml"/>
  <Override PartName="/ppt/notesSlides/notesSlide143.xml" ContentType="application/vnd.openxmlformats-officedocument.presentationml.notesSlide+xml"/>
  <Override PartName="/ppt/charts/chart152.xml" ContentType="application/vnd.openxmlformats-officedocument.drawingml.chart+xml"/>
  <Override PartName="/ppt/charts/style152.xml" ContentType="application/vnd.ms-office.chartstyle+xml"/>
  <Override PartName="/ppt/charts/colors152.xml" ContentType="application/vnd.ms-office.chartcolorstyle+xml"/>
  <Override PartName="/ppt/notesSlides/notesSlide144.xml" ContentType="application/vnd.openxmlformats-officedocument.presentationml.notesSlide+xml"/>
  <Override PartName="/ppt/charts/chart153.xml" ContentType="application/vnd.openxmlformats-officedocument.drawingml.chart+xml"/>
  <Override PartName="/ppt/charts/style153.xml" ContentType="application/vnd.ms-office.chartstyle+xml"/>
  <Override PartName="/ppt/charts/colors153.xml" ContentType="application/vnd.ms-office.chartcolorstyle+xml"/>
  <Override PartName="/ppt/notesSlides/notesSlide145.xml" ContentType="application/vnd.openxmlformats-officedocument.presentationml.notesSlide+xml"/>
  <Override PartName="/ppt/charts/chart154.xml" ContentType="application/vnd.openxmlformats-officedocument.drawingml.chart+xml"/>
  <Override PartName="/ppt/charts/style154.xml" ContentType="application/vnd.ms-office.chartstyle+xml"/>
  <Override PartName="/ppt/charts/colors154.xml" ContentType="application/vnd.ms-office.chartcolorstyle+xml"/>
  <Override PartName="/ppt/notesSlides/notesSlide146.xml" ContentType="application/vnd.openxmlformats-officedocument.presentationml.notesSlide+xml"/>
  <Override PartName="/ppt/charts/chart155.xml" ContentType="application/vnd.openxmlformats-officedocument.drawingml.chart+xml"/>
  <Override PartName="/ppt/charts/style155.xml" ContentType="application/vnd.ms-office.chartstyle+xml"/>
  <Override PartName="/ppt/charts/colors155.xml" ContentType="application/vnd.ms-office.chartcolorstyle+xml"/>
  <Override PartName="/ppt/notesSlides/notesSlide147.xml" ContentType="application/vnd.openxmlformats-officedocument.presentationml.notesSlide+xml"/>
  <Override PartName="/ppt/charts/chart156.xml" ContentType="application/vnd.openxmlformats-officedocument.drawingml.chart+xml"/>
  <Override PartName="/ppt/charts/style156.xml" ContentType="application/vnd.ms-office.chartstyle+xml"/>
  <Override PartName="/ppt/charts/colors156.xml" ContentType="application/vnd.ms-office.chartcolorstyle+xml"/>
  <Override PartName="/ppt/theme/themeOverride126.xml" ContentType="application/vnd.openxmlformats-officedocument.themeOverr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charts/chart157.xml" ContentType="application/vnd.openxmlformats-officedocument.drawingml.chart+xml"/>
  <Override PartName="/ppt/charts/style157.xml" ContentType="application/vnd.ms-office.chartstyle+xml"/>
  <Override PartName="/ppt/charts/colors157.xml" ContentType="application/vnd.ms-office.chartcolorstyle+xml"/>
  <Override PartName="/ppt/theme/themeOverride127.xml" ContentType="application/vnd.openxmlformats-officedocument.themeOverride+xml"/>
  <Override PartName="/ppt/notesSlides/notesSlide150.xml" ContentType="application/vnd.openxmlformats-officedocument.presentationml.notesSlide+xml"/>
  <Override PartName="/ppt/charts/chart158.xml" ContentType="application/vnd.openxmlformats-officedocument.drawingml.chart+xml"/>
  <Override PartName="/ppt/charts/style158.xml" ContentType="application/vnd.ms-office.chartstyle+xml"/>
  <Override PartName="/ppt/charts/colors158.xml" ContentType="application/vnd.ms-office.chartcolorstyle+xml"/>
  <Override PartName="/ppt/notesSlides/notesSlide151.xml" ContentType="application/vnd.openxmlformats-officedocument.presentationml.notesSlide+xml"/>
  <Override PartName="/ppt/charts/chart159.xml" ContentType="application/vnd.openxmlformats-officedocument.drawingml.chart+xml"/>
  <Override PartName="/ppt/charts/style159.xml" ContentType="application/vnd.ms-office.chartstyle+xml"/>
  <Override PartName="/ppt/charts/colors159.xml" ContentType="application/vnd.ms-office.chartcolorstyle+xml"/>
  <Override PartName="/ppt/notesSlides/notesSlide152.xml" ContentType="application/vnd.openxmlformats-officedocument.presentationml.notesSlide+xml"/>
  <Override PartName="/ppt/charts/chart160.xml" ContentType="application/vnd.openxmlformats-officedocument.drawingml.chart+xml"/>
  <Override PartName="/ppt/charts/style160.xml" ContentType="application/vnd.ms-office.chartstyle+xml"/>
  <Override PartName="/ppt/charts/colors160.xml" ContentType="application/vnd.ms-office.chartcolorstyle+xml"/>
  <Override PartName="/ppt/notesSlides/notesSlide153.xml" ContentType="application/vnd.openxmlformats-officedocument.presentationml.notesSlide+xml"/>
  <Override PartName="/ppt/charts/chart161.xml" ContentType="application/vnd.openxmlformats-officedocument.drawingml.chart+xml"/>
  <Override PartName="/ppt/charts/style161.xml" ContentType="application/vnd.ms-office.chartstyle+xml"/>
  <Override PartName="/ppt/charts/colors161.xml" ContentType="application/vnd.ms-office.chartcolorstyle+xml"/>
  <Override PartName="/ppt/notesSlides/notesSlide154.xml" ContentType="application/vnd.openxmlformats-officedocument.presentationml.notesSlide+xml"/>
  <Override PartName="/ppt/charts/chart162.xml" ContentType="application/vnd.openxmlformats-officedocument.drawingml.chart+xml"/>
  <Override PartName="/ppt/charts/style162.xml" ContentType="application/vnd.ms-office.chartstyle+xml"/>
  <Override PartName="/ppt/charts/colors162.xml" ContentType="application/vnd.ms-office.chartcolorstyle+xml"/>
  <Override PartName="/ppt/theme/themeOverride128.xml" ContentType="application/vnd.openxmlformats-officedocument.themeOverride+xml"/>
  <Override PartName="/ppt/charts/chart163.xml" ContentType="application/vnd.openxmlformats-officedocument.drawingml.chart+xml"/>
  <Override PartName="/ppt/charts/style163.xml" ContentType="application/vnd.ms-office.chartstyle+xml"/>
  <Override PartName="/ppt/charts/colors163.xml" ContentType="application/vnd.ms-office.chartcolorstyle+xml"/>
  <Override PartName="/ppt/theme/themeOverride129.xml" ContentType="application/vnd.openxmlformats-officedocument.themeOverride+xml"/>
  <Override PartName="/ppt/notesSlides/notesSlide155.xml" ContentType="application/vnd.openxmlformats-officedocument.presentationml.notesSlide+xml"/>
  <Override PartName="/ppt/charts/chart164.xml" ContentType="application/vnd.openxmlformats-officedocument.drawingml.chart+xml"/>
  <Override PartName="/ppt/charts/style164.xml" ContentType="application/vnd.ms-office.chartstyle+xml"/>
  <Override PartName="/ppt/charts/colors164.xml" ContentType="application/vnd.ms-office.chartcolorstyle+xml"/>
  <Override PartName="/ppt/theme/themeOverride130.xml" ContentType="application/vnd.openxmlformats-officedocument.themeOverride+xml"/>
  <Override PartName="/ppt/charts/chart165.xml" ContentType="application/vnd.openxmlformats-officedocument.drawingml.chart+xml"/>
  <Override PartName="/ppt/charts/style165.xml" ContentType="application/vnd.ms-office.chartstyle+xml"/>
  <Override PartName="/ppt/charts/colors165.xml" ContentType="application/vnd.ms-office.chartcolorstyle+xml"/>
  <Override PartName="/ppt/theme/themeOverride131.xml" ContentType="application/vnd.openxmlformats-officedocument.themeOverride+xml"/>
  <Override PartName="/ppt/notesSlides/notesSlide156.xml" ContentType="application/vnd.openxmlformats-officedocument.presentationml.notesSlide+xml"/>
  <Override PartName="/ppt/charts/chart166.xml" ContentType="application/vnd.openxmlformats-officedocument.drawingml.chart+xml"/>
  <Override PartName="/ppt/charts/style166.xml" ContentType="application/vnd.ms-office.chartstyle+xml"/>
  <Override PartName="/ppt/charts/colors166.xml" ContentType="application/vnd.ms-office.chartcolorstyle+xml"/>
  <Override PartName="/ppt/theme/themeOverride132.xml" ContentType="application/vnd.openxmlformats-officedocument.themeOverride+xml"/>
  <Override PartName="/ppt/charts/chart167.xml" ContentType="application/vnd.openxmlformats-officedocument.drawingml.chart+xml"/>
  <Override PartName="/ppt/charts/style167.xml" ContentType="application/vnd.ms-office.chartstyle+xml"/>
  <Override PartName="/ppt/charts/colors167.xml" ContentType="application/vnd.ms-office.chartcolorstyle+xml"/>
  <Override PartName="/ppt/theme/themeOverride133.xml" ContentType="application/vnd.openxmlformats-officedocument.themeOverride+xml"/>
  <Override PartName="/ppt/charts/chart168.xml" ContentType="application/vnd.openxmlformats-officedocument.drawingml.chart+xml"/>
  <Override PartName="/ppt/charts/style168.xml" ContentType="application/vnd.ms-office.chartstyle+xml"/>
  <Override PartName="/ppt/charts/colors168.xml" ContentType="application/vnd.ms-office.chartcolorstyle+xml"/>
  <Override PartName="/ppt/theme/themeOverride134.xml" ContentType="application/vnd.openxmlformats-officedocument.themeOverride+xml"/>
  <Override PartName="/ppt/charts/chart169.xml" ContentType="application/vnd.openxmlformats-officedocument.drawingml.chart+xml"/>
  <Override PartName="/ppt/charts/style169.xml" ContentType="application/vnd.ms-office.chartstyle+xml"/>
  <Override PartName="/ppt/charts/colors169.xml" ContentType="application/vnd.ms-office.chartcolorstyle+xml"/>
  <Override PartName="/ppt/theme/themeOverride135.xml" ContentType="application/vnd.openxmlformats-officedocument.themeOverride+xml"/>
  <Override PartName="/ppt/notesSlides/notesSlide157.xml" ContentType="application/vnd.openxmlformats-officedocument.presentationml.notesSlide+xml"/>
  <Override PartName="/ppt/charts/chart170.xml" ContentType="application/vnd.openxmlformats-officedocument.drawingml.chart+xml"/>
  <Override PartName="/ppt/charts/style170.xml" ContentType="application/vnd.ms-office.chartstyle+xml"/>
  <Override PartName="/ppt/charts/colors170.xml" ContentType="application/vnd.ms-office.chartcolorstyle+xml"/>
  <Override PartName="/ppt/theme/themeOverride136.xml" ContentType="application/vnd.openxmlformats-officedocument.themeOverride+xml"/>
  <Override PartName="/ppt/charts/chart171.xml" ContentType="application/vnd.openxmlformats-officedocument.drawingml.chart+xml"/>
  <Override PartName="/ppt/charts/style171.xml" ContentType="application/vnd.ms-office.chartstyle+xml"/>
  <Override PartName="/ppt/charts/colors171.xml" ContentType="application/vnd.ms-office.chartcolorstyle+xml"/>
  <Override PartName="/ppt/theme/themeOverride137.xml" ContentType="application/vnd.openxmlformats-officedocument.themeOverride+xml"/>
  <Override PartName="/ppt/charts/chart172.xml" ContentType="application/vnd.openxmlformats-officedocument.drawingml.chart+xml"/>
  <Override PartName="/ppt/charts/style172.xml" ContentType="application/vnd.ms-office.chartstyle+xml"/>
  <Override PartName="/ppt/charts/colors172.xml" ContentType="application/vnd.ms-office.chartcolorstyle+xml"/>
  <Override PartName="/ppt/theme/themeOverride138.xml" ContentType="application/vnd.openxmlformats-officedocument.themeOverride+xml"/>
  <Override PartName="/ppt/charts/chart173.xml" ContentType="application/vnd.openxmlformats-officedocument.drawingml.chart+xml"/>
  <Override PartName="/ppt/charts/style173.xml" ContentType="application/vnd.ms-office.chartstyle+xml"/>
  <Override PartName="/ppt/charts/colors173.xml" ContentType="application/vnd.ms-office.chartcolorstyle+xml"/>
  <Override PartName="/ppt/theme/themeOverride139.xml" ContentType="application/vnd.openxmlformats-officedocument.themeOverride+xml"/>
  <Override PartName="/ppt/notesSlides/notesSlide158.xml" ContentType="application/vnd.openxmlformats-officedocument.presentationml.notesSlide+xml"/>
  <Override PartName="/ppt/charts/chart174.xml" ContentType="application/vnd.openxmlformats-officedocument.drawingml.chart+xml"/>
  <Override PartName="/ppt/charts/style174.xml" ContentType="application/vnd.ms-office.chartstyle+xml"/>
  <Override PartName="/ppt/charts/colors174.xml" ContentType="application/vnd.ms-office.chartcolorstyle+xml"/>
  <Override PartName="/ppt/theme/themeOverride140.xml" ContentType="application/vnd.openxmlformats-officedocument.themeOverride+xml"/>
  <Override PartName="/ppt/charts/chart175.xml" ContentType="application/vnd.openxmlformats-officedocument.drawingml.chart+xml"/>
  <Override PartName="/ppt/charts/style175.xml" ContentType="application/vnd.ms-office.chartstyle+xml"/>
  <Override PartName="/ppt/charts/colors175.xml" ContentType="application/vnd.ms-office.chartcolorstyle+xml"/>
  <Override PartName="/ppt/theme/themeOverride141.xml" ContentType="application/vnd.openxmlformats-officedocument.themeOverride+xml"/>
  <Override PartName="/ppt/notesSlides/notesSlide159.xml" ContentType="application/vnd.openxmlformats-officedocument.presentationml.notesSlide+xml"/>
  <Override PartName="/ppt/charts/chart176.xml" ContentType="application/vnd.openxmlformats-officedocument.drawingml.chart+xml"/>
  <Override PartName="/ppt/charts/style176.xml" ContentType="application/vnd.ms-office.chartstyle+xml"/>
  <Override PartName="/ppt/charts/colors176.xml" ContentType="application/vnd.ms-office.chartcolorstyle+xml"/>
  <Override PartName="/ppt/theme/themeOverride142.xml" ContentType="application/vnd.openxmlformats-officedocument.themeOverride+xml"/>
  <Override PartName="/ppt/charts/chart177.xml" ContentType="application/vnd.openxmlformats-officedocument.drawingml.chart+xml"/>
  <Override PartName="/ppt/charts/style177.xml" ContentType="application/vnd.ms-office.chartstyle+xml"/>
  <Override PartName="/ppt/charts/colors177.xml" ContentType="application/vnd.ms-office.chartcolorstyle+xml"/>
  <Override PartName="/ppt/theme/themeOverride143.xml" ContentType="application/vnd.openxmlformats-officedocument.themeOverr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charts/chart178.xml" ContentType="application/vnd.openxmlformats-officedocument.drawingml.chart+xml"/>
  <Override PartName="/ppt/charts/style178.xml" ContentType="application/vnd.ms-office.chartstyle+xml"/>
  <Override PartName="/ppt/charts/colors178.xml" ContentType="application/vnd.ms-office.chartcolorstyle+xml"/>
  <Override PartName="/ppt/theme/themeOverride144.xml" ContentType="application/vnd.openxmlformats-officedocument.themeOverride+xml"/>
  <Override PartName="/ppt/charts/chart179.xml" ContentType="application/vnd.openxmlformats-officedocument.drawingml.chart+xml"/>
  <Override PartName="/ppt/charts/style179.xml" ContentType="application/vnd.ms-office.chartstyle+xml"/>
  <Override PartName="/ppt/charts/colors179.xml" ContentType="application/vnd.ms-office.chartcolorstyle+xml"/>
  <Override PartName="/ppt/theme/themeOverride145.xml" ContentType="application/vnd.openxmlformats-officedocument.themeOverride+xml"/>
  <Override PartName="/ppt/notesSlides/notesSlide162.xml" ContentType="application/vnd.openxmlformats-officedocument.presentationml.notesSlide+xml"/>
  <Override PartName="/ppt/charts/chart180.xml" ContentType="application/vnd.openxmlformats-officedocument.drawingml.chart+xml"/>
  <Override PartName="/ppt/charts/style180.xml" ContentType="application/vnd.ms-office.chartstyle+xml"/>
  <Override PartName="/ppt/charts/colors180.xml" ContentType="application/vnd.ms-office.chartcolorstyle+xml"/>
  <Override PartName="/ppt/theme/themeOverride146.xml" ContentType="application/vnd.openxmlformats-officedocument.themeOverride+xml"/>
  <Override PartName="/ppt/charts/chart181.xml" ContentType="application/vnd.openxmlformats-officedocument.drawingml.chart+xml"/>
  <Override PartName="/ppt/charts/style181.xml" ContentType="application/vnd.ms-office.chartstyle+xml"/>
  <Override PartName="/ppt/charts/colors181.xml" ContentType="application/vnd.ms-office.chartcolorstyle+xml"/>
  <Override PartName="/ppt/theme/themeOverride147.xml" ContentType="application/vnd.openxmlformats-officedocument.themeOverride+xml"/>
  <Override PartName="/ppt/notesSlides/notesSlide163.xml" ContentType="application/vnd.openxmlformats-officedocument.presentationml.notesSlide+xml"/>
  <Override PartName="/ppt/charts/chart182.xml" ContentType="application/vnd.openxmlformats-officedocument.drawingml.chart+xml"/>
  <Override PartName="/ppt/charts/style182.xml" ContentType="application/vnd.ms-office.chartstyle+xml"/>
  <Override PartName="/ppt/charts/colors182.xml" ContentType="application/vnd.ms-office.chartcolorstyle+xml"/>
  <Override PartName="/ppt/theme/themeOverride148.xml" ContentType="application/vnd.openxmlformats-officedocument.themeOverride+xml"/>
  <Override PartName="/ppt/charts/chart183.xml" ContentType="application/vnd.openxmlformats-officedocument.drawingml.chart+xml"/>
  <Override PartName="/ppt/charts/style183.xml" ContentType="application/vnd.ms-office.chartstyle+xml"/>
  <Override PartName="/ppt/charts/colors183.xml" ContentType="application/vnd.ms-office.chartcolorstyle+xml"/>
  <Override PartName="/ppt/theme/themeOverride149.xml" ContentType="application/vnd.openxmlformats-officedocument.themeOverride+xml"/>
  <Override PartName="/ppt/notesSlides/notesSlide164.xml" ContentType="application/vnd.openxmlformats-officedocument.presentationml.notesSlide+xml"/>
  <Override PartName="/ppt/charts/chart184.xml" ContentType="application/vnd.openxmlformats-officedocument.drawingml.chart+xml"/>
  <Override PartName="/ppt/charts/style184.xml" ContentType="application/vnd.ms-office.chartstyle+xml"/>
  <Override PartName="/ppt/charts/colors184.xml" ContentType="application/vnd.ms-office.chartcolorstyle+xml"/>
  <Override PartName="/ppt/theme/themeOverride150.xml" ContentType="application/vnd.openxmlformats-officedocument.themeOverride+xml"/>
  <Override PartName="/ppt/charts/chart185.xml" ContentType="application/vnd.openxmlformats-officedocument.drawingml.chart+xml"/>
  <Override PartName="/ppt/charts/style185.xml" ContentType="application/vnd.ms-office.chartstyle+xml"/>
  <Override PartName="/ppt/charts/colors185.xml" ContentType="application/vnd.ms-office.chartcolorstyle+xml"/>
  <Override PartName="/ppt/theme/themeOverride151.xml" ContentType="application/vnd.openxmlformats-officedocument.themeOverride+xml"/>
  <Override PartName="/ppt/notesSlides/notesSlide165.xml" ContentType="application/vnd.openxmlformats-officedocument.presentationml.notesSlide+xml"/>
  <Override PartName="/ppt/charts/chart186.xml" ContentType="application/vnd.openxmlformats-officedocument.drawingml.chart+xml"/>
  <Override PartName="/ppt/charts/style186.xml" ContentType="application/vnd.ms-office.chartstyle+xml"/>
  <Override PartName="/ppt/charts/colors186.xml" ContentType="application/vnd.ms-office.chartcolorstyle+xml"/>
  <Override PartName="/ppt/theme/themeOverride152.xml" ContentType="application/vnd.openxmlformats-officedocument.themeOverride+xml"/>
  <Override PartName="/ppt/charts/chart187.xml" ContentType="application/vnd.openxmlformats-officedocument.drawingml.chart+xml"/>
  <Override PartName="/ppt/charts/style187.xml" ContentType="application/vnd.ms-office.chartstyle+xml"/>
  <Override PartName="/ppt/charts/colors187.xml" ContentType="application/vnd.ms-office.chartcolorstyle+xml"/>
  <Override PartName="/ppt/theme/themeOverride153.xml" ContentType="application/vnd.openxmlformats-officedocument.themeOverride+xml"/>
  <Override PartName="/ppt/notesSlides/notesSlide166.xml" ContentType="application/vnd.openxmlformats-officedocument.presentationml.notesSlide+xml"/>
  <Override PartName="/ppt/charts/chart188.xml" ContentType="application/vnd.openxmlformats-officedocument.drawingml.chart+xml"/>
  <Override PartName="/ppt/charts/style188.xml" ContentType="application/vnd.ms-office.chartstyle+xml"/>
  <Override PartName="/ppt/charts/colors188.xml" ContentType="application/vnd.ms-office.chartcolorstyle+xml"/>
  <Override PartName="/ppt/theme/themeOverride154.xml" ContentType="application/vnd.openxmlformats-officedocument.themeOverride+xml"/>
  <Override PartName="/ppt/charts/chart189.xml" ContentType="application/vnd.openxmlformats-officedocument.drawingml.chart+xml"/>
  <Override PartName="/ppt/charts/style189.xml" ContentType="application/vnd.ms-office.chartstyle+xml"/>
  <Override PartName="/ppt/charts/colors189.xml" ContentType="application/vnd.ms-office.chartcolorstyle+xml"/>
  <Override PartName="/ppt/theme/themeOverride155.xml" ContentType="application/vnd.openxmlformats-officedocument.themeOverr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charts/chart190.xml" ContentType="application/vnd.openxmlformats-officedocument.drawingml.chart+xml"/>
  <Override PartName="/ppt/charts/style190.xml" ContentType="application/vnd.ms-office.chartstyle+xml"/>
  <Override PartName="/ppt/charts/colors190.xml" ContentType="application/vnd.ms-office.chartcolorstyle+xml"/>
  <Override PartName="/ppt/theme/themeOverride156.xml" ContentType="application/vnd.openxmlformats-officedocument.themeOverride+xml"/>
  <Override PartName="/ppt/notesSlides/notesSlide170.xml" ContentType="application/vnd.openxmlformats-officedocument.presentationml.notesSlide+xml"/>
  <Override PartName="/ppt/charts/chart191.xml" ContentType="application/vnd.openxmlformats-officedocument.drawingml.chart+xml"/>
  <Override PartName="/ppt/charts/style191.xml" ContentType="application/vnd.ms-office.chartstyle+xml"/>
  <Override PartName="/ppt/charts/colors191.xml" ContentType="application/vnd.ms-office.chartcolorstyle+xml"/>
  <Override PartName="/ppt/theme/themeOverride157.xml" ContentType="application/vnd.openxmlformats-officedocument.themeOverride+xml"/>
  <Override PartName="/ppt/notesSlides/notesSlide171.xml" ContentType="application/vnd.openxmlformats-officedocument.presentationml.notesSlide+xml"/>
  <Override PartName="/ppt/charts/chart192.xml" ContentType="application/vnd.openxmlformats-officedocument.drawingml.chart+xml"/>
  <Override PartName="/ppt/charts/style192.xml" ContentType="application/vnd.ms-office.chartstyle+xml"/>
  <Override PartName="/ppt/charts/colors192.xml" ContentType="application/vnd.ms-office.chartcolorstyle+xml"/>
  <Override PartName="/ppt/theme/themeOverride158.xml" ContentType="application/vnd.openxmlformats-officedocument.themeOverride+xml"/>
  <Override PartName="/ppt/charts/chart193.xml" ContentType="application/vnd.openxmlformats-officedocument.drawingml.chart+xml"/>
  <Override PartName="/ppt/charts/style193.xml" ContentType="application/vnd.ms-office.chartstyle+xml"/>
  <Override PartName="/ppt/charts/colors193.xml" ContentType="application/vnd.ms-office.chartcolorstyle+xml"/>
  <Override PartName="/ppt/theme/themeOverride159.xml" ContentType="application/vnd.openxmlformats-officedocument.themeOverride+xml"/>
  <Override PartName="/ppt/charts/chart194.xml" ContentType="application/vnd.openxmlformats-officedocument.drawingml.chart+xml"/>
  <Override PartName="/ppt/charts/style194.xml" ContentType="application/vnd.ms-office.chartstyle+xml"/>
  <Override PartName="/ppt/charts/colors194.xml" ContentType="application/vnd.ms-office.chartcolorstyle+xml"/>
  <Override PartName="/ppt/theme/themeOverride160.xml" ContentType="application/vnd.openxmlformats-officedocument.themeOverride+xml"/>
  <Override PartName="/ppt/charts/chart195.xml" ContentType="application/vnd.openxmlformats-officedocument.drawingml.chart+xml"/>
  <Override PartName="/ppt/charts/style195.xml" ContentType="application/vnd.ms-office.chartstyle+xml"/>
  <Override PartName="/ppt/charts/colors195.xml" ContentType="application/vnd.ms-office.chartcolorstyle+xml"/>
  <Override PartName="/ppt/theme/themeOverride161.xml" ContentType="application/vnd.openxmlformats-officedocument.themeOverride+xml"/>
  <Override PartName="/ppt/notesSlides/notesSlide172.xml" ContentType="application/vnd.openxmlformats-officedocument.presentationml.notesSlide+xml"/>
  <Override PartName="/ppt/charts/chart196.xml" ContentType="application/vnd.openxmlformats-officedocument.drawingml.chart+xml"/>
  <Override PartName="/ppt/charts/style196.xml" ContentType="application/vnd.ms-office.chartstyle+xml"/>
  <Override PartName="/ppt/charts/colors196.xml" ContentType="application/vnd.ms-office.chartcolorstyle+xml"/>
  <Override PartName="/ppt/theme/themeOverride162.xml" ContentType="application/vnd.openxmlformats-officedocument.themeOverride+xml"/>
  <Override PartName="/ppt/notesSlides/notesSlide173.xml" ContentType="application/vnd.openxmlformats-officedocument.presentationml.notesSlide+xml"/>
  <Override PartName="/ppt/charts/chart197.xml" ContentType="application/vnd.openxmlformats-officedocument.drawingml.chart+xml"/>
  <Override PartName="/ppt/charts/style197.xml" ContentType="application/vnd.ms-office.chartstyle+xml"/>
  <Override PartName="/ppt/charts/colors197.xml" ContentType="application/vnd.ms-office.chartcolorstyle+xml"/>
  <Override PartName="/ppt/theme/themeOverride163.xml" ContentType="application/vnd.openxmlformats-officedocument.themeOverr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charts/chart198.xml" ContentType="application/vnd.openxmlformats-officedocument.drawingml.chart+xml"/>
  <Override PartName="/ppt/charts/style198.xml" ContentType="application/vnd.ms-office.chartstyle+xml"/>
  <Override PartName="/ppt/charts/colors198.xml" ContentType="application/vnd.ms-office.chartcolorstyle+xml"/>
  <Override PartName="/ppt/theme/themeOverride164.xml" ContentType="application/vnd.openxmlformats-officedocument.themeOverride+xml"/>
  <Override PartName="/ppt/notesSlides/notesSlide176.xml" ContentType="application/vnd.openxmlformats-officedocument.presentationml.notesSlide+xml"/>
  <Override PartName="/ppt/charts/chart199.xml" ContentType="application/vnd.openxmlformats-officedocument.drawingml.chart+xml"/>
  <Override PartName="/ppt/charts/style199.xml" ContentType="application/vnd.ms-office.chartstyle+xml"/>
  <Override PartName="/ppt/charts/colors199.xml" ContentType="application/vnd.ms-office.chartcolorstyle+xml"/>
  <Override PartName="/ppt/notesSlides/notesSlide177.xml" ContentType="application/vnd.openxmlformats-officedocument.presentationml.notesSlide+xml"/>
  <Override PartName="/ppt/charts/chart200.xml" ContentType="application/vnd.openxmlformats-officedocument.drawingml.chart+xml"/>
  <Override PartName="/ppt/charts/style200.xml" ContentType="application/vnd.ms-office.chartstyle+xml"/>
  <Override PartName="/ppt/charts/colors200.xml" ContentType="application/vnd.ms-office.chartcolorstyle+xml"/>
  <Override PartName="/ppt/notesSlides/notesSlide178.xml" ContentType="application/vnd.openxmlformats-officedocument.presentationml.notesSlide+xml"/>
  <Override PartName="/ppt/charts/chart201.xml" ContentType="application/vnd.openxmlformats-officedocument.drawingml.chart+xml"/>
  <Override PartName="/ppt/charts/style201.xml" ContentType="application/vnd.ms-office.chartstyle+xml"/>
  <Override PartName="/ppt/charts/colors201.xml" ContentType="application/vnd.ms-office.chartcolorstyle+xml"/>
  <Override PartName="/ppt/notesSlides/notesSlide179.xml" ContentType="application/vnd.openxmlformats-officedocument.presentationml.notesSlide+xml"/>
  <Override PartName="/ppt/charts/chart202.xml" ContentType="application/vnd.openxmlformats-officedocument.drawingml.chart+xml"/>
  <Override PartName="/ppt/charts/style202.xml" ContentType="application/vnd.ms-office.chartstyle+xml"/>
  <Override PartName="/ppt/charts/colors202.xml" ContentType="application/vnd.ms-office.chartcolorstyle+xml"/>
  <Override PartName="/ppt/notesSlides/notesSlide180.xml" ContentType="application/vnd.openxmlformats-officedocument.presentationml.notesSlide+xml"/>
  <Override PartName="/ppt/charts/chart203.xml" ContentType="application/vnd.openxmlformats-officedocument.drawingml.chart+xml"/>
  <Override PartName="/ppt/charts/style203.xml" ContentType="application/vnd.ms-office.chartstyle+xml"/>
  <Override PartName="/ppt/charts/colors203.xml" ContentType="application/vnd.ms-office.chartcolorstyle+xml"/>
  <Override PartName="/ppt/theme/themeOverride165.xml" ContentType="application/vnd.openxmlformats-officedocument.themeOverride+xml"/>
  <Override PartName="/ppt/notesSlides/notesSlide181.xml" ContentType="application/vnd.openxmlformats-officedocument.presentationml.notesSlide+xml"/>
  <Override PartName="/ppt/charts/chart204.xml" ContentType="application/vnd.openxmlformats-officedocument.drawingml.chart+xml"/>
  <Override PartName="/ppt/charts/style204.xml" ContentType="application/vnd.ms-office.chartstyle+xml"/>
  <Override PartName="/ppt/charts/colors204.xml" ContentType="application/vnd.ms-office.chartcolorstyle+xml"/>
  <Override PartName="/ppt/theme/themeOverride166.xml" ContentType="application/vnd.openxmlformats-officedocument.themeOverride+xml"/>
  <Override PartName="/ppt/notesSlides/notesSlide182.xml" ContentType="application/vnd.openxmlformats-officedocument.presentationml.notesSlide+xml"/>
  <Override PartName="/ppt/charts/chart205.xml" ContentType="application/vnd.openxmlformats-officedocument.drawingml.chart+xml"/>
  <Override PartName="/ppt/charts/style205.xml" ContentType="application/vnd.ms-office.chartstyle+xml"/>
  <Override PartName="/ppt/charts/colors205.xml" ContentType="application/vnd.ms-office.chartcolorstyle+xml"/>
  <Override PartName="/ppt/theme/themeOverride167.xml" ContentType="application/vnd.openxmlformats-officedocument.themeOverride+xml"/>
  <Override PartName="/ppt/charts/chart206.xml" ContentType="application/vnd.openxmlformats-officedocument.drawingml.chart+xml"/>
  <Override PartName="/ppt/charts/style206.xml" ContentType="application/vnd.ms-office.chartstyle+xml"/>
  <Override PartName="/ppt/charts/colors206.xml" ContentType="application/vnd.ms-office.chartcolorstyle+xml"/>
  <Override PartName="/ppt/theme/themeOverride168.xml" ContentType="application/vnd.openxmlformats-officedocument.themeOverride+xml"/>
  <Override PartName="/ppt/charts/chart207.xml" ContentType="application/vnd.openxmlformats-officedocument.drawingml.chart+xml"/>
  <Override PartName="/ppt/charts/style207.xml" ContentType="application/vnd.ms-office.chartstyle+xml"/>
  <Override PartName="/ppt/charts/colors207.xml" ContentType="application/vnd.ms-office.chartcolorstyle+xml"/>
  <Override PartName="/ppt/theme/themeOverride169.xml" ContentType="application/vnd.openxmlformats-officedocument.themeOverride+xml"/>
  <Override PartName="/ppt/charts/chart208.xml" ContentType="application/vnd.openxmlformats-officedocument.drawingml.chart+xml"/>
  <Override PartName="/ppt/charts/style208.xml" ContentType="application/vnd.ms-office.chartstyle+xml"/>
  <Override PartName="/ppt/charts/colors208.xml" ContentType="application/vnd.ms-office.chartcolorstyle+xml"/>
  <Override PartName="/ppt/theme/themeOverride170.xml" ContentType="application/vnd.openxmlformats-officedocument.themeOverride+xml"/>
  <Override PartName="/ppt/notesSlides/notesSlide183.xml" ContentType="application/vnd.openxmlformats-officedocument.presentationml.notesSlide+xml"/>
  <Override PartName="/ppt/comments/modernComment_7FFFF4F3_5FA9CE7A.xml" ContentType="application/vnd.ms-powerpoint.comments+xml"/>
  <Override PartName="/ppt/charts/chart209.xml" ContentType="application/vnd.openxmlformats-officedocument.drawingml.chart+xml"/>
  <Override PartName="/ppt/charts/style209.xml" ContentType="application/vnd.ms-office.chartstyle+xml"/>
  <Override PartName="/ppt/charts/colors209.xml" ContentType="application/vnd.ms-office.chartcolorstyle+xml"/>
  <Override PartName="/ppt/theme/themeOverride171.xml" ContentType="application/vnd.openxmlformats-officedocument.themeOverride+xml"/>
  <Override PartName="/ppt/notesSlides/notesSlide184.xml" ContentType="application/vnd.openxmlformats-officedocument.presentationml.notesSlide+xml"/>
  <Override PartName="/ppt/charts/chart210.xml" ContentType="application/vnd.openxmlformats-officedocument.drawingml.chart+xml"/>
  <Override PartName="/ppt/charts/style210.xml" ContentType="application/vnd.ms-office.chartstyle+xml"/>
  <Override PartName="/ppt/charts/colors210.xml" ContentType="application/vnd.ms-office.chartcolorstyle+xml"/>
  <Override PartName="/ppt/theme/themeOverride172.xml" ContentType="application/vnd.openxmlformats-officedocument.themeOverride+xml"/>
  <Override PartName="/ppt/notesSlides/notesSlide185.xml" ContentType="application/vnd.openxmlformats-officedocument.presentationml.notesSlide+xml"/>
  <Override PartName="/ppt/charts/chart211.xml" ContentType="application/vnd.openxmlformats-officedocument.drawingml.chart+xml"/>
  <Override PartName="/ppt/charts/style211.xml" ContentType="application/vnd.ms-office.chartstyle+xml"/>
  <Override PartName="/ppt/charts/colors211.xml" ContentType="application/vnd.ms-office.chartcolorstyle+xml"/>
  <Override PartName="/ppt/theme/themeOverride173.xml" ContentType="application/vnd.openxmlformats-officedocument.themeOverride+xml"/>
  <Override PartName="/ppt/notesSlides/notesSlide186.xml" ContentType="application/vnd.openxmlformats-officedocument.presentationml.notesSlide+xml"/>
  <Override PartName="/ppt/charts/chart212.xml" ContentType="application/vnd.openxmlformats-officedocument.drawingml.chart+xml"/>
  <Override PartName="/ppt/charts/style212.xml" ContentType="application/vnd.ms-office.chartstyle+xml"/>
  <Override PartName="/ppt/charts/colors212.xml" ContentType="application/vnd.ms-office.chartcolorstyle+xml"/>
  <Override PartName="/ppt/notesSlides/notesSlide187.xml" ContentType="application/vnd.openxmlformats-officedocument.presentationml.notesSlide+xml"/>
  <Override PartName="/ppt/charts/chart213.xml" ContentType="application/vnd.openxmlformats-officedocument.drawingml.chart+xml"/>
  <Override PartName="/ppt/charts/style213.xml" ContentType="application/vnd.ms-office.chartstyle+xml"/>
  <Override PartName="/ppt/charts/colors213.xml" ContentType="application/vnd.ms-office.chartcolorstyle+xml"/>
  <Override PartName="/ppt/notesSlides/notesSlide188.xml" ContentType="application/vnd.openxmlformats-officedocument.presentationml.notesSlide+xml"/>
  <Override PartName="/ppt/comments/modernComment_7FFFF4FC_B8D048AD.xml" ContentType="application/vnd.ms-powerpoint.comments+xml"/>
  <Override PartName="/ppt/charts/chart214.xml" ContentType="application/vnd.openxmlformats-officedocument.drawingml.chart+xml"/>
  <Override PartName="/ppt/charts/style214.xml" ContentType="application/vnd.ms-office.chartstyle+xml"/>
  <Override PartName="/ppt/charts/colors214.xml" ContentType="application/vnd.ms-office.chartcolorstyle+xml"/>
  <Override PartName="/ppt/theme/themeOverride174.xml" ContentType="application/vnd.openxmlformats-officedocument.themeOverride+xml"/>
  <Override PartName="/ppt/charts/chart215.xml" ContentType="application/vnd.openxmlformats-officedocument.drawingml.chart+xml"/>
  <Override PartName="/ppt/charts/style215.xml" ContentType="application/vnd.ms-office.chartstyle+xml"/>
  <Override PartName="/ppt/charts/colors215.xml" ContentType="application/vnd.ms-office.chartcolorstyle+xml"/>
  <Override PartName="/ppt/theme/themeOverride175.xml" ContentType="application/vnd.openxmlformats-officedocument.themeOverride+xml"/>
  <Override PartName="/ppt/charts/chart216.xml" ContentType="application/vnd.openxmlformats-officedocument.drawingml.chart+xml"/>
  <Override PartName="/ppt/charts/style216.xml" ContentType="application/vnd.ms-office.chartstyle+xml"/>
  <Override PartName="/ppt/charts/colors216.xml" ContentType="application/vnd.ms-office.chartcolorstyle+xml"/>
  <Override PartName="/ppt/theme/themeOverride176.xml" ContentType="application/vnd.openxmlformats-officedocument.themeOverr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Lst>
  <p:notesMasterIdLst>
    <p:notesMasterId r:id="rId230"/>
  </p:notesMasterIdLst>
  <p:handoutMasterIdLst>
    <p:handoutMasterId r:id="rId231"/>
  </p:handoutMasterIdLst>
  <p:sldIdLst>
    <p:sldId id="2147480685" r:id="rId5"/>
    <p:sldId id="2147480686" r:id="rId6"/>
    <p:sldId id="2147480687" r:id="rId7"/>
    <p:sldId id="2147480688" r:id="rId8"/>
    <p:sldId id="2147479449" r:id="rId9"/>
    <p:sldId id="2147480631" r:id="rId10"/>
    <p:sldId id="2147479546" r:id="rId11"/>
    <p:sldId id="2147480484" r:id="rId12"/>
    <p:sldId id="2147479864" r:id="rId13"/>
    <p:sldId id="2147480632" r:id="rId14"/>
    <p:sldId id="2147480633" r:id="rId15"/>
    <p:sldId id="2147480845" r:id="rId16"/>
    <p:sldId id="2147480644" r:id="rId17"/>
    <p:sldId id="2147480645" r:id="rId18"/>
    <p:sldId id="2147480638" r:id="rId19"/>
    <p:sldId id="2147480639" r:id="rId20"/>
    <p:sldId id="2147480650" r:id="rId21"/>
    <p:sldId id="2147480646" r:id="rId22"/>
    <p:sldId id="2147480647" r:id="rId23"/>
    <p:sldId id="2147480831" r:id="rId24"/>
    <p:sldId id="2147480832" r:id="rId25"/>
    <p:sldId id="2147480833" r:id="rId26"/>
    <p:sldId id="2147480834" r:id="rId27"/>
    <p:sldId id="2147480835" r:id="rId28"/>
    <p:sldId id="2147480836" r:id="rId29"/>
    <p:sldId id="2147480837" r:id="rId30"/>
    <p:sldId id="2147480838" r:id="rId31"/>
    <p:sldId id="2147480839" r:id="rId32"/>
    <p:sldId id="2147480840" r:id="rId33"/>
    <p:sldId id="2147480841" r:id="rId34"/>
    <p:sldId id="2147480843" r:id="rId35"/>
    <p:sldId id="2147480844" r:id="rId36"/>
    <p:sldId id="2147378436" r:id="rId37"/>
    <p:sldId id="2147480653" r:id="rId38"/>
    <p:sldId id="2147480402" r:id="rId39"/>
    <p:sldId id="2147480508" r:id="rId40"/>
    <p:sldId id="2147480620" r:id="rId41"/>
    <p:sldId id="2147480413" r:id="rId42"/>
    <p:sldId id="2147480403" r:id="rId43"/>
    <p:sldId id="2147480404" r:id="rId44"/>
    <p:sldId id="2147480487" r:id="rId45"/>
    <p:sldId id="2147480406" r:id="rId46"/>
    <p:sldId id="2147480408" r:id="rId47"/>
    <p:sldId id="2147480410" r:id="rId48"/>
    <p:sldId id="2147480629" r:id="rId49"/>
    <p:sldId id="2147480412" r:id="rId50"/>
    <p:sldId id="2147480621" r:id="rId51"/>
    <p:sldId id="2147480626" r:id="rId52"/>
    <p:sldId id="2147480414" r:id="rId53"/>
    <p:sldId id="2147480415" r:id="rId54"/>
    <p:sldId id="2147480416" r:id="rId55"/>
    <p:sldId id="2147480682" r:id="rId56"/>
    <p:sldId id="2147480683" r:id="rId57"/>
    <p:sldId id="2147480684" r:id="rId58"/>
    <p:sldId id="2147480422" r:id="rId59"/>
    <p:sldId id="2147480423" r:id="rId60"/>
    <p:sldId id="2147480424" r:id="rId61"/>
    <p:sldId id="2147480627" r:id="rId62"/>
    <p:sldId id="2147480427" r:id="rId63"/>
    <p:sldId id="2147480628" r:id="rId64"/>
    <p:sldId id="2147480654" r:id="rId65"/>
    <p:sldId id="2147480655" r:id="rId66"/>
    <p:sldId id="2147480656" r:id="rId67"/>
    <p:sldId id="2147480657" r:id="rId68"/>
    <p:sldId id="2147480658" r:id="rId69"/>
    <p:sldId id="2147480659" r:id="rId70"/>
    <p:sldId id="2147480660" r:id="rId71"/>
    <p:sldId id="2147480661" r:id="rId72"/>
    <p:sldId id="2147480662" r:id="rId73"/>
    <p:sldId id="2147480663" r:id="rId74"/>
    <p:sldId id="2147480664" r:id="rId75"/>
    <p:sldId id="2147480665" r:id="rId76"/>
    <p:sldId id="2147480666" r:id="rId77"/>
    <p:sldId id="2147480667" r:id="rId78"/>
    <p:sldId id="2147480668" r:id="rId79"/>
    <p:sldId id="2147480761" r:id="rId80"/>
    <p:sldId id="2147480670" r:id="rId81"/>
    <p:sldId id="2147480671" r:id="rId82"/>
    <p:sldId id="2147480672" r:id="rId83"/>
    <p:sldId id="2147480401" r:id="rId84"/>
    <p:sldId id="2147480674" r:id="rId85"/>
    <p:sldId id="2147480675" r:id="rId86"/>
    <p:sldId id="2147480676" r:id="rId87"/>
    <p:sldId id="2147480677" r:id="rId88"/>
    <p:sldId id="2147480678" r:id="rId89"/>
    <p:sldId id="2147480679" r:id="rId90"/>
    <p:sldId id="2147480680" r:id="rId91"/>
    <p:sldId id="2147480681" r:id="rId92"/>
    <p:sldId id="2147480689" r:id="rId93"/>
    <p:sldId id="2147480690" r:id="rId94"/>
    <p:sldId id="2147480691" r:id="rId95"/>
    <p:sldId id="2147480692" r:id="rId96"/>
    <p:sldId id="2147480693" r:id="rId97"/>
    <p:sldId id="2147480694" r:id="rId98"/>
    <p:sldId id="2147480695" r:id="rId99"/>
    <p:sldId id="2147480696" r:id="rId100"/>
    <p:sldId id="2147480697" r:id="rId101"/>
    <p:sldId id="2147480698" r:id="rId102"/>
    <p:sldId id="2147480699" r:id="rId103"/>
    <p:sldId id="2147480700" r:id="rId104"/>
    <p:sldId id="2147480701" r:id="rId105"/>
    <p:sldId id="2147480702" r:id="rId106"/>
    <p:sldId id="2147480703" r:id="rId107"/>
    <p:sldId id="2147480762" r:id="rId108"/>
    <p:sldId id="2147480705" r:id="rId109"/>
    <p:sldId id="2147480706" r:id="rId110"/>
    <p:sldId id="2147480707" r:id="rId111"/>
    <p:sldId id="2147480708" r:id="rId112"/>
    <p:sldId id="2147480709" r:id="rId113"/>
    <p:sldId id="2147480710" r:id="rId114"/>
    <p:sldId id="2147480711" r:id="rId115"/>
    <p:sldId id="2147480712" r:id="rId116"/>
    <p:sldId id="2147480713" r:id="rId117"/>
    <p:sldId id="2147480714" r:id="rId118"/>
    <p:sldId id="2147480715" r:id="rId119"/>
    <p:sldId id="2147480716" r:id="rId120"/>
    <p:sldId id="2147480765" r:id="rId121"/>
    <p:sldId id="2147480766" r:id="rId122"/>
    <p:sldId id="2147480767" r:id="rId123"/>
    <p:sldId id="2147480768" r:id="rId124"/>
    <p:sldId id="2147480769" r:id="rId125"/>
    <p:sldId id="2147480770" r:id="rId126"/>
    <p:sldId id="2147480771" r:id="rId127"/>
    <p:sldId id="2147480772" r:id="rId128"/>
    <p:sldId id="2147480773" r:id="rId129"/>
    <p:sldId id="2147480774" r:id="rId130"/>
    <p:sldId id="2147480775" r:id="rId131"/>
    <p:sldId id="2147480776" r:id="rId132"/>
    <p:sldId id="2147480777" r:id="rId133"/>
    <p:sldId id="2147480778" r:id="rId134"/>
    <p:sldId id="2147480779" r:id="rId135"/>
    <p:sldId id="2147480780" r:id="rId136"/>
    <p:sldId id="2147480781" r:id="rId137"/>
    <p:sldId id="2147480782" r:id="rId138"/>
    <p:sldId id="2147480783" r:id="rId139"/>
    <p:sldId id="2147480784" r:id="rId140"/>
    <p:sldId id="2147480785" r:id="rId141"/>
    <p:sldId id="2147480786" r:id="rId142"/>
    <p:sldId id="2147480787" r:id="rId143"/>
    <p:sldId id="2147480788" r:id="rId144"/>
    <p:sldId id="2147480789" r:id="rId145"/>
    <p:sldId id="2147480790" r:id="rId146"/>
    <p:sldId id="2147480791" r:id="rId147"/>
    <p:sldId id="2147480792" r:id="rId148"/>
    <p:sldId id="2147480793" r:id="rId149"/>
    <p:sldId id="2147480794" r:id="rId150"/>
    <p:sldId id="2147480795" r:id="rId151"/>
    <p:sldId id="2147480796" r:id="rId152"/>
    <p:sldId id="2147480797" r:id="rId153"/>
    <p:sldId id="2147480798" r:id="rId154"/>
    <p:sldId id="2147480799" r:id="rId155"/>
    <p:sldId id="2147480800" r:id="rId156"/>
    <p:sldId id="2147480801" r:id="rId157"/>
    <p:sldId id="2147480802" r:id="rId158"/>
    <p:sldId id="2147480717" r:id="rId159"/>
    <p:sldId id="2147473112" r:id="rId160"/>
    <p:sldId id="2147473114" r:id="rId161"/>
    <p:sldId id="2147473115" r:id="rId162"/>
    <p:sldId id="2147480721" r:id="rId163"/>
    <p:sldId id="2147480745" r:id="rId164"/>
    <p:sldId id="2147473113" r:id="rId165"/>
    <p:sldId id="2147480723" r:id="rId166"/>
    <p:sldId id="2147480724" r:id="rId167"/>
    <p:sldId id="2147480725" r:id="rId168"/>
    <p:sldId id="2147480726" r:id="rId169"/>
    <p:sldId id="2147480727" r:id="rId170"/>
    <p:sldId id="2147480728" r:id="rId171"/>
    <p:sldId id="2147480729" r:id="rId172"/>
    <p:sldId id="2147480746" r:id="rId173"/>
    <p:sldId id="2147480747" r:id="rId174"/>
    <p:sldId id="2147480748" r:id="rId175"/>
    <p:sldId id="2147480749" r:id="rId176"/>
    <p:sldId id="2147480750" r:id="rId177"/>
    <p:sldId id="2147480751" r:id="rId178"/>
    <p:sldId id="2147480752" r:id="rId179"/>
    <p:sldId id="2147473136" r:id="rId180"/>
    <p:sldId id="2147480753" r:id="rId181"/>
    <p:sldId id="2147480763" r:id="rId182"/>
    <p:sldId id="2147480764" r:id="rId183"/>
    <p:sldId id="2147480101" r:id="rId184"/>
    <p:sldId id="2147473137" r:id="rId185"/>
    <p:sldId id="2147480735" r:id="rId186"/>
    <p:sldId id="2147480755" r:id="rId187"/>
    <p:sldId id="2147480756" r:id="rId188"/>
    <p:sldId id="2147480757" r:id="rId189"/>
    <p:sldId id="2147480758" r:id="rId190"/>
    <p:sldId id="2147480739" r:id="rId191"/>
    <p:sldId id="2147480740" r:id="rId192"/>
    <p:sldId id="2147480760" r:id="rId193"/>
    <p:sldId id="2147473149" r:id="rId194"/>
    <p:sldId id="2147473147" r:id="rId195"/>
    <p:sldId id="2147473150" r:id="rId196"/>
    <p:sldId id="2147480803" r:id="rId197"/>
    <p:sldId id="2147480804" r:id="rId198"/>
    <p:sldId id="2147480805" r:id="rId199"/>
    <p:sldId id="2147480806" r:id="rId200"/>
    <p:sldId id="2147480807" r:id="rId201"/>
    <p:sldId id="2147480808" r:id="rId202"/>
    <p:sldId id="2147480809" r:id="rId203"/>
    <p:sldId id="2147480810" r:id="rId204"/>
    <p:sldId id="2147480811" r:id="rId205"/>
    <p:sldId id="2147480812" r:id="rId206"/>
    <p:sldId id="2147480813" r:id="rId207"/>
    <p:sldId id="2147480814" r:id="rId208"/>
    <p:sldId id="2147480815" r:id="rId209"/>
    <p:sldId id="2147480816" r:id="rId210"/>
    <p:sldId id="2147480817" r:id="rId211"/>
    <p:sldId id="2147480818" r:id="rId212"/>
    <p:sldId id="2147480819" r:id="rId213"/>
    <p:sldId id="2147480820" r:id="rId214"/>
    <p:sldId id="2147480821" r:id="rId215"/>
    <p:sldId id="2147480822" r:id="rId216"/>
    <p:sldId id="2147480823" r:id="rId217"/>
    <p:sldId id="2147480824" r:id="rId218"/>
    <p:sldId id="2147480825" r:id="rId219"/>
    <p:sldId id="2147480826" r:id="rId220"/>
    <p:sldId id="2147480827" r:id="rId221"/>
    <p:sldId id="2147480828" r:id="rId222"/>
    <p:sldId id="2147480829" r:id="rId223"/>
    <p:sldId id="2147480830" r:id="rId224"/>
    <p:sldId id="2147473829" r:id="rId225"/>
    <p:sldId id="2147480652" r:id="rId226"/>
    <p:sldId id="2147472984" r:id="rId227"/>
    <p:sldId id="2145707940" r:id="rId228"/>
    <p:sldId id="2147479992" r:id="rId229"/>
  </p:sldIdLst>
  <p:sldSz cx="14630400" cy="82296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Background &amp; Methodology" id="{AF17CA77-A15F-4C80-B6C9-7DB73C2628A1}">
          <p14:sldIdLst>
            <p14:sldId id="2147480685"/>
            <p14:sldId id="2147480686"/>
            <p14:sldId id="2147480687"/>
            <p14:sldId id="2147480688"/>
          </p14:sldIdLst>
        </p14:section>
        <p14:section name="Summary &amp; Dashboards" id="{404DEDB0-4493-40F9-9280-044F624A0126}">
          <p14:sldIdLst>
            <p14:sldId id="2147479449"/>
            <p14:sldId id="2147480631"/>
            <p14:sldId id="2147479546"/>
            <p14:sldId id="2147480484"/>
            <p14:sldId id="2147479864"/>
            <p14:sldId id="2147480632"/>
            <p14:sldId id="2147480633"/>
            <p14:sldId id="2147480845"/>
            <p14:sldId id="2147480644"/>
            <p14:sldId id="2147480645"/>
            <p14:sldId id="2147480638"/>
            <p14:sldId id="2147480639"/>
            <p14:sldId id="2147480650"/>
            <p14:sldId id="2147480646"/>
            <p14:sldId id="2147480647"/>
            <p14:sldId id="2147480831"/>
            <p14:sldId id="2147480832"/>
            <p14:sldId id="2147480833"/>
            <p14:sldId id="2147480834"/>
            <p14:sldId id="2147480835"/>
            <p14:sldId id="2147480836"/>
            <p14:sldId id="2147480837"/>
            <p14:sldId id="2147480838"/>
            <p14:sldId id="2147480839"/>
            <p14:sldId id="2147480840"/>
            <p14:sldId id="2147480841"/>
            <p14:sldId id="2147480843"/>
            <p14:sldId id="2147480844"/>
          </p14:sldIdLst>
        </p14:section>
        <p14:section name="Total Sample" id="{5236E6B7-4833-42BD-A5C2-8022F9323449}">
          <p14:sldIdLst>
            <p14:sldId id="2147378436"/>
            <p14:sldId id="2147480653"/>
            <p14:sldId id="2147480402"/>
            <p14:sldId id="2147480508"/>
            <p14:sldId id="2147480620"/>
            <p14:sldId id="2147480413"/>
            <p14:sldId id="2147480403"/>
            <p14:sldId id="2147480404"/>
            <p14:sldId id="2147480487"/>
            <p14:sldId id="2147480406"/>
            <p14:sldId id="2147480408"/>
            <p14:sldId id="2147480410"/>
            <p14:sldId id="2147480629"/>
            <p14:sldId id="2147480412"/>
            <p14:sldId id="2147480621"/>
            <p14:sldId id="2147480626"/>
            <p14:sldId id="2147480414"/>
            <p14:sldId id="2147480415"/>
            <p14:sldId id="2147480416"/>
            <p14:sldId id="2147480682"/>
            <p14:sldId id="2147480683"/>
            <p14:sldId id="2147480684"/>
            <p14:sldId id="2147480422"/>
            <p14:sldId id="2147480423"/>
            <p14:sldId id="2147480424"/>
            <p14:sldId id="2147480627"/>
            <p14:sldId id="2147480427"/>
            <p14:sldId id="2147480628"/>
          </p14:sldIdLst>
        </p14:section>
        <p14:section name="W+ CCZS Drinkers" id="{D5812B23-AE92-4EA2-B85B-554805F64212}">
          <p14:sldIdLst>
            <p14:sldId id="2147480654"/>
            <p14:sldId id="2147480655"/>
            <p14:sldId id="2147480656"/>
            <p14:sldId id="2147480657"/>
            <p14:sldId id="2147480658"/>
            <p14:sldId id="2147480659"/>
            <p14:sldId id="2147480660"/>
            <p14:sldId id="2147480661"/>
            <p14:sldId id="2147480662"/>
            <p14:sldId id="2147480663"/>
            <p14:sldId id="2147480664"/>
            <p14:sldId id="2147480665"/>
            <p14:sldId id="2147480666"/>
            <p14:sldId id="2147480667"/>
            <p14:sldId id="2147480668"/>
            <p14:sldId id="2147480761"/>
            <p14:sldId id="2147480670"/>
            <p14:sldId id="2147480671"/>
            <p14:sldId id="2147480672"/>
            <p14:sldId id="2147480401"/>
            <p14:sldId id="2147480674"/>
            <p14:sldId id="2147480675"/>
            <p14:sldId id="2147480676"/>
            <p14:sldId id="2147480677"/>
            <p14:sldId id="2147480678"/>
            <p14:sldId id="2147480679"/>
            <p14:sldId id="2147480680"/>
            <p14:sldId id="2147480681"/>
          </p14:sldIdLst>
        </p14:section>
        <p14:section name="CCZS NEUTRALS" id="{6874B343-9C6C-4994-B0E6-624D4C3A31DD}">
          <p14:sldIdLst>
            <p14:sldId id="2147480689"/>
            <p14:sldId id="2147480690"/>
            <p14:sldId id="2147480691"/>
            <p14:sldId id="2147480692"/>
            <p14:sldId id="2147480693"/>
            <p14:sldId id="2147480694"/>
            <p14:sldId id="2147480695"/>
            <p14:sldId id="2147480696"/>
            <p14:sldId id="2147480697"/>
            <p14:sldId id="2147480698"/>
            <p14:sldId id="2147480699"/>
            <p14:sldId id="2147480700"/>
            <p14:sldId id="2147480701"/>
            <p14:sldId id="2147480702"/>
            <p14:sldId id="2147480703"/>
            <p14:sldId id="2147480762"/>
            <p14:sldId id="2147480705"/>
            <p14:sldId id="2147480706"/>
            <p14:sldId id="2147480707"/>
            <p14:sldId id="2147480708"/>
            <p14:sldId id="2147480709"/>
            <p14:sldId id="2147480710"/>
            <p14:sldId id="2147480711"/>
            <p14:sldId id="2147480712"/>
            <p14:sldId id="2147480713"/>
            <p14:sldId id="2147480714"/>
            <p14:sldId id="2147480715"/>
            <p14:sldId id="2147480716"/>
          </p14:sldIdLst>
        </p14:section>
        <p14:section name="W+ CCOT vs. 1-3x M CCOT" id="{F14917A3-72CC-4D2B-B71A-DFFD8598927A}">
          <p14:sldIdLst>
            <p14:sldId id="2147480765"/>
            <p14:sldId id="2147480766"/>
            <p14:sldId id="2147480767"/>
            <p14:sldId id="2147480768"/>
            <p14:sldId id="2147480769"/>
            <p14:sldId id="2147480770"/>
            <p14:sldId id="2147480771"/>
            <p14:sldId id="2147480772"/>
            <p14:sldId id="2147480773"/>
            <p14:sldId id="2147480774"/>
            <p14:sldId id="2147480775"/>
            <p14:sldId id="2147480776"/>
            <p14:sldId id="2147480777"/>
            <p14:sldId id="2147480778"/>
            <p14:sldId id="2147480779"/>
            <p14:sldId id="2147480780"/>
            <p14:sldId id="2147480781"/>
            <p14:sldId id="2147480782"/>
            <p14:sldId id="2147480783"/>
            <p14:sldId id="2147480784"/>
            <p14:sldId id="2147480785"/>
            <p14:sldId id="2147480786"/>
            <p14:sldId id="2147480787"/>
            <p14:sldId id="2147480788"/>
            <p14:sldId id="2147480789"/>
            <p14:sldId id="2147480790"/>
            <p14:sldId id="2147480791"/>
            <p14:sldId id="2147480792"/>
            <p14:sldId id="2147480793"/>
            <p14:sldId id="2147480794"/>
            <p14:sldId id="2147480795"/>
            <p14:sldId id="2147480796"/>
            <p14:sldId id="2147480797"/>
            <p14:sldId id="2147480798"/>
            <p14:sldId id="2147480799"/>
            <p14:sldId id="2147480800"/>
            <p14:sldId id="2147480801"/>
            <p14:sldId id="2147480802"/>
          </p14:sldIdLst>
        </p14:section>
        <p14:section name="W+ Pepsi Max vs. 1-3x M Pepsi Max" id="{29901704-F5BD-40F8-9E66-1E76AFC13C9C}">
          <p14:sldIdLst>
            <p14:sldId id="2147480717"/>
            <p14:sldId id="2147473112"/>
            <p14:sldId id="2147473114"/>
            <p14:sldId id="2147473115"/>
            <p14:sldId id="2147480721"/>
            <p14:sldId id="2147480745"/>
            <p14:sldId id="2147473113"/>
            <p14:sldId id="2147480723"/>
            <p14:sldId id="2147480724"/>
            <p14:sldId id="2147480725"/>
            <p14:sldId id="2147480726"/>
            <p14:sldId id="2147480727"/>
            <p14:sldId id="2147480728"/>
            <p14:sldId id="2147480729"/>
            <p14:sldId id="2147480746"/>
            <p14:sldId id="2147480747"/>
            <p14:sldId id="2147480748"/>
            <p14:sldId id="2147480749"/>
            <p14:sldId id="2147480750"/>
            <p14:sldId id="2147480751"/>
            <p14:sldId id="2147480752"/>
            <p14:sldId id="2147473136"/>
            <p14:sldId id="2147480753"/>
            <p14:sldId id="2147480763"/>
            <p14:sldId id="2147480764"/>
            <p14:sldId id="2147480101"/>
            <p14:sldId id="2147473137"/>
            <p14:sldId id="2147480735"/>
            <p14:sldId id="2147480755"/>
            <p14:sldId id="2147480756"/>
            <p14:sldId id="2147480757"/>
            <p14:sldId id="2147480758"/>
            <p14:sldId id="2147480739"/>
            <p14:sldId id="2147480740"/>
            <p14:sldId id="2147480760"/>
            <p14:sldId id="2147473149"/>
            <p14:sldId id="2147473147"/>
            <p14:sldId id="2147473150"/>
            <p14:sldId id="2147480803"/>
            <p14:sldId id="2147480804"/>
            <p14:sldId id="2147480805"/>
            <p14:sldId id="2147480806"/>
            <p14:sldId id="2147480807"/>
            <p14:sldId id="2147480808"/>
            <p14:sldId id="2147480809"/>
            <p14:sldId id="2147480810"/>
            <p14:sldId id="2147480811"/>
            <p14:sldId id="2147480812"/>
            <p14:sldId id="2147480813"/>
            <p14:sldId id="2147480814"/>
            <p14:sldId id="2147480815"/>
            <p14:sldId id="2147480816"/>
            <p14:sldId id="2147480817"/>
            <p14:sldId id="2147480818"/>
            <p14:sldId id="2147480819"/>
            <p14:sldId id="2147480820"/>
            <p14:sldId id="2147480821"/>
            <p14:sldId id="2147480822"/>
            <p14:sldId id="2147480823"/>
            <p14:sldId id="2147480824"/>
            <p14:sldId id="2147480825"/>
            <p14:sldId id="2147480826"/>
            <p14:sldId id="2147480827"/>
            <p14:sldId id="2147480828"/>
            <p14:sldId id="2147480829"/>
            <p14:sldId id="2147480830"/>
          </p14:sldIdLst>
        </p14:section>
        <p14:section name="Appendix" id="{C430F80B-AADB-4B3B-AD39-8F4096B6A3AA}">
          <p14:sldIdLst>
            <p14:sldId id="2147473829"/>
            <p14:sldId id="2147480652"/>
            <p14:sldId id="2147472984"/>
            <p14:sldId id="2145707940"/>
            <p14:sldId id="2147479992"/>
          </p14:sldIdLst>
        </p14:section>
      </p14:sectionLst>
    </p:ext>
    <p:ext uri="{EFAFB233-063F-42B5-8137-9DF3F51BA10A}">
      <p15:sldGuideLst xmlns:p15="http://schemas.microsoft.com/office/powerpoint/2012/main">
        <p15:guide id="1" pos="6944" userDrawn="1">
          <p15:clr>
            <a:srgbClr val="A4A3A4"/>
          </p15:clr>
        </p15:guide>
        <p15:guide id="2" orient="horz" pos="4632" userDrawn="1">
          <p15:clr>
            <a:srgbClr val="A4A3A4"/>
          </p15:clr>
        </p15:guide>
        <p15:guide id="3" pos="4608" userDrawn="1">
          <p15:clr>
            <a:srgbClr val="A4A3A4"/>
          </p15:clr>
        </p15:guide>
        <p15:guide id="4" orient="horz" pos="2683"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 id="{3562BE76-2C5A-52E9-4723-A0D9B7EEAFA4}" name="Raghav Bang" initials="RB" userId="S::Raghav.Bang@nielseniq.com::da4e8a8e-c8dd-456d-bba5-676beaedfd6a" providerId="AD"/>
  <p188:author id="{179ACA91-9E59-7DE2-DF62-57C64218814F}" name="Habeba Sedky" initials="HS" userId="S::Habeba.Sedky@nielseniq.com::83751052-fc6c-4227-9501-70070b4634e6" providerId="AD"/>
  <p188:author id="{33D141A6-4191-81BF-2F76-C9BF661037D8}" name="Hetkumar Siddhapura" initials="HS" userId="S::Hetkumar.Siddhapura@nielseniq.com::ceb32425-b1f8-41c7-aa96-725c4224a082" providerId="AD"/>
  <p188:author id="{425965B5-7131-4EDC-DC8C-BEE5A970E829}" name="Aditya Gajool" initials="AG" userId="S::Aditya.Gajool@nielseniq.com::94b9049c-b719-4746-9cdf-aad7e930a114" providerId="AD"/>
  <p188:author id="{5D1E18B6-98DA-3646-6946-FF394C0EF04D}" name="Sakshi Gadade" initials="SG" userId="S::Sakshi.Gadade@nielseniq.com::94b2e94c-e891-4bc9-a3d1-5f493a61b1e0" providerId="AD"/>
  <p188:author id="{13C10ED1-EF65-BA7E-E9C4-F0ED135F5949}" name="Trevor Gulock" initials="" userId="S::Trevor.Gulock@nielseniq.com::2b0b9ac6-1ddc-4c69-b20f-08d77ecd393b" providerId="AD"/>
  <p188:author id="{D27BF7DD-7C30-CC95-01BF-9A63AAD868FC}" name="Habeba Sedky" initials="HS" userId="S::habeba.sedky@nielseniq.com::83751052-fc6c-4227-9501-70070b4634e6"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EB9C"/>
    <a:srgbClr val="F2F2F2"/>
    <a:srgbClr val="C3EBCC"/>
    <a:srgbClr val="FF5F65"/>
    <a:srgbClr val="FF6699"/>
    <a:srgbClr val="FFCC00"/>
    <a:srgbClr val="FF99FF"/>
    <a:srgbClr val="FFFFFF"/>
    <a:srgbClr val="003399"/>
    <a:srgbClr val="FFCA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E39FC439-F2DF-454E-A412-A06E6C49A96D}" v="2" dt="2026-09-01T19:20:35.614"/>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263" autoAdjust="0"/>
    <p:restoredTop sz="97386" autoAdjust="0"/>
  </p:normalViewPr>
  <p:slideViewPr>
    <p:cSldViewPr snapToGrid="0">
      <p:cViewPr varScale="1">
        <p:scale>
          <a:sx n="53" d="100"/>
          <a:sy n="53" d="100"/>
        </p:scale>
        <p:origin x="800" y="28"/>
      </p:cViewPr>
      <p:guideLst>
        <p:guide pos="6944"/>
        <p:guide orient="horz" pos="4632"/>
        <p:guide pos="4608"/>
        <p:guide orient="horz" pos="2683"/>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63" Type="http://schemas.openxmlformats.org/officeDocument/2006/relationships/slide" Target="slides/slide59.xml"/><Relationship Id="rId84" Type="http://schemas.openxmlformats.org/officeDocument/2006/relationships/slide" Target="slides/slide80.xml"/><Relationship Id="rId138" Type="http://schemas.openxmlformats.org/officeDocument/2006/relationships/slide" Target="slides/slide134.xml"/><Relationship Id="rId159" Type="http://schemas.openxmlformats.org/officeDocument/2006/relationships/slide" Target="slides/slide155.xml"/><Relationship Id="rId170" Type="http://schemas.openxmlformats.org/officeDocument/2006/relationships/slide" Target="slides/slide166.xml"/><Relationship Id="rId191" Type="http://schemas.openxmlformats.org/officeDocument/2006/relationships/slide" Target="slides/slide187.xml"/><Relationship Id="rId205" Type="http://schemas.openxmlformats.org/officeDocument/2006/relationships/slide" Target="slides/slide201.xml"/><Relationship Id="rId226" Type="http://schemas.openxmlformats.org/officeDocument/2006/relationships/slide" Target="slides/slide222.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53" Type="http://schemas.openxmlformats.org/officeDocument/2006/relationships/slide" Target="slides/slide49.xml"/><Relationship Id="rId74" Type="http://schemas.openxmlformats.org/officeDocument/2006/relationships/slide" Target="slides/slide70.xml"/><Relationship Id="rId128" Type="http://schemas.openxmlformats.org/officeDocument/2006/relationships/slide" Target="slides/slide124.xml"/><Relationship Id="rId149" Type="http://schemas.openxmlformats.org/officeDocument/2006/relationships/slide" Target="slides/slide145.xml"/><Relationship Id="rId5" Type="http://schemas.openxmlformats.org/officeDocument/2006/relationships/slide" Target="slides/slide1.xml"/><Relationship Id="rId95" Type="http://schemas.openxmlformats.org/officeDocument/2006/relationships/slide" Target="slides/slide91.xml"/><Relationship Id="rId160" Type="http://schemas.openxmlformats.org/officeDocument/2006/relationships/slide" Target="slides/slide156.xml"/><Relationship Id="rId181" Type="http://schemas.openxmlformats.org/officeDocument/2006/relationships/slide" Target="slides/slide177.xml"/><Relationship Id="rId216" Type="http://schemas.openxmlformats.org/officeDocument/2006/relationships/slide" Target="slides/slide212.xml"/><Relationship Id="rId237" Type="http://schemas.microsoft.com/office/2018/10/relationships/authors" Target="authors.xml"/><Relationship Id="rId22" Type="http://schemas.openxmlformats.org/officeDocument/2006/relationships/slide" Target="slides/slide18.xml"/><Relationship Id="rId43" Type="http://schemas.openxmlformats.org/officeDocument/2006/relationships/slide" Target="slides/slide39.xml"/><Relationship Id="rId64" Type="http://schemas.openxmlformats.org/officeDocument/2006/relationships/slide" Target="slides/slide60.xml"/><Relationship Id="rId118" Type="http://schemas.openxmlformats.org/officeDocument/2006/relationships/slide" Target="slides/slide114.xml"/><Relationship Id="rId139" Type="http://schemas.openxmlformats.org/officeDocument/2006/relationships/slide" Target="slides/slide135.xml"/><Relationship Id="rId85" Type="http://schemas.openxmlformats.org/officeDocument/2006/relationships/slide" Target="slides/slide81.xml"/><Relationship Id="rId150" Type="http://schemas.openxmlformats.org/officeDocument/2006/relationships/slide" Target="slides/slide146.xml"/><Relationship Id="rId171" Type="http://schemas.openxmlformats.org/officeDocument/2006/relationships/slide" Target="slides/slide167.xml"/><Relationship Id="rId192" Type="http://schemas.openxmlformats.org/officeDocument/2006/relationships/slide" Target="slides/slide188.xml"/><Relationship Id="rId206" Type="http://schemas.openxmlformats.org/officeDocument/2006/relationships/slide" Target="slides/slide202.xml"/><Relationship Id="rId227" Type="http://schemas.openxmlformats.org/officeDocument/2006/relationships/slide" Target="slides/slide223.xml"/><Relationship Id="rId12" Type="http://schemas.openxmlformats.org/officeDocument/2006/relationships/slide" Target="slides/slide8.xml"/><Relationship Id="rId33" Type="http://schemas.openxmlformats.org/officeDocument/2006/relationships/slide" Target="slides/slide29.xml"/><Relationship Id="rId108" Type="http://schemas.openxmlformats.org/officeDocument/2006/relationships/slide" Target="slides/slide104.xml"/><Relationship Id="rId129" Type="http://schemas.openxmlformats.org/officeDocument/2006/relationships/slide" Target="slides/slide125.xml"/><Relationship Id="rId54" Type="http://schemas.openxmlformats.org/officeDocument/2006/relationships/slide" Target="slides/slide50.xml"/><Relationship Id="rId75" Type="http://schemas.openxmlformats.org/officeDocument/2006/relationships/slide" Target="slides/slide71.xml"/><Relationship Id="rId96" Type="http://schemas.openxmlformats.org/officeDocument/2006/relationships/slide" Target="slides/slide92.xml"/><Relationship Id="rId140" Type="http://schemas.openxmlformats.org/officeDocument/2006/relationships/slide" Target="slides/slide136.xml"/><Relationship Id="rId161" Type="http://schemas.openxmlformats.org/officeDocument/2006/relationships/slide" Target="slides/slide157.xml"/><Relationship Id="rId182" Type="http://schemas.openxmlformats.org/officeDocument/2006/relationships/slide" Target="slides/slide178.xml"/><Relationship Id="rId217" Type="http://schemas.openxmlformats.org/officeDocument/2006/relationships/slide" Target="slides/slide213.xml"/><Relationship Id="rId6" Type="http://schemas.openxmlformats.org/officeDocument/2006/relationships/slide" Target="slides/slide2.xml"/><Relationship Id="rId23" Type="http://schemas.openxmlformats.org/officeDocument/2006/relationships/slide" Target="slides/slide19.xml"/><Relationship Id="rId119" Type="http://schemas.openxmlformats.org/officeDocument/2006/relationships/slide" Target="slides/slide115.xml"/><Relationship Id="rId44" Type="http://schemas.openxmlformats.org/officeDocument/2006/relationships/slide" Target="slides/slide40.xml"/><Relationship Id="rId65" Type="http://schemas.openxmlformats.org/officeDocument/2006/relationships/slide" Target="slides/slide61.xml"/><Relationship Id="rId86" Type="http://schemas.openxmlformats.org/officeDocument/2006/relationships/slide" Target="slides/slide82.xml"/><Relationship Id="rId130" Type="http://schemas.openxmlformats.org/officeDocument/2006/relationships/slide" Target="slides/slide126.xml"/><Relationship Id="rId151" Type="http://schemas.openxmlformats.org/officeDocument/2006/relationships/slide" Target="slides/slide147.xml"/><Relationship Id="rId172" Type="http://schemas.openxmlformats.org/officeDocument/2006/relationships/slide" Target="slides/slide168.xml"/><Relationship Id="rId193" Type="http://schemas.openxmlformats.org/officeDocument/2006/relationships/slide" Target="slides/slide189.xml"/><Relationship Id="rId207" Type="http://schemas.openxmlformats.org/officeDocument/2006/relationships/slide" Target="slides/slide203.xml"/><Relationship Id="rId228" Type="http://schemas.openxmlformats.org/officeDocument/2006/relationships/slide" Target="slides/slide224.xml"/><Relationship Id="rId13" Type="http://schemas.openxmlformats.org/officeDocument/2006/relationships/slide" Target="slides/slide9.xml"/><Relationship Id="rId109" Type="http://schemas.openxmlformats.org/officeDocument/2006/relationships/slide" Target="slides/slide105.xml"/><Relationship Id="rId34" Type="http://schemas.openxmlformats.org/officeDocument/2006/relationships/slide" Target="slides/slide30.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20" Type="http://schemas.openxmlformats.org/officeDocument/2006/relationships/slide" Target="slides/slide116.xml"/><Relationship Id="rId141" Type="http://schemas.openxmlformats.org/officeDocument/2006/relationships/slide" Target="slides/slide137.xml"/><Relationship Id="rId7" Type="http://schemas.openxmlformats.org/officeDocument/2006/relationships/slide" Target="slides/slide3.xml"/><Relationship Id="rId162" Type="http://schemas.openxmlformats.org/officeDocument/2006/relationships/slide" Target="slides/slide158.xml"/><Relationship Id="rId183" Type="http://schemas.openxmlformats.org/officeDocument/2006/relationships/slide" Target="slides/slide179.xml"/><Relationship Id="rId218" Type="http://schemas.openxmlformats.org/officeDocument/2006/relationships/slide" Target="slides/slide214.xml"/><Relationship Id="rId24" Type="http://schemas.openxmlformats.org/officeDocument/2006/relationships/slide" Target="slides/slide20.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31" Type="http://schemas.openxmlformats.org/officeDocument/2006/relationships/slide" Target="slides/slide127.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229" Type="http://schemas.openxmlformats.org/officeDocument/2006/relationships/slide" Target="slides/slide225.xml"/><Relationship Id="rId14" Type="http://schemas.openxmlformats.org/officeDocument/2006/relationships/slide" Target="slides/slide10.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8" Type="http://schemas.openxmlformats.org/officeDocument/2006/relationships/slide" Target="slides/slide4.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219" Type="http://schemas.openxmlformats.org/officeDocument/2006/relationships/slide" Target="slides/slide215.xml"/><Relationship Id="rId230" Type="http://schemas.openxmlformats.org/officeDocument/2006/relationships/notesMaster" Target="notesMasters/notesMaster1.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95" Type="http://schemas.openxmlformats.org/officeDocument/2006/relationships/slide" Target="slides/slide191.xml"/><Relationship Id="rId209" Type="http://schemas.openxmlformats.org/officeDocument/2006/relationships/slide" Target="slides/slide205.xml"/><Relationship Id="rId190" Type="http://schemas.openxmlformats.org/officeDocument/2006/relationships/slide" Target="slides/slide186.xml"/><Relationship Id="rId204" Type="http://schemas.openxmlformats.org/officeDocument/2006/relationships/slide" Target="slides/slide200.xml"/><Relationship Id="rId220" Type="http://schemas.openxmlformats.org/officeDocument/2006/relationships/slide" Target="slides/slide216.xml"/><Relationship Id="rId225" Type="http://schemas.openxmlformats.org/officeDocument/2006/relationships/slide" Target="slides/slide221.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106" Type="http://schemas.openxmlformats.org/officeDocument/2006/relationships/slide" Target="slides/slide102.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78" Type="http://schemas.openxmlformats.org/officeDocument/2006/relationships/slide" Target="slides/slide74.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48" Type="http://schemas.openxmlformats.org/officeDocument/2006/relationships/slide" Target="slides/slide144.xml"/><Relationship Id="rId164" Type="http://schemas.openxmlformats.org/officeDocument/2006/relationships/slide" Target="slides/slide160.xml"/><Relationship Id="rId169" Type="http://schemas.openxmlformats.org/officeDocument/2006/relationships/slide" Target="slides/slide165.xml"/><Relationship Id="rId185" Type="http://schemas.openxmlformats.org/officeDocument/2006/relationships/slide" Target="slides/slide181.xml"/><Relationship Id="rId4" Type="http://schemas.openxmlformats.org/officeDocument/2006/relationships/slideMaster" Target="slideMasters/slideMaster1.xml"/><Relationship Id="rId9" Type="http://schemas.openxmlformats.org/officeDocument/2006/relationships/slide" Target="slides/slide5.xml"/><Relationship Id="rId180" Type="http://schemas.openxmlformats.org/officeDocument/2006/relationships/slide" Target="slides/slide176.xml"/><Relationship Id="rId210" Type="http://schemas.openxmlformats.org/officeDocument/2006/relationships/slide" Target="slides/slide206.xml"/><Relationship Id="rId215" Type="http://schemas.openxmlformats.org/officeDocument/2006/relationships/slide" Target="slides/slide211.xml"/><Relationship Id="rId236" Type="http://schemas.microsoft.com/office/2015/10/relationships/revisionInfo" Target="revisionInfo.xml"/><Relationship Id="rId26" Type="http://schemas.openxmlformats.org/officeDocument/2006/relationships/slide" Target="slides/slide22.xml"/><Relationship Id="rId231" Type="http://schemas.openxmlformats.org/officeDocument/2006/relationships/handoutMaster" Target="handoutMasters/handoutMaster1.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slide" Target="slides/slide217.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slide" Target="slides/slide207.xml"/><Relationship Id="rId232" Type="http://schemas.openxmlformats.org/officeDocument/2006/relationships/presProps" Target="presProps.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222" Type="http://schemas.openxmlformats.org/officeDocument/2006/relationships/slide" Target="slides/slide218.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viewProps" Target="viewProps.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202" Type="http://schemas.openxmlformats.org/officeDocument/2006/relationships/slide" Target="slides/slide198.xml"/><Relationship Id="rId223" Type="http://schemas.openxmlformats.org/officeDocument/2006/relationships/slide" Target="slides/slide219.xml"/><Relationship Id="rId18" Type="http://schemas.openxmlformats.org/officeDocument/2006/relationships/slide" Target="slides/slide14.xml"/><Relationship Id="rId39" Type="http://schemas.openxmlformats.org/officeDocument/2006/relationships/slide" Target="slides/slide35.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theme" Target="theme/theme1.xml"/><Relationship Id="rId2" Type="http://schemas.openxmlformats.org/officeDocument/2006/relationships/customXml" Target="../customXml/item2.xml"/><Relationship Id="rId29" Type="http://schemas.openxmlformats.org/officeDocument/2006/relationships/slide" Target="slides/slide25.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224" Type="http://schemas.openxmlformats.org/officeDocument/2006/relationships/slide" Target="slides/slide220.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tableStyles" Target="tableStyles.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package" Target="../embeddings/Microsoft_Excel_Worksheet17.xlsx"/></Relationships>
</file>

<file path=ppt/charts/_rels/chart19.xml.rels><?xml version="1.0" encoding="UTF-8" standalone="yes"?>
<Relationships xmlns="http://schemas.openxmlformats.org/package/2006/relationships"><Relationship Id="rId3" Type="http://schemas.openxmlformats.org/officeDocument/2006/relationships/themeOverride" Target="../theme/themeOverride15.xml"/><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package" Target="../embeddings/Microsoft_Excel_Worksheet18.xlsx"/></Relationships>
</file>

<file path=ppt/charts/_rels/chart20.xml.rels><?xml version="1.0" encoding="UTF-8" standalone="yes"?>
<Relationships xmlns="http://schemas.openxmlformats.org/package/2006/relationships"><Relationship Id="rId3" Type="http://schemas.openxmlformats.org/officeDocument/2006/relationships/themeOverride" Target="../theme/themeOverride16.xml"/><Relationship Id="rId2" Type="http://schemas.microsoft.com/office/2011/relationships/chartColorStyle" Target="colors20.xml"/><Relationship Id="rId1" Type="http://schemas.microsoft.com/office/2011/relationships/chartStyle" Target="style20.xml"/><Relationship Id="rId4"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3" Type="http://schemas.openxmlformats.org/officeDocument/2006/relationships/themeOverride" Target="../theme/themeOverride17.xml"/><Relationship Id="rId2" Type="http://schemas.microsoft.com/office/2011/relationships/chartColorStyle" Target="colors21.xml"/><Relationship Id="rId1" Type="http://schemas.microsoft.com/office/2011/relationships/chartStyle" Target="style21.xml"/><Relationship Id="rId4"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3" Type="http://schemas.openxmlformats.org/officeDocument/2006/relationships/themeOverride" Target="../theme/themeOverride18.xml"/><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3.xml"/><Relationship Id="rId1" Type="http://schemas.microsoft.com/office/2011/relationships/chartStyle" Target="style23.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4.xml"/><Relationship Id="rId1" Type="http://schemas.microsoft.com/office/2011/relationships/chartStyle" Target="style24.xml"/></Relationships>
</file>

<file path=ppt/charts/_rels/chart25.xml.rels><?xml version="1.0" encoding="UTF-8" standalone="yes"?>
<Relationships xmlns="http://schemas.openxmlformats.org/package/2006/relationships"><Relationship Id="rId3" Type="http://schemas.openxmlformats.org/officeDocument/2006/relationships/themeOverride" Target="../theme/themeOverride19.xml"/><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package" Target="../embeddings/Microsoft_Excel_Worksheet24.xlsx"/></Relationships>
</file>

<file path=ppt/charts/_rels/chart26.xml.rels><?xml version="1.0" encoding="UTF-8" standalone="yes"?>
<Relationships xmlns="http://schemas.openxmlformats.org/package/2006/relationships"><Relationship Id="rId3" Type="http://schemas.openxmlformats.org/officeDocument/2006/relationships/themeOverride" Target="../theme/themeOverride20.xml"/><Relationship Id="rId2" Type="http://schemas.microsoft.com/office/2011/relationships/chartColorStyle" Target="colors26.xml"/><Relationship Id="rId1" Type="http://schemas.microsoft.com/office/2011/relationships/chartStyle" Target="style26.xml"/><Relationship Id="rId4" Type="http://schemas.openxmlformats.org/officeDocument/2006/relationships/package" Target="../embeddings/Microsoft_Excel_Worksheet25.xlsx"/></Relationships>
</file>

<file path=ppt/charts/_rels/chart27.xml.rels><?xml version="1.0" encoding="UTF-8" standalone="yes"?>
<Relationships xmlns="http://schemas.openxmlformats.org/package/2006/relationships"><Relationship Id="rId3" Type="http://schemas.openxmlformats.org/officeDocument/2006/relationships/themeOverride" Target="../theme/themeOverride21.xml"/><Relationship Id="rId2" Type="http://schemas.microsoft.com/office/2011/relationships/chartColorStyle" Target="colors27.xml"/><Relationship Id="rId1" Type="http://schemas.microsoft.com/office/2011/relationships/chartStyle" Target="style27.xml"/><Relationship Id="rId4" Type="http://schemas.openxmlformats.org/officeDocument/2006/relationships/package" Target="../embeddings/Microsoft_Excel_Worksheet26.xlsx"/></Relationships>
</file>

<file path=ppt/charts/_rels/chart28.xml.rels><?xml version="1.0" encoding="UTF-8" standalone="yes"?>
<Relationships xmlns="http://schemas.openxmlformats.org/package/2006/relationships"><Relationship Id="rId3" Type="http://schemas.openxmlformats.org/officeDocument/2006/relationships/themeOverride" Target="../theme/themeOverride22.xml"/><Relationship Id="rId2" Type="http://schemas.microsoft.com/office/2011/relationships/chartColorStyle" Target="colors28.xml"/><Relationship Id="rId1" Type="http://schemas.microsoft.com/office/2011/relationships/chartStyle" Target="style28.xml"/><Relationship Id="rId4" Type="http://schemas.openxmlformats.org/officeDocument/2006/relationships/package" Target="../embeddings/Microsoft_Excel_Worksheet27.xlsx"/></Relationships>
</file>

<file path=ppt/charts/_rels/chart29.xml.rels><?xml version="1.0" encoding="UTF-8" standalone="yes"?>
<Relationships xmlns="http://schemas.openxmlformats.org/package/2006/relationships"><Relationship Id="rId3" Type="http://schemas.openxmlformats.org/officeDocument/2006/relationships/themeOverride" Target="../theme/themeOverride23.xml"/><Relationship Id="rId2" Type="http://schemas.microsoft.com/office/2011/relationships/chartColorStyle" Target="colors29.xml"/><Relationship Id="rId1" Type="http://schemas.microsoft.com/office/2011/relationships/chartStyle" Target="style29.xml"/><Relationship Id="rId4" Type="http://schemas.openxmlformats.org/officeDocument/2006/relationships/package" Target="../embeddings/Microsoft_Excel_Worksheet28.xlsx"/></Relationships>
</file>

<file path=ppt/charts/_rels/chart30.xml.rels><?xml version="1.0" encoding="UTF-8" standalone="yes"?>
<Relationships xmlns="http://schemas.openxmlformats.org/package/2006/relationships"><Relationship Id="rId3" Type="http://schemas.openxmlformats.org/officeDocument/2006/relationships/themeOverride" Target="../theme/themeOverride24.xml"/><Relationship Id="rId2" Type="http://schemas.microsoft.com/office/2011/relationships/chartColorStyle" Target="colors30.xml"/><Relationship Id="rId1" Type="http://schemas.microsoft.com/office/2011/relationships/chartStyle" Target="style30.xml"/><Relationship Id="rId4" Type="http://schemas.openxmlformats.org/officeDocument/2006/relationships/package" Target="../embeddings/Microsoft_Excel_Worksheet29.xlsx"/></Relationships>
</file>

<file path=ppt/charts/_rels/chart31.xml.rels><?xml version="1.0" encoding="UTF-8" standalone="yes"?>
<Relationships xmlns="http://schemas.openxmlformats.org/package/2006/relationships"><Relationship Id="rId3" Type="http://schemas.openxmlformats.org/officeDocument/2006/relationships/themeOverride" Target="../theme/themeOverride25.xml"/><Relationship Id="rId2" Type="http://schemas.microsoft.com/office/2011/relationships/chartColorStyle" Target="colors31.xml"/><Relationship Id="rId1" Type="http://schemas.microsoft.com/office/2011/relationships/chartStyle" Target="style31.xml"/><Relationship Id="rId4" Type="http://schemas.openxmlformats.org/officeDocument/2006/relationships/package" Target="../embeddings/Microsoft_Excel_Worksheet30.xlsx"/></Relationships>
</file>

<file path=ppt/charts/_rels/chart32.xml.rels><?xml version="1.0" encoding="UTF-8" standalone="yes"?>
<Relationships xmlns="http://schemas.openxmlformats.org/package/2006/relationships"><Relationship Id="rId3" Type="http://schemas.openxmlformats.org/officeDocument/2006/relationships/themeOverride" Target="../theme/themeOverride26.xml"/><Relationship Id="rId2" Type="http://schemas.microsoft.com/office/2011/relationships/chartColorStyle" Target="colors32.xml"/><Relationship Id="rId1" Type="http://schemas.microsoft.com/office/2011/relationships/chartStyle" Target="style32.xml"/><Relationship Id="rId4" Type="http://schemas.openxmlformats.org/officeDocument/2006/relationships/package" Target="../embeddings/Microsoft_Excel_Worksheet31.xlsx"/></Relationships>
</file>

<file path=ppt/charts/_rels/chart33.xml.rels><?xml version="1.0" encoding="UTF-8" standalone="yes"?>
<Relationships xmlns="http://schemas.openxmlformats.org/package/2006/relationships"><Relationship Id="rId3" Type="http://schemas.openxmlformats.org/officeDocument/2006/relationships/themeOverride" Target="../theme/themeOverride27.xml"/><Relationship Id="rId2" Type="http://schemas.microsoft.com/office/2011/relationships/chartColorStyle" Target="colors33.xml"/><Relationship Id="rId1" Type="http://schemas.microsoft.com/office/2011/relationships/chartStyle" Target="style33.xml"/><Relationship Id="rId4" Type="http://schemas.openxmlformats.org/officeDocument/2006/relationships/package" Target="../embeddings/Microsoft_Excel_Worksheet32.xlsx"/></Relationships>
</file>

<file path=ppt/charts/_rels/chart34.xml.rels><?xml version="1.0" encoding="UTF-8" standalone="yes"?>
<Relationships xmlns="http://schemas.openxmlformats.org/package/2006/relationships"><Relationship Id="rId3" Type="http://schemas.openxmlformats.org/officeDocument/2006/relationships/themeOverride" Target="../theme/themeOverride28.xml"/><Relationship Id="rId2" Type="http://schemas.microsoft.com/office/2011/relationships/chartColorStyle" Target="colors34.xml"/><Relationship Id="rId1" Type="http://schemas.microsoft.com/office/2011/relationships/chartStyle" Target="style34.xml"/><Relationship Id="rId4" Type="http://schemas.openxmlformats.org/officeDocument/2006/relationships/package" Target="../embeddings/Microsoft_Excel_Worksheet33.xlsx"/></Relationships>
</file>

<file path=ppt/charts/_rels/chart35.xml.rels><?xml version="1.0" encoding="UTF-8" standalone="yes"?>
<Relationships xmlns="http://schemas.openxmlformats.org/package/2006/relationships"><Relationship Id="rId3" Type="http://schemas.openxmlformats.org/officeDocument/2006/relationships/themeOverride" Target="../theme/themeOverride29.xml"/><Relationship Id="rId2" Type="http://schemas.microsoft.com/office/2011/relationships/chartColorStyle" Target="colors35.xml"/><Relationship Id="rId1" Type="http://schemas.microsoft.com/office/2011/relationships/chartStyle" Target="style35.xml"/><Relationship Id="rId4" Type="http://schemas.openxmlformats.org/officeDocument/2006/relationships/package" Target="../embeddings/Microsoft_Excel_Worksheet34.xlsx"/></Relationships>
</file>

<file path=ppt/charts/_rels/chart36.xml.rels><?xml version="1.0" encoding="UTF-8" standalone="yes"?>
<Relationships xmlns="http://schemas.openxmlformats.org/package/2006/relationships"><Relationship Id="rId3" Type="http://schemas.openxmlformats.org/officeDocument/2006/relationships/themeOverride" Target="../theme/themeOverride30.xml"/><Relationship Id="rId2" Type="http://schemas.microsoft.com/office/2011/relationships/chartColorStyle" Target="colors36.xml"/><Relationship Id="rId1" Type="http://schemas.microsoft.com/office/2011/relationships/chartStyle" Target="style36.xml"/><Relationship Id="rId4" Type="http://schemas.openxmlformats.org/officeDocument/2006/relationships/package" Target="../embeddings/Microsoft_Excel_Worksheet35.xlsx"/></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37.xml"/><Relationship Id="rId1" Type="http://schemas.microsoft.com/office/2011/relationships/chartStyle" Target="style37.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38.xml"/><Relationship Id="rId1" Type="http://schemas.microsoft.com/office/2011/relationships/chartStyle" Target="style38.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39.xml"/><Relationship Id="rId1" Type="http://schemas.microsoft.com/office/2011/relationships/chartStyle" Target="style39.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40.xml"/><Relationship Id="rId1" Type="http://schemas.microsoft.com/office/2011/relationships/chartStyle" Target="style40.xml"/></Relationships>
</file>

<file path=ppt/charts/_rels/chart41.xml.rels><?xml version="1.0" encoding="UTF-8" standalone="yes"?>
<Relationships xmlns="http://schemas.openxmlformats.org/package/2006/relationships"><Relationship Id="rId3" Type="http://schemas.openxmlformats.org/officeDocument/2006/relationships/themeOverride" Target="../theme/themeOverride31.xml"/><Relationship Id="rId2" Type="http://schemas.microsoft.com/office/2011/relationships/chartColorStyle" Target="colors41.xml"/><Relationship Id="rId1" Type="http://schemas.microsoft.com/office/2011/relationships/chartStyle" Target="style41.xml"/><Relationship Id="rId4" Type="http://schemas.openxmlformats.org/officeDocument/2006/relationships/package" Target="../embeddings/Microsoft_Excel_Worksheet40.xlsx"/></Relationships>
</file>

<file path=ppt/charts/_rels/chart42.xml.rels><?xml version="1.0" encoding="UTF-8" standalone="yes"?>
<Relationships xmlns="http://schemas.openxmlformats.org/package/2006/relationships"><Relationship Id="rId3" Type="http://schemas.openxmlformats.org/officeDocument/2006/relationships/themeOverride" Target="../theme/themeOverride32.xml"/><Relationship Id="rId2" Type="http://schemas.microsoft.com/office/2011/relationships/chartColorStyle" Target="colors42.xml"/><Relationship Id="rId1" Type="http://schemas.microsoft.com/office/2011/relationships/chartStyle" Target="style42.xml"/><Relationship Id="rId4" Type="http://schemas.openxmlformats.org/officeDocument/2006/relationships/package" Target="../embeddings/Microsoft_Excel_Worksheet41.xlsx"/></Relationships>
</file>

<file path=ppt/charts/_rels/chart43.xml.rels><?xml version="1.0" encoding="UTF-8" standalone="yes"?>
<Relationships xmlns="http://schemas.openxmlformats.org/package/2006/relationships"><Relationship Id="rId3" Type="http://schemas.openxmlformats.org/officeDocument/2006/relationships/themeOverride" Target="../theme/themeOverride33.xml"/><Relationship Id="rId2" Type="http://schemas.microsoft.com/office/2011/relationships/chartColorStyle" Target="colors43.xml"/><Relationship Id="rId1" Type="http://schemas.microsoft.com/office/2011/relationships/chartStyle" Target="style43.xml"/><Relationship Id="rId4" Type="http://schemas.openxmlformats.org/officeDocument/2006/relationships/package" Target="../embeddings/Microsoft_Excel_Worksheet42.xlsx"/></Relationships>
</file>

<file path=ppt/charts/_rels/chart44.xml.rels><?xml version="1.0" encoding="UTF-8" standalone="yes"?>
<Relationships xmlns="http://schemas.openxmlformats.org/package/2006/relationships"><Relationship Id="rId3" Type="http://schemas.openxmlformats.org/officeDocument/2006/relationships/themeOverride" Target="../theme/themeOverride34.xml"/><Relationship Id="rId2" Type="http://schemas.microsoft.com/office/2011/relationships/chartColorStyle" Target="colors44.xml"/><Relationship Id="rId1" Type="http://schemas.microsoft.com/office/2011/relationships/chartStyle" Target="style44.xml"/><Relationship Id="rId4" Type="http://schemas.openxmlformats.org/officeDocument/2006/relationships/package" Target="../embeddings/Microsoft_Excel_Worksheet43.xlsx"/></Relationships>
</file>

<file path=ppt/charts/_rels/chart45.xml.rels><?xml version="1.0" encoding="UTF-8" standalone="yes"?>
<Relationships xmlns="http://schemas.openxmlformats.org/package/2006/relationships"><Relationship Id="rId3" Type="http://schemas.openxmlformats.org/officeDocument/2006/relationships/themeOverride" Target="../theme/themeOverride35.xml"/><Relationship Id="rId2" Type="http://schemas.microsoft.com/office/2011/relationships/chartColorStyle" Target="colors45.xml"/><Relationship Id="rId1" Type="http://schemas.microsoft.com/office/2011/relationships/chartStyle" Target="style45.xml"/><Relationship Id="rId4" Type="http://schemas.openxmlformats.org/officeDocument/2006/relationships/package" Target="../embeddings/Microsoft_Excel_Worksheet44.xlsx"/></Relationships>
</file>

<file path=ppt/charts/_rels/chart46.xml.rels><?xml version="1.0" encoding="UTF-8" standalone="yes"?>
<Relationships xmlns="http://schemas.openxmlformats.org/package/2006/relationships"><Relationship Id="rId3" Type="http://schemas.openxmlformats.org/officeDocument/2006/relationships/themeOverride" Target="../theme/themeOverride36.xml"/><Relationship Id="rId2" Type="http://schemas.microsoft.com/office/2011/relationships/chartColorStyle" Target="colors46.xml"/><Relationship Id="rId1" Type="http://schemas.microsoft.com/office/2011/relationships/chartStyle" Target="style46.xml"/><Relationship Id="rId4" Type="http://schemas.openxmlformats.org/officeDocument/2006/relationships/package" Target="../embeddings/Microsoft_Excel_Worksheet45.xlsx"/></Relationships>
</file>

<file path=ppt/charts/_rels/chart47.xml.rels><?xml version="1.0" encoding="UTF-8" standalone="yes"?>
<Relationships xmlns="http://schemas.openxmlformats.org/package/2006/relationships"><Relationship Id="rId3" Type="http://schemas.openxmlformats.org/officeDocument/2006/relationships/themeOverride" Target="../theme/themeOverride37.xml"/><Relationship Id="rId2" Type="http://schemas.microsoft.com/office/2011/relationships/chartColorStyle" Target="colors47.xml"/><Relationship Id="rId1" Type="http://schemas.microsoft.com/office/2011/relationships/chartStyle" Target="style47.xml"/><Relationship Id="rId4" Type="http://schemas.openxmlformats.org/officeDocument/2006/relationships/package" Target="../embeddings/Microsoft_Excel_Worksheet46.xlsx"/></Relationships>
</file>

<file path=ppt/charts/_rels/chart48.xml.rels><?xml version="1.0" encoding="UTF-8" standalone="yes"?>
<Relationships xmlns="http://schemas.openxmlformats.org/package/2006/relationships"><Relationship Id="rId3" Type="http://schemas.openxmlformats.org/officeDocument/2006/relationships/themeOverride" Target="../theme/themeOverride38.xml"/><Relationship Id="rId2" Type="http://schemas.microsoft.com/office/2011/relationships/chartColorStyle" Target="colors48.xml"/><Relationship Id="rId1" Type="http://schemas.microsoft.com/office/2011/relationships/chartStyle" Target="style48.xml"/><Relationship Id="rId4" Type="http://schemas.openxmlformats.org/officeDocument/2006/relationships/package" Target="../embeddings/Microsoft_Excel_Worksheet47.xlsx"/></Relationships>
</file>

<file path=ppt/charts/_rels/chart49.xml.rels><?xml version="1.0" encoding="UTF-8" standalone="yes"?>
<Relationships xmlns="http://schemas.openxmlformats.org/package/2006/relationships"><Relationship Id="rId3" Type="http://schemas.openxmlformats.org/officeDocument/2006/relationships/themeOverride" Target="../theme/themeOverride39.xml"/><Relationship Id="rId2" Type="http://schemas.microsoft.com/office/2011/relationships/chartColorStyle" Target="colors49.xml"/><Relationship Id="rId1" Type="http://schemas.microsoft.com/office/2011/relationships/chartStyle" Target="style49.xml"/><Relationship Id="rId4" Type="http://schemas.openxmlformats.org/officeDocument/2006/relationships/package" Target="../embeddings/Microsoft_Excel_Worksheet48.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50.xml"/><Relationship Id="rId1" Type="http://schemas.microsoft.com/office/2011/relationships/chartStyle" Target="style50.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51.xml"/><Relationship Id="rId1" Type="http://schemas.microsoft.com/office/2011/relationships/chartStyle" Target="style51.xml"/></Relationships>
</file>

<file path=ppt/charts/_rels/chart52.xml.rels><?xml version="1.0" encoding="UTF-8" standalone="yes"?>
<Relationships xmlns="http://schemas.openxmlformats.org/package/2006/relationships"><Relationship Id="rId3" Type="http://schemas.openxmlformats.org/officeDocument/2006/relationships/themeOverride" Target="../theme/themeOverride40.xml"/><Relationship Id="rId2" Type="http://schemas.microsoft.com/office/2011/relationships/chartColorStyle" Target="colors52.xml"/><Relationship Id="rId1" Type="http://schemas.microsoft.com/office/2011/relationships/chartStyle" Target="style52.xml"/><Relationship Id="rId4" Type="http://schemas.openxmlformats.org/officeDocument/2006/relationships/package" Target="../embeddings/Microsoft_Excel_Worksheet51.xlsx"/></Relationships>
</file>

<file path=ppt/charts/_rels/chart53.xml.rels><?xml version="1.0" encoding="UTF-8" standalone="yes"?>
<Relationships xmlns="http://schemas.openxmlformats.org/package/2006/relationships"><Relationship Id="rId3" Type="http://schemas.openxmlformats.org/officeDocument/2006/relationships/themeOverride" Target="../theme/themeOverride41.xml"/><Relationship Id="rId2" Type="http://schemas.microsoft.com/office/2011/relationships/chartColorStyle" Target="colors53.xml"/><Relationship Id="rId1" Type="http://schemas.microsoft.com/office/2011/relationships/chartStyle" Target="style53.xml"/><Relationship Id="rId4" Type="http://schemas.openxmlformats.org/officeDocument/2006/relationships/package" Target="../embeddings/Microsoft_Excel_Worksheet52.xlsx"/></Relationships>
</file>

<file path=ppt/charts/_rels/chart54.xml.rels><?xml version="1.0" encoding="UTF-8" standalone="yes"?>
<Relationships xmlns="http://schemas.openxmlformats.org/package/2006/relationships"><Relationship Id="rId3" Type="http://schemas.openxmlformats.org/officeDocument/2006/relationships/themeOverride" Target="../theme/themeOverride42.xml"/><Relationship Id="rId2" Type="http://schemas.microsoft.com/office/2011/relationships/chartColorStyle" Target="colors54.xml"/><Relationship Id="rId1" Type="http://schemas.microsoft.com/office/2011/relationships/chartStyle" Target="style54.xml"/><Relationship Id="rId4" Type="http://schemas.openxmlformats.org/officeDocument/2006/relationships/package" Target="../embeddings/Microsoft_Excel_Worksheet53.xlsx"/></Relationships>
</file>

<file path=ppt/charts/_rels/chart55.xml.rels><?xml version="1.0" encoding="UTF-8" standalone="yes"?>
<Relationships xmlns="http://schemas.openxmlformats.org/package/2006/relationships"><Relationship Id="rId3" Type="http://schemas.openxmlformats.org/officeDocument/2006/relationships/themeOverride" Target="../theme/themeOverride43.xml"/><Relationship Id="rId2" Type="http://schemas.microsoft.com/office/2011/relationships/chartColorStyle" Target="colors55.xml"/><Relationship Id="rId1" Type="http://schemas.microsoft.com/office/2011/relationships/chartStyle" Target="style55.xml"/><Relationship Id="rId4" Type="http://schemas.openxmlformats.org/officeDocument/2006/relationships/package" Target="../embeddings/Microsoft_Excel_Worksheet54.xlsx"/></Relationships>
</file>

<file path=ppt/charts/_rels/chart56.xml.rels><?xml version="1.0" encoding="UTF-8" standalone="yes"?>
<Relationships xmlns="http://schemas.openxmlformats.org/package/2006/relationships"><Relationship Id="rId3" Type="http://schemas.openxmlformats.org/officeDocument/2006/relationships/themeOverride" Target="../theme/themeOverride44.xml"/><Relationship Id="rId2" Type="http://schemas.microsoft.com/office/2011/relationships/chartColorStyle" Target="colors56.xml"/><Relationship Id="rId1" Type="http://schemas.microsoft.com/office/2011/relationships/chartStyle" Target="style56.xml"/><Relationship Id="rId4" Type="http://schemas.openxmlformats.org/officeDocument/2006/relationships/package" Target="../embeddings/Microsoft_Excel_Worksheet55.xlsx"/></Relationships>
</file>

<file path=ppt/charts/_rels/chart57.xml.rels><?xml version="1.0" encoding="UTF-8" standalone="yes"?>
<Relationships xmlns="http://schemas.openxmlformats.org/package/2006/relationships"><Relationship Id="rId3" Type="http://schemas.openxmlformats.org/officeDocument/2006/relationships/themeOverride" Target="../theme/themeOverride45.xml"/><Relationship Id="rId2" Type="http://schemas.microsoft.com/office/2011/relationships/chartColorStyle" Target="colors57.xml"/><Relationship Id="rId1" Type="http://schemas.microsoft.com/office/2011/relationships/chartStyle" Target="style57.xml"/><Relationship Id="rId4" Type="http://schemas.openxmlformats.org/officeDocument/2006/relationships/package" Target="../embeddings/Microsoft_Excel_Worksheet56.xlsx"/></Relationships>
</file>

<file path=ppt/charts/_rels/chart58.xml.rels><?xml version="1.0" encoding="UTF-8" standalone="yes"?>
<Relationships xmlns="http://schemas.openxmlformats.org/package/2006/relationships"><Relationship Id="rId3" Type="http://schemas.openxmlformats.org/officeDocument/2006/relationships/themeOverride" Target="../theme/themeOverride46.xml"/><Relationship Id="rId2" Type="http://schemas.microsoft.com/office/2011/relationships/chartColorStyle" Target="colors58.xml"/><Relationship Id="rId1" Type="http://schemas.microsoft.com/office/2011/relationships/chartStyle" Target="style58.xml"/><Relationship Id="rId4" Type="http://schemas.openxmlformats.org/officeDocument/2006/relationships/package" Target="../embeddings/Microsoft_Excel_Worksheet57.xlsx"/></Relationships>
</file>

<file path=ppt/charts/_rels/chart59.xml.rels><?xml version="1.0" encoding="UTF-8" standalone="yes"?>
<Relationships xmlns="http://schemas.openxmlformats.org/package/2006/relationships"><Relationship Id="rId3" Type="http://schemas.openxmlformats.org/officeDocument/2006/relationships/themeOverride" Target="../theme/themeOverride47.xml"/><Relationship Id="rId2" Type="http://schemas.microsoft.com/office/2011/relationships/chartColorStyle" Target="colors59.xml"/><Relationship Id="rId1" Type="http://schemas.microsoft.com/office/2011/relationships/chartStyle" Target="style59.xml"/><Relationship Id="rId4" Type="http://schemas.openxmlformats.org/officeDocument/2006/relationships/package" Target="../embeddings/Microsoft_Excel_Worksheet58.xlsx"/></Relationships>
</file>

<file path=ppt/charts/_rels/chart60.xml.rels><?xml version="1.0" encoding="UTF-8" standalone="yes"?>
<Relationships xmlns="http://schemas.openxmlformats.org/package/2006/relationships"><Relationship Id="rId3" Type="http://schemas.openxmlformats.org/officeDocument/2006/relationships/themeOverride" Target="../theme/themeOverride48.xml"/><Relationship Id="rId2" Type="http://schemas.microsoft.com/office/2011/relationships/chartColorStyle" Target="colors60.xml"/><Relationship Id="rId1" Type="http://schemas.microsoft.com/office/2011/relationships/chartStyle" Target="style60.xml"/><Relationship Id="rId4" Type="http://schemas.openxmlformats.org/officeDocument/2006/relationships/package" Target="../embeddings/Microsoft_Excel_Worksheet59.xlsx"/></Relationships>
</file>

<file path=ppt/charts/_rels/chart61.xml.rels><?xml version="1.0" encoding="UTF-8" standalone="yes"?>
<Relationships xmlns="http://schemas.openxmlformats.org/package/2006/relationships"><Relationship Id="rId3" Type="http://schemas.openxmlformats.org/officeDocument/2006/relationships/themeOverride" Target="../theme/themeOverride49.xml"/><Relationship Id="rId2" Type="http://schemas.microsoft.com/office/2011/relationships/chartColorStyle" Target="colors61.xml"/><Relationship Id="rId1" Type="http://schemas.microsoft.com/office/2011/relationships/chartStyle" Target="style61.xml"/><Relationship Id="rId4" Type="http://schemas.openxmlformats.org/officeDocument/2006/relationships/package" Target="../embeddings/Microsoft_Excel_Worksheet60.xlsx"/></Relationships>
</file>

<file path=ppt/charts/_rels/chart62.xml.rels><?xml version="1.0" encoding="UTF-8" standalone="yes"?>
<Relationships xmlns="http://schemas.openxmlformats.org/package/2006/relationships"><Relationship Id="rId3" Type="http://schemas.openxmlformats.org/officeDocument/2006/relationships/themeOverride" Target="../theme/themeOverride50.xml"/><Relationship Id="rId2" Type="http://schemas.microsoft.com/office/2011/relationships/chartColorStyle" Target="colors62.xml"/><Relationship Id="rId1" Type="http://schemas.microsoft.com/office/2011/relationships/chartStyle" Target="style62.xml"/><Relationship Id="rId4" Type="http://schemas.openxmlformats.org/officeDocument/2006/relationships/package" Target="../embeddings/Microsoft_Excel_Worksheet61.xlsx"/></Relationships>
</file>

<file path=ppt/charts/_rels/chart63.xml.rels><?xml version="1.0" encoding="UTF-8" standalone="yes"?>
<Relationships xmlns="http://schemas.openxmlformats.org/package/2006/relationships"><Relationship Id="rId3" Type="http://schemas.openxmlformats.org/officeDocument/2006/relationships/themeOverride" Target="../theme/themeOverride51.xml"/><Relationship Id="rId2" Type="http://schemas.microsoft.com/office/2011/relationships/chartColorStyle" Target="colors63.xml"/><Relationship Id="rId1" Type="http://schemas.microsoft.com/office/2011/relationships/chartStyle" Target="style63.xml"/><Relationship Id="rId4" Type="http://schemas.openxmlformats.org/officeDocument/2006/relationships/package" Target="../embeddings/Microsoft_Excel_Worksheet62.xlsx"/></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64.xml"/><Relationship Id="rId1" Type="http://schemas.microsoft.com/office/2011/relationships/chartStyle" Target="style64.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65.xml"/><Relationship Id="rId1" Type="http://schemas.microsoft.com/office/2011/relationships/chartStyle" Target="style65.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66.xml"/><Relationship Id="rId1" Type="http://schemas.microsoft.com/office/2011/relationships/chartStyle" Target="style66.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67.xml"/><Relationship Id="rId1" Type="http://schemas.microsoft.com/office/2011/relationships/chartStyle" Target="style67.xml"/></Relationships>
</file>

<file path=ppt/charts/_rels/chart68.xml.rels><?xml version="1.0" encoding="UTF-8" standalone="yes"?>
<Relationships xmlns="http://schemas.openxmlformats.org/package/2006/relationships"><Relationship Id="rId3" Type="http://schemas.openxmlformats.org/officeDocument/2006/relationships/themeOverride" Target="../theme/themeOverride52.xml"/><Relationship Id="rId2" Type="http://schemas.microsoft.com/office/2011/relationships/chartColorStyle" Target="colors68.xml"/><Relationship Id="rId1" Type="http://schemas.microsoft.com/office/2011/relationships/chartStyle" Target="style68.xml"/><Relationship Id="rId4" Type="http://schemas.openxmlformats.org/officeDocument/2006/relationships/package" Target="../embeddings/Microsoft_Excel_Worksheet67.xlsx"/></Relationships>
</file>

<file path=ppt/charts/_rels/chart69.xml.rels><?xml version="1.0" encoding="UTF-8" standalone="yes"?>
<Relationships xmlns="http://schemas.openxmlformats.org/package/2006/relationships"><Relationship Id="rId3" Type="http://schemas.openxmlformats.org/officeDocument/2006/relationships/themeOverride" Target="../theme/themeOverride53.xml"/><Relationship Id="rId2" Type="http://schemas.microsoft.com/office/2011/relationships/chartColorStyle" Target="colors69.xml"/><Relationship Id="rId1" Type="http://schemas.microsoft.com/office/2011/relationships/chartStyle" Target="style69.xml"/><Relationship Id="rId4" Type="http://schemas.openxmlformats.org/officeDocument/2006/relationships/package" Target="../embeddings/Microsoft_Excel_Worksheet68.xlsx"/></Relationships>
</file>

<file path=ppt/charts/_rels/chart70.xml.rels><?xml version="1.0" encoding="UTF-8" standalone="yes"?>
<Relationships xmlns="http://schemas.openxmlformats.org/package/2006/relationships"><Relationship Id="rId3" Type="http://schemas.openxmlformats.org/officeDocument/2006/relationships/themeOverride" Target="../theme/themeOverride54.xml"/><Relationship Id="rId2" Type="http://schemas.microsoft.com/office/2011/relationships/chartColorStyle" Target="colors70.xml"/><Relationship Id="rId1" Type="http://schemas.microsoft.com/office/2011/relationships/chartStyle" Target="style70.xml"/><Relationship Id="rId4" Type="http://schemas.openxmlformats.org/officeDocument/2006/relationships/package" Target="../embeddings/Microsoft_Excel_Worksheet69.xlsx"/></Relationships>
</file>

<file path=ppt/charts/_rels/chart71.xml.rels><?xml version="1.0" encoding="UTF-8" standalone="yes"?>
<Relationships xmlns="http://schemas.openxmlformats.org/package/2006/relationships"><Relationship Id="rId3" Type="http://schemas.openxmlformats.org/officeDocument/2006/relationships/themeOverride" Target="../theme/themeOverride55.xml"/><Relationship Id="rId2" Type="http://schemas.microsoft.com/office/2011/relationships/chartColorStyle" Target="colors71.xml"/><Relationship Id="rId1" Type="http://schemas.microsoft.com/office/2011/relationships/chartStyle" Target="style71.xml"/><Relationship Id="rId4" Type="http://schemas.openxmlformats.org/officeDocument/2006/relationships/package" Target="../embeddings/Microsoft_Excel_Worksheet70.xlsx"/></Relationships>
</file>

<file path=ppt/charts/_rels/chart72.xml.rels><?xml version="1.0" encoding="UTF-8" standalone="yes"?>
<Relationships xmlns="http://schemas.openxmlformats.org/package/2006/relationships"><Relationship Id="rId3" Type="http://schemas.openxmlformats.org/officeDocument/2006/relationships/themeOverride" Target="../theme/themeOverride56.xml"/><Relationship Id="rId2" Type="http://schemas.microsoft.com/office/2011/relationships/chartColorStyle" Target="colors72.xml"/><Relationship Id="rId1" Type="http://schemas.microsoft.com/office/2011/relationships/chartStyle" Target="style72.xml"/><Relationship Id="rId4" Type="http://schemas.openxmlformats.org/officeDocument/2006/relationships/package" Target="../embeddings/Microsoft_Excel_Worksheet71.xlsx"/></Relationships>
</file>

<file path=ppt/charts/_rels/chart73.xml.rels><?xml version="1.0" encoding="UTF-8" standalone="yes"?>
<Relationships xmlns="http://schemas.openxmlformats.org/package/2006/relationships"><Relationship Id="rId3" Type="http://schemas.openxmlformats.org/officeDocument/2006/relationships/themeOverride" Target="../theme/themeOverride57.xml"/><Relationship Id="rId2" Type="http://schemas.microsoft.com/office/2011/relationships/chartColorStyle" Target="colors73.xml"/><Relationship Id="rId1" Type="http://schemas.microsoft.com/office/2011/relationships/chartStyle" Target="style73.xml"/><Relationship Id="rId4" Type="http://schemas.openxmlformats.org/officeDocument/2006/relationships/package" Target="../embeddings/Microsoft_Excel_Worksheet72.xlsx"/></Relationships>
</file>

<file path=ppt/charts/_rels/chart74.xml.rels><?xml version="1.0" encoding="UTF-8" standalone="yes"?>
<Relationships xmlns="http://schemas.openxmlformats.org/package/2006/relationships"><Relationship Id="rId3" Type="http://schemas.openxmlformats.org/officeDocument/2006/relationships/themeOverride" Target="../theme/themeOverride58.xml"/><Relationship Id="rId2" Type="http://schemas.microsoft.com/office/2011/relationships/chartColorStyle" Target="colors74.xml"/><Relationship Id="rId1" Type="http://schemas.microsoft.com/office/2011/relationships/chartStyle" Target="style74.xml"/><Relationship Id="rId4" Type="http://schemas.openxmlformats.org/officeDocument/2006/relationships/package" Target="../embeddings/Microsoft_Excel_Worksheet73.xlsx"/></Relationships>
</file>

<file path=ppt/charts/_rels/chart75.xml.rels><?xml version="1.0" encoding="UTF-8" standalone="yes"?>
<Relationships xmlns="http://schemas.openxmlformats.org/package/2006/relationships"><Relationship Id="rId3" Type="http://schemas.openxmlformats.org/officeDocument/2006/relationships/themeOverride" Target="../theme/themeOverride59.xml"/><Relationship Id="rId2" Type="http://schemas.microsoft.com/office/2011/relationships/chartColorStyle" Target="colors75.xml"/><Relationship Id="rId1" Type="http://schemas.microsoft.com/office/2011/relationships/chartStyle" Target="style75.xml"/><Relationship Id="rId4" Type="http://schemas.openxmlformats.org/officeDocument/2006/relationships/package" Target="../embeddings/Microsoft_Excel_Worksheet74.xlsx"/></Relationships>
</file>

<file path=ppt/charts/_rels/chart76.xml.rels><?xml version="1.0" encoding="UTF-8" standalone="yes"?>
<Relationships xmlns="http://schemas.openxmlformats.org/package/2006/relationships"><Relationship Id="rId3" Type="http://schemas.openxmlformats.org/officeDocument/2006/relationships/themeOverride" Target="../theme/themeOverride60.xml"/><Relationship Id="rId2" Type="http://schemas.microsoft.com/office/2011/relationships/chartColorStyle" Target="colors76.xml"/><Relationship Id="rId1" Type="http://schemas.microsoft.com/office/2011/relationships/chartStyle" Target="style76.xml"/><Relationship Id="rId4" Type="http://schemas.openxmlformats.org/officeDocument/2006/relationships/package" Target="../embeddings/Microsoft_Excel_Worksheet75.xlsx"/></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77.xml"/><Relationship Id="rId1" Type="http://schemas.microsoft.com/office/2011/relationships/chartStyle" Target="style77.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78.xml"/><Relationship Id="rId1" Type="http://schemas.microsoft.com/office/2011/relationships/chartStyle" Target="style78.xml"/></Relationships>
</file>

<file path=ppt/charts/_rels/chart79.xml.rels><?xml version="1.0" encoding="UTF-8" standalone="yes"?>
<Relationships xmlns="http://schemas.openxmlformats.org/package/2006/relationships"><Relationship Id="rId3" Type="http://schemas.openxmlformats.org/officeDocument/2006/relationships/themeOverride" Target="../theme/themeOverride61.xml"/><Relationship Id="rId2" Type="http://schemas.microsoft.com/office/2011/relationships/chartColorStyle" Target="colors79.xml"/><Relationship Id="rId1" Type="http://schemas.microsoft.com/office/2011/relationships/chartStyle" Target="style79.xml"/><Relationship Id="rId4" Type="http://schemas.openxmlformats.org/officeDocument/2006/relationships/package" Target="../embeddings/Microsoft_Excel_Worksheet78.xlsx"/></Relationships>
</file>

<file path=ppt/charts/_rels/chart80.xml.rels><?xml version="1.0" encoding="UTF-8" standalone="yes"?>
<Relationships xmlns="http://schemas.openxmlformats.org/package/2006/relationships"><Relationship Id="rId3" Type="http://schemas.openxmlformats.org/officeDocument/2006/relationships/themeOverride" Target="../theme/themeOverride62.xml"/><Relationship Id="rId2" Type="http://schemas.microsoft.com/office/2011/relationships/chartColorStyle" Target="colors80.xml"/><Relationship Id="rId1" Type="http://schemas.microsoft.com/office/2011/relationships/chartStyle" Target="style80.xml"/><Relationship Id="rId4" Type="http://schemas.openxmlformats.org/officeDocument/2006/relationships/package" Target="../embeddings/Microsoft_Excel_Worksheet79.xlsx"/></Relationships>
</file>

<file path=ppt/charts/_rels/chart81.xml.rels><?xml version="1.0" encoding="UTF-8" standalone="yes"?>
<Relationships xmlns="http://schemas.openxmlformats.org/package/2006/relationships"><Relationship Id="rId3" Type="http://schemas.openxmlformats.org/officeDocument/2006/relationships/themeOverride" Target="../theme/themeOverride63.xml"/><Relationship Id="rId2" Type="http://schemas.microsoft.com/office/2011/relationships/chartColorStyle" Target="colors81.xml"/><Relationship Id="rId1" Type="http://schemas.microsoft.com/office/2011/relationships/chartStyle" Target="style81.xml"/><Relationship Id="rId4" Type="http://schemas.openxmlformats.org/officeDocument/2006/relationships/package" Target="../embeddings/Microsoft_Excel_Worksheet80.xlsx"/></Relationships>
</file>

<file path=ppt/charts/_rels/chart82.xml.rels><?xml version="1.0" encoding="UTF-8" standalone="yes"?>
<Relationships xmlns="http://schemas.openxmlformats.org/package/2006/relationships"><Relationship Id="rId3" Type="http://schemas.openxmlformats.org/officeDocument/2006/relationships/themeOverride" Target="../theme/themeOverride64.xml"/><Relationship Id="rId2" Type="http://schemas.microsoft.com/office/2011/relationships/chartColorStyle" Target="colors82.xml"/><Relationship Id="rId1" Type="http://schemas.microsoft.com/office/2011/relationships/chartStyle" Target="style82.xml"/><Relationship Id="rId4" Type="http://schemas.openxmlformats.org/officeDocument/2006/relationships/package" Target="../embeddings/Microsoft_Excel_Worksheet81.xlsx"/></Relationships>
</file>

<file path=ppt/charts/_rels/chart83.xml.rels><?xml version="1.0" encoding="UTF-8" standalone="yes"?>
<Relationships xmlns="http://schemas.openxmlformats.org/package/2006/relationships"><Relationship Id="rId3" Type="http://schemas.openxmlformats.org/officeDocument/2006/relationships/themeOverride" Target="../theme/themeOverride65.xml"/><Relationship Id="rId2" Type="http://schemas.microsoft.com/office/2011/relationships/chartColorStyle" Target="colors83.xml"/><Relationship Id="rId1" Type="http://schemas.microsoft.com/office/2011/relationships/chartStyle" Target="style83.xml"/><Relationship Id="rId4" Type="http://schemas.openxmlformats.org/officeDocument/2006/relationships/package" Target="../embeddings/Microsoft_Excel_Worksheet82.xlsx"/></Relationships>
</file>

<file path=ppt/charts/_rels/chart84.xml.rels><?xml version="1.0" encoding="UTF-8" standalone="yes"?>
<Relationships xmlns="http://schemas.openxmlformats.org/package/2006/relationships"><Relationship Id="rId3" Type="http://schemas.openxmlformats.org/officeDocument/2006/relationships/themeOverride" Target="../theme/themeOverride66.xml"/><Relationship Id="rId2" Type="http://schemas.microsoft.com/office/2011/relationships/chartColorStyle" Target="colors84.xml"/><Relationship Id="rId1" Type="http://schemas.microsoft.com/office/2011/relationships/chartStyle" Target="style84.xml"/><Relationship Id="rId4" Type="http://schemas.openxmlformats.org/officeDocument/2006/relationships/package" Target="../embeddings/Microsoft_Excel_Worksheet83.xlsx"/></Relationships>
</file>

<file path=ppt/charts/_rels/chart85.xml.rels><?xml version="1.0" encoding="UTF-8" standalone="yes"?>
<Relationships xmlns="http://schemas.openxmlformats.org/package/2006/relationships"><Relationship Id="rId3" Type="http://schemas.openxmlformats.org/officeDocument/2006/relationships/themeOverride" Target="../theme/themeOverride67.xml"/><Relationship Id="rId2" Type="http://schemas.microsoft.com/office/2011/relationships/chartColorStyle" Target="colors85.xml"/><Relationship Id="rId1" Type="http://schemas.microsoft.com/office/2011/relationships/chartStyle" Target="style85.xml"/><Relationship Id="rId4" Type="http://schemas.openxmlformats.org/officeDocument/2006/relationships/package" Target="../embeddings/Microsoft_Excel_Worksheet84.xlsx"/></Relationships>
</file>

<file path=ppt/charts/_rels/chart86.xml.rels><?xml version="1.0" encoding="UTF-8" standalone="yes"?>
<Relationships xmlns="http://schemas.openxmlformats.org/package/2006/relationships"><Relationship Id="rId3" Type="http://schemas.openxmlformats.org/officeDocument/2006/relationships/themeOverride" Target="../theme/themeOverride68.xml"/><Relationship Id="rId2" Type="http://schemas.microsoft.com/office/2011/relationships/chartColorStyle" Target="colors86.xml"/><Relationship Id="rId1" Type="http://schemas.microsoft.com/office/2011/relationships/chartStyle" Target="style86.xml"/><Relationship Id="rId4" Type="http://schemas.openxmlformats.org/officeDocument/2006/relationships/package" Target="../embeddings/Microsoft_Excel_Worksheet85.xlsx"/></Relationships>
</file>

<file path=ppt/charts/_rels/chart87.xml.rels><?xml version="1.0" encoding="UTF-8" standalone="yes"?>
<Relationships xmlns="http://schemas.openxmlformats.org/package/2006/relationships"><Relationship Id="rId3" Type="http://schemas.openxmlformats.org/officeDocument/2006/relationships/themeOverride" Target="../theme/themeOverride69.xml"/><Relationship Id="rId2" Type="http://schemas.microsoft.com/office/2011/relationships/chartColorStyle" Target="colors87.xml"/><Relationship Id="rId1" Type="http://schemas.microsoft.com/office/2011/relationships/chartStyle" Target="style87.xml"/><Relationship Id="rId4" Type="http://schemas.openxmlformats.org/officeDocument/2006/relationships/package" Target="../embeddings/Microsoft_Excel_Worksheet86.xlsx"/></Relationships>
</file>

<file path=ppt/charts/_rels/chart88.xml.rels><?xml version="1.0" encoding="UTF-8" standalone="yes"?>
<Relationships xmlns="http://schemas.openxmlformats.org/package/2006/relationships"><Relationship Id="rId3" Type="http://schemas.openxmlformats.org/officeDocument/2006/relationships/themeOverride" Target="../theme/themeOverride70.xml"/><Relationship Id="rId2" Type="http://schemas.microsoft.com/office/2011/relationships/chartColorStyle" Target="colors88.xml"/><Relationship Id="rId1" Type="http://schemas.microsoft.com/office/2011/relationships/chartStyle" Target="style88.xml"/><Relationship Id="rId4" Type="http://schemas.openxmlformats.org/officeDocument/2006/relationships/package" Target="../embeddings/Microsoft_Excel_Worksheet87.xlsx"/></Relationships>
</file>

<file path=ppt/charts/_rels/chart89.xml.rels><?xml version="1.0" encoding="UTF-8" standalone="yes"?>
<Relationships xmlns="http://schemas.openxmlformats.org/package/2006/relationships"><Relationship Id="rId3" Type="http://schemas.openxmlformats.org/officeDocument/2006/relationships/themeOverride" Target="../theme/themeOverride71.xml"/><Relationship Id="rId2" Type="http://schemas.microsoft.com/office/2011/relationships/chartColorStyle" Target="colors89.xml"/><Relationship Id="rId1" Type="http://schemas.microsoft.com/office/2011/relationships/chartStyle" Target="style89.xml"/><Relationship Id="rId4" Type="http://schemas.openxmlformats.org/officeDocument/2006/relationships/package" Target="../embeddings/Microsoft_Excel_Worksheet88.xlsx"/></Relationships>
</file>

<file path=ppt/charts/_rels/chart90.xml.rels><?xml version="1.0" encoding="UTF-8" standalone="yes"?>
<Relationships xmlns="http://schemas.openxmlformats.org/package/2006/relationships"><Relationship Id="rId3" Type="http://schemas.openxmlformats.org/officeDocument/2006/relationships/themeOverride" Target="../theme/themeOverride72.xml"/><Relationship Id="rId2" Type="http://schemas.microsoft.com/office/2011/relationships/chartColorStyle" Target="colors90.xml"/><Relationship Id="rId1" Type="http://schemas.microsoft.com/office/2011/relationships/chartStyle" Target="style90.xml"/><Relationship Id="rId4" Type="http://schemas.openxmlformats.org/officeDocument/2006/relationships/package" Target="../embeddings/Microsoft_Excel_Worksheet89.xlsx"/></Relationships>
</file>

<file path=ppt/charts/_rels/chart91.xml.rels><?xml version="1.0" encoding="UTF-8" standalone="yes"?>
<Relationships xmlns="http://schemas.openxmlformats.org/package/2006/relationships"><Relationship Id="rId3" Type="http://schemas.openxmlformats.org/officeDocument/2006/relationships/themeOverride" Target="../theme/themeOverride73.xml"/><Relationship Id="rId2" Type="http://schemas.microsoft.com/office/2011/relationships/chartColorStyle" Target="colors91.xml"/><Relationship Id="rId1" Type="http://schemas.microsoft.com/office/2011/relationships/chartStyle" Target="style91.xml"/><Relationship Id="rId4" Type="http://schemas.openxmlformats.org/officeDocument/2006/relationships/package" Target="../embeddings/Microsoft_Excel_Worksheet90.xlsx"/></Relationships>
</file>

<file path=ppt/charts/_rels/chart92.xml.rels><?xml version="1.0" encoding="UTF-8" standalone="yes"?>
<Relationships xmlns="http://schemas.openxmlformats.org/package/2006/relationships"><Relationship Id="rId3" Type="http://schemas.openxmlformats.org/officeDocument/2006/relationships/themeOverride" Target="../theme/themeOverride74.xml"/><Relationship Id="rId2" Type="http://schemas.microsoft.com/office/2011/relationships/chartColorStyle" Target="colors92.xml"/><Relationship Id="rId1" Type="http://schemas.microsoft.com/office/2011/relationships/chartStyle" Target="style92.xml"/><Relationship Id="rId4" Type="http://schemas.openxmlformats.org/officeDocument/2006/relationships/package" Target="../embeddings/Microsoft_Excel_Worksheet91.xlsx"/></Relationships>
</file>

<file path=ppt/charts/_rels/chart93.xml.rels><?xml version="1.0" encoding="UTF-8" standalone="yes"?>
<Relationships xmlns="http://schemas.openxmlformats.org/package/2006/relationships"><Relationship Id="rId3" Type="http://schemas.openxmlformats.org/officeDocument/2006/relationships/themeOverride" Target="../theme/themeOverride75.xml"/><Relationship Id="rId2" Type="http://schemas.microsoft.com/office/2011/relationships/chartColorStyle" Target="colors93.xml"/><Relationship Id="rId1" Type="http://schemas.microsoft.com/office/2011/relationships/chartStyle" Target="style93.xml"/><Relationship Id="rId4" Type="http://schemas.openxmlformats.org/officeDocument/2006/relationships/package" Target="../embeddings/Microsoft_Excel_Worksheet92.xlsx"/></Relationships>
</file>

<file path=ppt/charts/_rels/chart94.xml.rels><?xml version="1.0" encoding="UTF-8" standalone="yes"?>
<Relationships xmlns="http://schemas.openxmlformats.org/package/2006/relationships"><Relationship Id="rId3" Type="http://schemas.openxmlformats.org/officeDocument/2006/relationships/themeOverride" Target="../theme/themeOverride76.xml"/><Relationship Id="rId2" Type="http://schemas.microsoft.com/office/2011/relationships/chartColorStyle" Target="colors94.xml"/><Relationship Id="rId1" Type="http://schemas.microsoft.com/office/2011/relationships/chartStyle" Target="style94.xml"/><Relationship Id="rId4" Type="http://schemas.openxmlformats.org/officeDocument/2006/relationships/package" Target="../embeddings/Microsoft_Excel_Worksheet93.xlsx"/></Relationships>
</file>

<file path=ppt/charts/_rels/chart95.xml.rels><?xml version="1.0" encoding="UTF-8" standalone="yes"?>
<Relationships xmlns="http://schemas.openxmlformats.org/package/2006/relationships"><Relationship Id="rId3" Type="http://schemas.openxmlformats.org/officeDocument/2006/relationships/themeOverride" Target="../theme/themeOverride77.xml"/><Relationship Id="rId2" Type="http://schemas.microsoft.com/office/2011/relationships/chartColorStyle" Target="colors95.xml"/><Relationship Id="rId1" Type="http://schemas.microsoft.com/office/2011/relationships/chartStyle" Target="style95.xml"/><Relationship Id="rId4" Type="http://schemas.openxmlformats.org/officeDocument/2006/relationships/package" Target="../embeddings/Microsoft_Excel_Worksheet94.xlsx"/></Relationships>
</file>

<file path=ppt/charts/_rels/chart96.xml.rels><?xml version="1.0" encoding="UTF-8" standalone="yes"?>
<Relationships xmlns="http://schemas.openxmlformats.org/package/2006/relationships"><Relationship Id="rId3" Type="http://schemas.openxmlformats.org/officeDocument/2006/relationships/themeOverride" Target="../theme/themeOverride78.xml"/><Relationship Id="rId2" Type="http://schemas.microsoft.com/office/2011/relationships/chartColorStyle" Target="colors96.xml"/><Relationship Id="rId1" Type="http://schemas.microsoft.com/office/2011/relationships/chartStyle" Target="style96.xml"/><Relationship Id="rId4" Type="http://schemas.openxmlformats.org/officeDocument/2006/relationships/package" Target="../embeddings/Microsoft_Excel_Worksheet95.xlsx"/></Relationships>
</file>

<file path=ppt/charts/_rels/chart97.xml.rels><?xml version="1.0" encoding="UTF-8" standalone="yes"?>
<Relationships xmlns="http://schemas.openxmlformats.org/package/2006/relationships"><Relationship Id="rId3" Type="http://schemas.openxmlformats.org/officeDocument/2006/relationships/themeOverride" Target="../theme/themeOverride79.xml"/><Relationship Id="rId2" Type="http://schemas.microsoft.com/office/2011/relationships/chartColorStyle" Target="colors97.xml"/><Relationship Id="rId1" Type="http://schemas.microsoft.com/office/2011/relationships/chartStyle" Target="style97.xml"/><Relationship Id="rId4" Type="http://schemas.openxmlformats.org/officeDocument/2006/relationships/package" Target="../embeddings/Microsoft_Excel_Worksheet96.xlsx"/></Relationships>
</file>

<file path=ppt/charts/_rels/chart98.xml.rels><?xml version="1.0" encoding="UTF-8" standalone="yes"?>
<Relationships xmlns="http://schemas.openxmlformats.org/package/2006/relationships"><Relationship Id="rId3" Type="http://schemas.openxmlformats.org/officeDocument/2006/relationships/package" Target="../embeddings/Microsoft_Excel_Worksheet97.xlsx"/><Relationship Id="rId2" Type="http://schemas.microsoft.com/office/2011/relationships/chartColorStyle" Target="colors98.xml"/><Relationship Id="rId1" Type="http://schemas.microsoft.com/office/2011/relationships/chartStyle" Target="style98.xml"/></Relationships>
</file>

<file path=ppt/charts/_rels/chart99.xml.rels><?xml version="1.0" encoding="UTF-8" standalone="yes"?>
<Relationships xmlns="http://schemas.openxmlformats.org/package/2006/relationships"><Relationship Id="rId3" Type="http://schemas.openxmlformats.org/officeDocument/2006/relationships/package" Target="../embeddings/Microsoft_Excel_Worksheet98.xlsx"/><Relationship Id="rId2" Type="http://schemas.microsoft.com/office/2011/relationships/chartColorStyle" Target="colors99.xml"/><Relationship Id="rId1" Type="http://schemas.microsoft.com/office/2011/relationships/chartStyle" Target="style99.xml"/></Relationships>
</file>

<file path=ppt/charts/_rels/chart100.xml.rels><?xml version="1.0" encoding="UTF-8" standalone="yes"?>
<Relationships xmlns="http://schemas.openxmlformats.org/package/2006/relationships"><Relationship Id="rId3" Type="http://schemas.openxmlformats.org/officeDocument/2006/relationships/package" Target="../embeddings/Microsoft_Excel_Worksheet99.xlsx"/><Relationship Id="rId2" Type="http://schemas.microsoft.com/office/2011/relationships/chartColorStyle" Target="colors100.xml"/><Relationship Id="rId1" Type="http://schemas.microsoft.com/office/2011/relationships/chartStyle" Target="style100.xml"/></Relationships>
</file>

<file path=ppt/charts/_rels/chart101.xml.rels><?xml version="1.0" encoding="UTF-8" standalone="yes"?>
<Relationships xmlns="http://schemas.openxmlformats.org/package/2006/relationships"><Relationship Id="rId3" Type="http://schemas.openxmlformats.org/officeDocument/2006/relationships/package" Target="../embeddings/Microsoft_Excel_Worksheet100.xlsx"/><Relationship Id="rId2" Type="http://schemas.microsoft.com/office/2011/relationships/chartColorStyle" Target="colors101.xml"/><Relationship Id="rId1" Type="http://schemas.microsoft.com/office/2011/relationships/chartStyle" Target="style101.xml"/></Relationships>
</file>

<file path=ppt/charts/_rels/chart102.xml.rels><?xml version="1.0" encoding="UTF-8" standalone="yes"?>
<Relationships xmlns="http://schemas.openxmlformats.org/package/2006/relationships"><Relationship Id="rId3" Type="http://schemas.openxmlformats.org/officeDocument/2006/relationships/themeOverride" Target="../theme/themeOverride80.xml"/><Relationship Id="rId2" Type="http://schemas.microsoft.com/office/2011/relationships/chartColorStyle" Target="colors102.xml"/><Relationship Id="rId1" Type="http://schemas.microsoft.com/office/2011/relationships/chartStyle" Target="style102.xml"/><Relationship Id="rId4" Type="http://schemas.openxmlformats.org/officeDocument/2006/relationships/package" Target="../embeddings/Microsoft_Excel_Worksheet101.xlsx"/></Relationships>
</file>

<file path=ppt/charts/_rels/chart103.xml.rels><?xml version="1.0" encoding="UTF-8" standalone="yes"?>
<Relationships xmlns="http://schemas.openxmlformats.org/package/2006/relationships"><Relationship Id="rId3" Type="http://schemas.openxmlformats.org/officeDocument/2006/relationships/themeOverride" Target="../theme/themeOverride81.xml"/><Relationship Id="rId2" Type="http://schemas.microsoft.com/office/2011/relationships/chartColorStyle" Target="colors103.xml"/><Relationship Id="rId1" Type="http://schemas.microsoft.com/office/2011/relationships/chartStyle" Target="style103.xml"/><Relationship Id="rId4" Type="http://schemas.openxmlformats.org/officeDocument/2006/relationships/package" Target="../embeddings/Microsoft_Excel_Worksheet102.xlsx"/></Relationships>
</file>

<file path=ppt/charts/_rels/chart104.xml.rels><?xml version="1.0" encoding="UTF-8" standalone="yes"?>
<Relationships xmlns="http://schemas.openxmlformats.org/package/2006/relationships"><Relationship Id="rId3" Type="http://schemas.openxmlformats.org/officeDocument/2006/relationships/package" Target="../embeddings/Microsoft_Excel_Worksheet103.xlsx"/><Relationship Id="rId2" Type="http://schemas.microsoft.com/office/2011/relationships/chartColorStyle" Target="colors104.xml"/><Relationship Id="rId1" Type="http://schemas.microsoft.com/office/2011/relationships/chartStyle" Target="style104.xml"/></Relationships>
</file>

<file path=ppt/charts/_rels/chart105.xml.rels><?xml version="1.0" encoding="UTF-8" standalone="yes"?>
<Relationships xmlns="http://schemas.openxmlformats.org/package/2006/relationships"><Relationship Id="rId3" Type="http://schemas.openxmlformats.org/officeDocument/2006/relationships/package" Target="../embeddings/Microsoft_Excel_Worksheet104.xlsx"/><Relationship Id="rId2" Type="http://schemas.microsoft.com/office/2011/relationships/chartColorStyle" Target="colors105.xml"/><Relationship Id="rId1" Type="http://schemas.microsoft.com/office/2011/relationships/chartStyle" Target="style105.xml"/></Relationships>
</file>

<file path=ppt/charts/_rels/chart106.xml.rels><?xml version="1.0" encoding="UTF-8" standalone="yes"?>
<Relationships xmlns="http://schemas.openxmlformats.org/package/2006/relationships"><Relationship Id="rId3" Type="http://schemas.openxmlformats.org/officeDocument/2006/relationships/package" Target="../embeddings/Microsoft_Excel_Worksheet105.xlsx"/><Relationship Id="rId2" Type="http://schemas.microsoft.com/office/2011/relationships/chartColorStyle" Target="colors106.xml"/><Relationship Id="rId1" Type="http://schemas.microsoft.com/office/2011/relationships/chartStyle" Target="style106.xml"/></Relationships>
</file>

<file path=ppt/charts/_rels/chart107.xml.rels><?xml version="1.0" encoding="UTF-8" standalone="yes"?>
<Relationships xmlns="http://schemas.openxmlformats.org/package/2006/relationships"><Relationship Id="rId3" Type="http://schemas.openxmlformats.org/officeDocument/2006/relationships/package" Target="../embeddings/Microsoft_Excel_Worksheet106.xlsx"/><Relationship Id="rId2" Type="http://schemas.microsoft.com/office/2011/relationships/chartColorStyle" Target="colors107.xml"/><Relationship Id="rId1" Type="http://schemas.microsoft.com/office/2011/relationships/chartStyle" Target="style107.xml"/></Relationships>
</file>

<file path=ppt/charts/_rels/chart108.xml.rels><?xml version="1.0" encoding="UTF-8" standalone="yes"?>
<Relationships xmlns="http://schemas.openxmlformats.org/package/2006/relationships"><Relationship Id="rId3" Type="http://schemas.openxmlformats.org/officeDocument/2006/relationships/themeOverride" Target="../theme/themeOverride82.xml"/><Relationship Id="rId2" Type="http://schemas.microsoft.com/office/2011/relationships/chartColorStyle" Target="colors108.xml"/><Relationship Id="rId1" Type="http://schemas.microsoft.com/office/2011/relationships/chartStyle" Target="style108.xml"/><Relationship Id="rId4" Type="http://schemas.openxmlformats.org/officeDocument/2006/relationships/package" Target="../embeddings/Microsoft_Excel_Worksheet107.xlsx"/></Relationships>
</file>

<file path=ppt/charts/_rels/chart109.xml.rels><?xml version="1.0" encoding="UTF-8" standalone="yes"?>
<Relationships xmlns="http://schemas.openxmlformats.org/package/2006/relationships"><Relationship Id="rId3" Type="http://schemas.openxmlformats.org/officeDocument/2006/relationships/themeOverride" Target="../theme/themeOverride83.xml"/><Relationship Id="rId2" Type="http://schemas.microsoft.com/office/2011/relationships/chartColorStyle" Target="colors109.xml"/><Relationship Id="rId1" Type="http://schemas.microsoft.com/office/2011/relationships/chartStyle" Target="style109.xml"/><Relationship Id="rId4" Type="http://schemas.openxmlformats.org/officeDocument/2006/relationships/package" Target="../embeddings/Microsoft_Excel_Worksheet108.xlsx"/></Relationships>
</file>

<file path=ppt/charts/_rels/chart110.xml.rels><?xml version="1.0" encoding="UTF-8" standalone="yes"?>
<Relationships xmlns="http://schemas.openxmlformats.org/package/2006/relationships"><Relationship Id="rId3" Type="http://schemas.openxmlformats.org/officeDocument/2006/relationships/themeOverride" Target="../theme/themeOverride84.xml"/><Relationship Id="rId2" Type="http://schemas.microsoft.com/office/2011/relationships/chartColorStyle" Target="colors110.xml"/><Relationship Id="rId1" Type="http://schemas.microsoft.com/office/2011/relationships/chartStyle" Target="style110.xml"/><Relationship Id="rId4" Type="http://schemas.openxmlformats.org/officeDocument/2006/relationships/package" Target="../embeddings/Microsoft_Excel_Worksheet109.xlsx"/></Relationships>
</file>

<file path=ppt/charts/_rels/chart111.xml.rels><?xml version="1.0" encoding="UTF-8" standalone="yes"?>
<Relationships xmlns="http://schemas.openxmlformats.org/package/2006/relationships"><Relationship Id="rId3" Type="http://schemas.openxmlformats.org/officeDocument/2006/relationships/themeOverride" Target="../theme/themeOverride85.xml"/><Relationship Id="rId2" Type="http://schemas.microsoft.com/office/2011/relationships/chartColorStyle" Target="colors111.xml"/><Relationship Id="rId1" Type="http://schemas.microsoft.com/office/2011/relationships/chartStyle" Target="style111.xml"/><Relationship Id="rId4" Type="http://schemas.openxmlformats.org/officeDocument/2006/relationships/package" Target="../embeddings/Microsoft_Excel_Worksheet110.xlsx"/></Relationships>
</file>

<file path=ppt/charts/_rels/chart112.xml.rels><?xml version="1.0" encoding="UTF-8" standalone="yes"?>
<Relationships xmlns="http://schemas.openxmlformats.org/package/2006/relationships"><Relationship Id="rId3" Type="http://schemas.openxmlformats.org/officeDocument/2006/relationships/themeOverride" Target="../theme/themeOverride86.xml"/><Relationship Id="rId2" Type="http://schemas.microsoft.com/office/2011/relationships/chartColorStyle" Target="colors112.xml"/><Relationship Id="rId1" Type="http://schemas.microsoft.com/office/2011/relationships/chartStyle" Target="style112.xml"/><Relationship Id="rId4" Type="http://schemas.openxmlformats.org/officeDocument/2006/relationships/package" Target="../embeddings/Microsoft_Excel_Worksheet111.xlsx"/></Relationships>
</file>

<file path=ppt/charts/_rels/chart113.xml.rels><?xml version="1.0" encoding="UTF-8" standalone="yes"?>
<Relationships xmlns="http://schemas.openxmlformats.org/package/2006/relationships"><Relationship Id="rId3" Type="http://schemas.openxmlformats.org/officeDocument/2006/relationships/themeOverride" Target="../theme/themeOverride87.xml"/><Relationship Id="rId2" Type="http://schemas.microsoft.com/office/2011/relationships/chartColorStyle" Target="colors113.xml"/><Relationship Id="rId1" Type="http://schemas.microsoft.com/office/2011/relationships/chartStyle" Target="style113.xml"/><Relationship Id="rId4" Type="http://schemas.openxmlformats.org/officeDocument/2006/relationships/package" Target="../embeddings/Microsoft_Excel_Worksheet112.xlsx"/></Relationships>
</file>

<file path=ppt/charts/_rels/chart114.xml.rels><?xml version="1.0" encoding="UTF-8" standalone="yes"?>
<Relationships xmlns="http://schemas.openxmlformats.org/package/2006/relationships"><Relationship Id="rId3" Type="http://schemas.openxmlformats.org/officeDocument/2006/relationships/themeOverride" Target="../theme/themeOverride88.xml"/><Relationship Id="rId2" Type="http://schemas.microsoft.com/office/2011/relationships/chartColorStyle" Target="colors114.xml"/><Relationship Id="rId1" Type="http://schemas.microsoft.com/office/2011/relationships/chartStyle" Target="style114.xml"/><Relationship Id="rId4" Type="http://schemas.openxmlformats.org/officeDocument/2006/relationships/package" Target="../embeddings/Microsoft_Excel_Worksheet113.xlsx"/></Relationships>
</file>

<file path=ppt/charts/_rels/chart115.xml.rels><?xml version="1.0" encoding="UTF-8" standalone="yes"?>
<Relationships xmlns="http://schemas.openxmlformats.org/package/2006/relationships"><Relationship Id="rId3" Type="http://schemas.openxmlformats.org/officeDocument/2006/relationships/themeOverride" Target="../theme/themeOverride89.xml"/><Relationship Id="rId2" Type="http://schemas.microsoft.com/office/2011/relationships/chartColorStyle" Target="colors115.xml"/><Relationship Id="rId1" Type="http://schemas.microsoft.com/office/2011/relationships/chartStyle" Target="style115.xml"/><Relationship Id="rId4" Type="http://schemas.openxmlformats.org/officeDocument/2006/relationships/package" Target="../embeddings/Microsoft_Excel_Worksheet114.xlsx"/></Relationships>
</file>

<file path=ppt/charts/_rels/chart116.xml.rels><?xml version="1.0" encoding="UTF-8" standalone="yes"?>
<Relationships xmlns="http://schemas.openxmlformats.org/package/2006/relationships"><Relationship Id="rId3" Type="http://schemas.openxmlformats.org/officeDocument/2006/relationships/themeOverride" Target="../theme/themeOverride90.xml"/><Relationship Id="rId2" Type="http://schemas.microsoft.com/office/2011/relationships/chartColorStyle" Target="colors116.xml"/><Relationship Id="rId1" Type="http://schemas.microsoft.com/office/2011/relationships/chartStyle" Target="style116.xml"/><Relationship Id="rId4" Type="http://schemas.openxmlformats.org/officeDocument/2006/relationships/package" Target="../embeddings/Microsoft_Excel_Worksheet115.xlsx"/></Relationships>
</file>

<file path=ppt/charts/_rels/chart117.xml.rels><?xml version="1.0" encoding="UTF-8" standalone="yes"?>
<Relationships xmlns="http://schemas.openxmlformats.org/package/2006/relationships"><Relationship Id="rId3" Type="http://schemas.openxmlformats.org/officeDocument/2006/relationships/themeOverride" Target="../theme/themeOverride91.xml"/><Relationship Id="rId2" Type="http://schemas.microsoft.com/office/2011/relationships/chartColorStyle" Target="colors117.xml"/><Relationship Id="rId1" Type="http://schemas.microsoft.com/office/2011/relationships/chartStyle" Target="style117.xml"/><Relationship Id="rId4" Type="http://schemas.openxmlformats.org/officeDocument/2006/relationships/package" Target="../embeddings/Microsoft_Excel_Worksheet116.xlsx"/></Relationships>
</file>

<file path=ppt/charts/_rels/chart118.xml.rels><?xml version="1.0" encoding="UTF-8" standalone="yes"?>
<Relationships xmlns="http://schemas.openxmlformats.org/package/2006/relationships"><Relationship Id="rId3" Type="http://schemas.openxmlformats.org/officeDocument/2006/relationships/themeOverride" Target="../theme/themeOverride92.xml"/><Relationship Id="rId2" Type="http://schemas.microsoft.com/office/2011/relationships/chartColorStyle" Target="colors118.xml"/><Relationship Id="rId1" Type="http://schemas.microsoft.com/office/2011/relationships/chartStyle" Target="style118.xml"/><Relationship Id="rId4" Type="http://schemas.openxmlformats.org/officeDocument/2006/relationships/package" Target="../embeddings/Microsoft_Excel_Worksheet117.xlsx"/></Relationships>
</file>

<file path=ppt/charts/_rels/chart119.xml.rels><?xml version="1.0" encoding="UTF-8" standalone="yes"?>
<Relationships xmlns="http://schemas.openxmlformats.org/package/2006/relationships"><Relationship Id="rId3" Type="http://schemas.openxmlformats.org/officeDocument/2006/relationships/themeOverride" Target="../theme/themeOverride93.xml"/><Relationship Id="rId2" Type="http://schemas.microsoft.com/office/2011/relationships/chartColorStyle" Target="colors119.xml"/><Relationship Id="rId1" Type="http://schemas.microsoft.com/office/2011/relationships/chartStyle" Target="style119.xml"/><Relationship Id="rId4" Type="http://schemas.openxmlformats.org/officeDocument/2006/relationships/package" Target="../embeddings/Microsoft_Excel_Worksheet118.xlsx"/></Relationships>
</file>

<file path=ppt/charts/_rels/chart120.xml.rels><?xml version="1.0" encoding="UTF-8" standalone="yes"?>
<Relationships xmlns="http://schemas.openxmlformats.org/package/2006/relationships"><Relationship Id="rId3" Type="http://schemas.openxmlformats.org/officeDocument/2006/relationships/themeOverride" Target="../theme/themeOverride94.xml"/><Relationship Id="rId2" Type="http://schemas.microsoft.com/office/2011/relationships/chartColorStyle" Target="colors120.xml"/><Relationship Id="rId1" Type="http://schemas.microsoft.com/office/2011/relationships/chartStyle" Target="style120.xml"/><Relationship Id="rId4" Type="http://schemas.openxmlformats.org/officeDocument/2006/relationships/package" Target="../embeddings/Microsoft_Excel_Worksheet119.xlsx"/></Relationships>
</file>

<file path=ppt/charts/_rels/chart121.xml.rels><?xml version="1.0" encoding="UTF-8" standalone="yes"?>
<Relationships xmlns="http://schemas.openxmlformats.org/package/2006/relationships"><Relationship Id="rId3" Type="http://schemas.openxmlformats.org/officeDocument/2006/relationships/themeOverride" Target="../theme/themeOverride95.xml"/><Relationship Id="rId2" Type="http://schemas.microsoft.com/office/2011/relationships/chartColorStyle" Target="colors121.xml"/><Relationship Id="rId1" Type="http://schemas.microsoft.com/office/2011/relationships/chartStyle" Target="style121.xml"/><Relationship Id="rId4" Type="http://schemas.openxmlformats.org/officeDocument/2006/relationships/package" Target="../embeddings/Microsoft_Excel_Worksheet120.xlsx"/></Relationships>
</file>

<file path=ppt/charts/_rels/chart122.xml.rels><?xml version="1.0" encoding="UTF-8" standalone="yes"?>
<Relationships xmlns="http://schemas.openxmlformats.org/package/2006/relationships"><Relationship Id="rId3" Type="http://schemas.openxmlformats.org/officeDocument/2006/relationships/themeOverride" Target="../theme/themeOverride96.xml"/><Relationship Id="rId2" Type="http://schemas.microsoft.com/office/2011/relationships/chartColorStyle" Target="colors122.xml"/><Relationship Id="rId1" Type="http://schemas.microsoft.com/office/2011/relationships/chartStyle" Target="style122.xml"/><Relationship Id="rId4" Type="http://schemas.openxmlformats.org/officeDocument/2006/relationships/package" Target="../embeddings/Microsoft_Excel_Worksheet121.xlsx"/></Relationships>
</file>

<file path=ppt/charts/_rels/chart123.xml.rels><?xml version="1.0" encoding="UTF-8" standalone="yes"?>
<Relationships xmlns="http://schemas.openxmlformats.org/package/2006/relationships"><Relationship Id="rId3" Type="http://schemas.openxmlformats.org/officeDocument/2006/relationships/themeOverride" Target="../theme/themeOverride97.xml"/><Relationship Id="rId2" Type="http://schemas.microsoft.com/office/2011/relationships/chartColorStyle" Target="colors123.xml"/><Relationship Id="rId1" Type="http://schemas.microsoft.com/office/2011/relationships/chartStyle" Target="style123.xml"/><Relationship Id="rId4" Type="http://schemas.openxmlformats.org/officeDocument/2006/relationships/package" Target="../embeddings/Microsoft_Excel_Worksheet122.xlsx"/></Relationships>
</file>

<file path=ppt/charts/_rels/chart124.xml.rels><?xml version="1.0" encoding="UTF-8" standalone="yes"?>
<Relationships xmlns="http://schemas.openxmlformats.org/package/2006/relationships"><Relationship Id="rId3" Type="http://schemas.openxmlformats.org/officeDocument/2006/relationships/themeOverride" Target="../theme/themeOverride98.xml"/><Relationship Id="rId2" Type="http://schemas.microsoft.com/office/2011/relationships/chartColorStyle" Target="colors124.xml"/><Relationship Id="rId1" Type="http://schemas.microsoft.com/office/2011/relationships/chartStyle" Target="style124.xml"/><Relationship Id="rId4" Type="http://schemas.openxmlformats.org/officeDocument/2006/relationships/package" Target="../embeddings/Microsoft_Excel_Worksheet123.xlsx"/></Relationships>
</file>

<file path=ppt/charts/_rels/chart125.xml.rels><?xml version="1.0" encoding="UTF-8" standalone="yes"?>
<Relationships xmlns="http://schemas.openxmlformats.org/package/2006/relationships"><Relationship Id="rId3" Type="http://schemas.openxmlformats.org/officeDocument/2006/relationships/themeOverride" Target="../theme/themeOverride99.xml"/><Relationship Id="rId2" Type="http://schemas.microsoft.com/office/2011/relationships/chartColorStyle" Target="colors125.xml"/><Relationship Id="rId1" Type="http://schemas.microsoft.com/office/2011/relationships/chartStyle" Target="style125.xml"/><Relationship Id="rId4" Type="http://schemas.openxmlformats.org/officeDocument/2006/relationships/package" Target="../embeddings/Microsoft_Excel_Worksheet124.xlsx"/></Relationships>
</file>

<file path=ppt/charts/_rels/chart126.xml.rels><?xml version="1.0" encoding="UTF-8" standalone="yes"?>
<Relationships xmlns="http://schemas.openxmlformats.org/package/2006/relationships"><Relationship Id="rId3" Type="http://schemas.openxmlformats.org/officeDocument/2006/relationships/themeOverride" Target="../theme/themeOverride100.xml"/><Relationship Id="rId2" Type="http://schemas.microsoft.com/office/2011/relationships/chartColorStyle" Target="colors126.xml"/><Relationship Id="rId1" Type="http://schemas.microsoft.com/office/2011/relationships/chartStyle" Target="style126.xml"/><Relationship Id="rId4" Type="http://schemas.openxmlformats.org/officeDocument/2006/relationships/package" Target="../embeddings/Microsoft_Excel_Worksheet125.xlsx"/></Relationships>
</file>

<file path=ppt/charts/_rels/chart127.xml.rels><?xml version="1.0" encoding="UTF-8" standalone="yes"?>
<Relationships xmlns="http://schemas.openxmlformats.org/package/2006/relationships"><Relationship Id="rId3" Type="http://schemas.openxmlformats.org/officeDocument/2006/relationships/themeOverride" Target="../theme/themeOverride101.xml"/><Relationship Id="rId2" Type="http://schemas.microsoft.com/office/2011/relationships/chartColorStyle" Target="colors127.xml"/><Relationship Id="rId1" Type="http://schemas.microsoft.com/office/2011/relationships/chartStyle" Target="style127.xml"/><Relationship Id="rId4" Type="http://schemas.openxmlformats.org/officeDocument/2006/relationships/package" Target="../embeddings/Microsoft_Excel_Worksheet126.xlsx"/></Relationships>
</file>

<file path=ppt/charts/_rels/chart128.xml.rels><?xml version="1.0" encoding="UTF-8" standalone="yes"?>
<Relationships xmlns="http://schemas.openxmlformats.org/package/2006/relationships"><Relationship Id="rId3" Type="http://schemas.openxmlformats.org/officeDocument/2006/relationships/themeOverride" Target="../theme/themeOverride102.xml"/><Relationship Id="rId2" Type="http://schemas.microsoft.com/office/2011/relationships/chartColorStyle" Target="colors128.xml"/><Relationship Id="rId1" Type="http://schemas.microsoft.com/office/2011/relationships/chartStyle" Target="style128.xml"/><Relationship Id="rId4" Type="http://schemas.openxmlformats.org/officeDocument/2006/relationships/package" Target="../embeddings/Microsoft_Excel_Worksheet127.xlsx"/></Relationships>
</file>

<file path=ppt/charts/_rels/chart129.xml.rels><?xml version="1.0" encoding="UTF-8" standalone="yes"?>
<Relationships xmlns="http://schemas.openxmlformats.org/package/2006/relationships"><Relationship Id="rId3" Type="http://schemas.openxmlformats.org/officeDocument/2006/relationships/themeOverride" Target="../theme/themeOverride103.xml"/><Relationship Id="rId2" Type="http://schemas.microsoft.com/office/2011/relationships/chartColorStyle" Target="colors129.xml"/><Relationship Id="rId1" Type="http://schemas.microsoft.com/office/2011/relationships/chartStyle" Target="style129.xml"/><Relationship Id="rId4" Type="http://schemas.openxmlformats.org/officeDocument/2006/relationships/package" Target="../embeddings/Microsoft_Excel_Worksheet128.xlsx"/></Relationships>
</file>

<file path=ppt/charts/_rels/chart130.xml.rels><?xml version="1.0" encoding="UTF-8" standalone="yes"?>
<Relationships xmlns="http://schemas.openxmlformats.org/package/2006/relationships"><Relationship Id="rId3" Type="http://schemas.openxmlformats.org/officeDocument/2006/relationships/themeOverride" Target="../theme/themeOverride104.xml"/><Relationship Id="rId2" Type="http://schemas.microsoft.com/office/2011/relationships/chartColorStyle" Target="colors130.xml"/><Relationship Id="rId1" Type="http://schemas.microsoft.com/office/2011/relationships/chartStyle" Target="style130.xml"/><Relationship Id="rId4" Type="http://schemas.openxmlformats.org/officeDocument/2006/relationships/package" Target="../embeddings/Microsoft_Excel_Worksheet129.xlsx"/></Relationships>
</file>

<file path=ppt/charts/_rels/chart131.xml.rels><?xml version="1.0" encoding="UTF-8" standalone="yes"?>
<Relationships xmlns="http://schemas.openxmlformats.org/package/2006/relationships"><Relationship Id="rId3" Type="http://schemas.openxmlformats.org/officeDocument/2006/relationships/themeOverride" Target="../theme/themeOverride105.xml"/><Relationship Id="rId2" Type="http://schemas.microsoft.com/office/2011/relationships/chartColorStyle" Target="colors131.xml"/><Relationship Id="rId1" Type="http://schemas.microsoft.com/office/2011/relationships/chartStyle" Target="style131.xml"/><Relationship Id="rId4" Type="http://schemas.openxmlformats.org/officeDocument/2006/relationships/package" Target="../embeddings/Microsoft_Excel_Worksheet130.xlsx"/></Relationships>
</file>

<file path=ppt/charts/_rels/chart132.xml.rels><?xml version="1.0" encoding="UTF-8" standalone="yes"?>
<Relationships xmlns="http://schemas.openxmlformats.org/package/2006/relationships"><Relationship Id="rId3" Type="http://schemas.openxmlformats.org/officeDocument/2006/relationships/themeOverride" Target="../theme/themeOverride106.xml"/><Relationship Id="rId2" Type="http://schemas.microsoft.com/office/2011/relationships/chartColorStyle" Target="colors132.xml"/><Relationship Id="rId1" Type="http://schemas.microsoft.com/office/2011/relationships/chartStyle" Target="style132.xml"/><Relationship Id="rId4" Type="http://schemas.openxmlformats.org/officeDocument/2006/relationships/package" Target="../embeddings/Microsoft_Excel_Worksheet131.xlsx"/></Relationships>
</file>

<file path=ppt/charts/_rels/chart133.xml.rels><?xml version="1.0" encoding="UTF-8" standalone="yes"?>
<Relationships xmlns="http://schemas.openxmlformats.org/package/2006/relationships"><Relationship Id="rId3" Type="http://schemas.openxmlformats.org/officeDocument/2006/relationships/themeOverride" Target="../theme/themeOverride107.xml"/><Relationship Id="rId2" Type="http://schemas.microsoft.com/office/2011/relationships/chartColorStyle" Target="colors133.xml"/><Relationship Id="rId1" Type="http://schemas.microsoft.com/office/2011/relationships/chartStyle" Target="style133.xml"/><Relationship Id="rId4" Type="http://schemas.openxmlformats.org/officeDocument/2006/relationships/package" Target="../embeddings/Microsoft_Excel_Worksheet132.xlsx"/></Relationships>
</file>

<file path=ppt/charts/_rels/chart134.xml.rels><?xml version="1.0" encoding="UTF-8" standalone="yes"?>
<Relationships xmlns="http://schemas.openxmlformats.org/package/2006/relationships"><Relationship Id="rId3" Type="http://schemas.openxmlformats.org/officeDocument/2006/relationships/themeOverride" Target="../theme/themeOverride108.xml"/><Relationship Id="rId2" Type="http://schemas.microsoft.com/office/2011/relationships/chartColorStyle" Target="colors134.xml"/><Relationship Id="rId1" Type="http://schemas.microsoft.com/office/2011/relationships/chartStyle" Target="style134.xml"/><Relationship Id="rId4" Type="http://schemas.openxmlformats.org/officeDocument/2006/relationships/package" Target="../embeddings/Microsoft_Excel_Worksheet133.xlsx"/></Relationships>
</file>

<file path=ppt/charts/_rels/chart135.xml.rels><?xml version="1.0" encoding="UTF-8" standalone="yes"?>
<Relationships xmlns="http://schemas.openxmlformats.org/package/2006/relationships"><Relationship Id="rId3" Type="http://schemas.openxmlformats.org/officeDocument/2006/relationships/themeOverride" Target="../theme/themeOverride109.xml"/><Relationship Id="rId2" Type="http://schemas.microsoft.com/office/2011/relationships/chartColorStyle" Target="colors135.xml"/><Relationship Id="rId1" Type="http://schemas.microsoft.com/office/2011/relationships/chartStyle" Target="style135.xml"/><Relationship Id="rId4" Type="http://schemas.openxmlformats.org/officeDocument/2006/relationships/package" Target="../embeddings/Microsoft_Excel_Worksheet134.xlsx"/></Relationships>
</file>

<file path=ppt/charts/_rels/chart136.xml.rels><?xml version="1.0" encoding="UTF-8" standalone="yes"?>
<Relationships xmlns="http://schemas.openxmlformats.org/package/2006/relationships"><Relationship Id="rId3" Type="http://schemas.openxmlformats.org/officeDocument/2006/relationships/themeOverride" Target="../theme/themeOverride110.xml"/><Relationship Id="rId2" Type="http://schemas.microsoft.com/office/2011/relationships/chartColorStyle" Target="colors136.xml"/><Relationship Id="rId1" Type="http://schemas.microsoft.com/office/2011/relationships/chartStyle" Target="style136.xml"/><Relationship Id="rId4" Type="http://schemas.openxmlformats.org/officeDocument/2006/relationships/package" Target="../embeddings/Microsoft_Excel_Worksheet135.xlsx"/></Relationships>
</file>

<file path=ppt/charts/_rels/chart137.xml.rels><?xml version="1.0" encoding="UTF-8" standalone="yes"?>
<Relationships xmlns="http://schemas.openxmlformats.org/package/2006/relationships"><Relationship Id="rId3" Type="http://schemas.openxmlformats.org/officeDocument/2006/relationships/themeOverride" Target="../theme/themeOverride111.xml"/><Relationship Id="rId2" Type="http://schemas.microsoft.com/office/2011/relationships/chartColorStyle" Target="colors137.xml"/><Relationship Id="rId1" Type="http://schemas.microsoft.com/office/2011/relationships/chartStyle" Target="style137.xml"/><Relationship Id="rId4" Type="http://schemas.openxmlformats.org/officeDocument/2006/relationships/package" Target="../embeddings/Microsoft_Excel_Worksheet136.xlsx"/></Relationships>
</file>

<file path=ppt/charts/_rels/chart138.xml.rels><?xml version="1.0" encoding="UTF-8" standalone="yes"?>
<Relationships xmlns="http://schemas.openxmlformats.org/package/2006/relationships"><Relationship Id="rId3" Type="http://schemas.openxmlformats.org/officeDocument/2006/relationships/themeOverride" Target="../theme/themeOverride112.xml"/><Relationship Id="rId2" Type="http://schemas.microsoft.com/office/2011/relationships/chartColorStyle" Target="colors138.xml"/><Relationship Id="rId1" Type="http://schemas.microsoft.com/office/2011/relationships/chartStyle" Target="style138.xml"/><Relationship Id="rId4" Type="http://schemas.openxmlformats.org/officeDocument/2006/relationships/package" Target="../embeddings/Microsoft_Excel_Worksheet137.xlsx"/></Relationships>
</file>

<file path=ppt/charts/_rels/chart139.xml.rels><?xml version="1.0" encoding="UTF-8" standalone="yes"?>
<Relationships xmlns="http://schemas.openxmlformats.org/package/2006/relationships"><Relationship Id="rId3" Type="http://schemas.openxmlformats.org/officeDocument/2006/relationships/themeOverride" Target="../theme/themeOverride113.xml"/><Relationship Id="rId2" Type="http://schemas.microsoft.com/office/2011/relationships/chartColorStyle" Target="colors139.xml"/><Relationship Id="rId1" Type="http://schemas.microsoft.com/office/2011/relationships/chartStyle" Target="style139.xml"/><Relationship Id="rId4" Type="http://schemas.openxmlformats.org/officeDocument/2006/relationships/package" Target="../embeddings/Microsoft_Excel_Worksheet138.xlsx"/></Relationships>
</file>

<file path=ppt/charts/_rels/chart140.xml.rels><?xml version="1.0" encoding="UTF-8" standalone="yes"?>
<Relationships xmlns="http://schemas.openxmlformats.org/package/2006/relationships"><Relationship Id="rId3" Type="http://schemas.openxmlformats.org/officeDocument/2006/relationships/themeOverride" Target="../theme/themeOverride114.xml"/><Relationship Id="rId2" Type="http://schemas.microsoft.com/office/2011/relationships/chartColorStyle" Target="colors140.xml"/><Relationship Id="rId1" Type="http://schemas.microsoft.com/office/2011/relationships/chartStyle" Target="style140.xml"/><Relationship Id="rId4" Type="http://schemas.openxmlformats.org/officeDocument/2006/relationships/package" Target="../embeddings/Microsoft_Excel_Worksheet139.xlsx"/></Relationships>
</file>

<file path=ppt/charts/_rels/chart141.xml.rels><?xml version="1.0" encoding="UTF-8" standalone="yes"?>
<Relationships xmlns="http://schemas.openxmlformats.org/package/2006/relationships"><Relationship Id="rId3" Type="http://schemas.openxmlformats.org/officeDocument/2006/relationships/themeOverride" Target="../theme/themeOverride115.xml"/><Relationship Id="rId2" Type="http://schemas.microsoft.com/office/2011/relationships/chartColorStyle" Target="colors141.xml"/><Relationship Id="rId1" Type="http://schemas.microsoft.com/office/2011/relationships/chartStyle" Target="style141.xml"/><Relationship Id="rId4" Type="http://schemas.openxmlformats.org/officeDocument/2006/relationships/package" Target="../embeddings/Microsoft_Excel_Worksheet140.xlsx"/></Relationships>
</file>

<file path=ppt/charts/_rels/chart142.xml.rels><?xml version="1.0" encoding="UTF-8" standalone="yes"?>
<Relationships xmlns="http://schemas.openxmlformats.org/package/2006/relationships"><Relationship Id="rId3" Type="http://schemas.openxmlformats.org/officeDocument/2006/relationships/themeOverride" Target="../theme/themeOverride116.xml"/><Relationship Id="rId2" Type="http://schemas.microsoft.com/office/2011/relationships/chartColorStyle" Target="colors142.xml"/><Relationship Id="rId1" Type="http://schemas.microsoft.com/office/2011/relationships/chartStyle" Target="style142.xml"/><Relationship Id="rId4" Type="http://schemas.openxmlformats.org/officeDocument/2006/relationships/package" Target="../embeddings/Microsoft_Excel_Worksheet141.xlsx"/></Relationships>
</file>

<file path=ppt/charts/_rels/chart143.xml.rels><?xml version="1.0" encoding="UTF-8" standalone="yes"?>
<Relationships xmlns="http://schemas.openxmlformats.org/package/2006/relationships"><Relationship Id="rId3" Type="http://schemas.openxmlformats.org/officeDocument/2006/relationships/themeOverride" Target="../theme/themeOverride117.xml"/><Relationship Id="rId2" Type="http://schemas.microsoft.com/office/2011/relationships/chartColorStyle" Target="colors143.xml"/><Relationship Id="rId1" Type="http://schemas.microsoft.com/office/2011/relationships/chartStyle" Target="style143.xml"/><Relationship Id="rId4" Type="http://schemas.openxmlformats.org/officeDocument/2006/relationships/package" Target="../embeddings/Microsoft_Excel_Worksheet142.xlsx"/></Relationships>
</file>

<file path=ppt/charts/_rels/chart144.xml.rels><?xml version="1.0" encoding="UTF-8" standalone="yes"?>
<Relationships xmlns="http://schemas.openxmlformats.org/package/2006/relationships"><Relationship Id="rId3" Type="http://schemas.openxmlformats.org/officeDocument/2006/relationships/themeOverride" Target="../theme/themeOverride118.xml"/><Relationship Id="rId2" Type="http://schemas.microsoft.com/office/2011/relationships/chartColorStyle" Target="colors144.xml"/><Relationship Id="rId1" Type="http://schemas.microsoft.com/office/2011/relationships/chartStyle" Target="style144.xml"/><Relationship Id="rId4" Type="http://schemas.openxmlformats.org/officeDocument/2006/relationships/package" Target="../embeddings/Microsoft_Excel_Worksheet143.xlsx"/></Relationships>
</file>

<file path=ppt/charts/_rels/chart145.xml.rels><?xml version="1.0" encoding="UTF-8" standalone="yes"?>
<Relationships xmlns="http://schemas.openxmlformats.org/package/2006/relationships"><Relationship Id="rId3" Type="http://schemas.openxmlformats.org/officeDocument/2006/relationships/themeOverride" Target="../theme/themeOverride119.xml"/><Relationship Id="rId2" Type="http://schemas.microsoft.com/office/2011/relationships/chartColorStyle" Target="colors145.xml"/><Relationship Id="rId1" Type="http://schemas.microsoft.com/office/2011/relationships/chartStyle" Target="style145.xml"/><Relationship Id="rId4" Type="http://schemas.openxmlformats.org/officeDocument/2006/relationships/package" Target="../embeddings/Microsoft_Excel_Worksheet144.xlsx"/></Relationships>
</file>

<file path=ppt/charts/_rels/chart146.xml.rels><?xml version="1.0" encoding="UTF-8" standalone="yes"?>
<Relationships xmlns="http://schemas.openxmlformats.org/package/2006/relationships"><Relationship Id="rId3" Type="http://schemas.openxmlformats.org/officeDocument/2006/relationships/themeOverride" Target="../theme/themeOverride120.xml"/><Relationship Id="rId2" Type="http://schemas.microsoft.com/office/2011/relationships/chartColorStyle" Target="colors146.xml"/><Relationship Id="rId1" Type="http://schemas.microsoft.com/office/2011/relationships/chartStyle" Target="style146.xml"/><Relationship Id="rId4" Type="http://schemas.openxmlformats.org/officeDocument/2006/relationships/package" Target="../embeddings/Microsoft_Excel_Worksheet145.xlsx"/></Relationships>
</file>

<file path=ppt/charts/_rels/chart147.xml.rels><?xml version="1.0" encoding="UTF-8" standalone="yes"?>
<Relationships xmlns="http://schemas.openxmlformats.org/package/2006/relationships"><Relationship Id="rId3" Type="http://schemas.openxmlformats.org/officeDocument/2006/relationships/themeOverride" Target="../theme/themeOverride121.xml"/><Relationship Id="rId2" Type="http://schemas.microsoft.com/office/2011/relationships/chartColorStyle" Target="colors147.xml"/><Relationship Id="rId1" Type="http://schemas.microsoft.com/office/2011/relationships/chartStyle" Target="style147.xml"/><Relationship Id="rId4" Type="http://schemas.openxmlformats.org/officeDocument/2006/relationships/package" Target="../embeddings/Microsoft_Excel_Worksheet146.xlsx"/></Relationships>
</file>

<file path=ppt/charts/_rels/chart148.xml.rels><?xml version="1.0" encoding="UTF-8" standalone="yes"?>
<Relationships xmlns="http://schemas.openxmlformats.org/package/2006/relationships"><Relationship Id="rId3" Type="http://schemas.openxmlformats.org/officeDocument/2006/relationships/themeOverride" Target="../theme/themeOverride122.xml"/><Relationship Id="rId2" Type="http://schemas.microsoft.com/office/2011/relationships/chartColorStyle" Target="colors148.xml"/><Relationship Id="rId1" Type="http://schemas.microsoft.com/office/2011/relationships/chartStyle" Target="style148.xml"/><Relationship Id="rId4" Type="http://schemas.openxmlformats.org/officeDocument/2006/relationships/package" Target="../embeddings/Microsoft_Excel_Worksheet147.xlsx"/></Relationships>
</file>

<file path=ppt/charts/_rels/chart149.xml.rels><?xml version="1.0" encoding="UTF-8" standalone="yes"?>
<Relationships xmlns="http://schemas.openxmlformats.org/package/2006/relationships"><Relationship Id="rId3" Type="http://schemas.openxmlformats.org/officeDocument/2006/relationships/themeOverride" Target="../theme/themeOverride123.xml"/><Relationship Id="rId2" Type="http://schemas.microsoft.com/office/2011/relationships/chartColorStyle" Target="colors149.xml"/><Relationship Id="rId1" Type="http://schemas.microsoft.com/office/2011/relationships/chartStyle" Target="style149.xml"/><Relationship Id="rId4" Type="http://schemas.openxmlformats.org/officeDocument/2006/relationships/package" Target="../embeddings/Microsoft_Excel_Worksheet148.xlsx"/></Relationships>
</file>

<file path=ppt/charts/_rels/chart150.xml.rels><?xml version="1.0" encoding="UTF-8" standalone="yes"?>
<Relationships xmlns="http://schemas.openxmlformats.org/package/2006/relationships"><Relationship Id="rId3" Type="http://schemas.openxmlformats.org/officeDocument/2006/relationships/themeOverride" Target="../theme/themeOverride124.xml"/><Relationship Id="rId2" Type="http://schemas.microsoft.com/office/2011/relationships/chartColorStyle" Target="colors150.xml"/><Relationship Id="rId1" Type="http://schemas.microsoft.com/office/2011/relationships/chartStyle" Target="style150.xml"/><Relationship Id="rId4" Type="http://schemas.openxmlformats.org/officeDocument/2006/relationships/package" Target="../embeddings/Microsoft_Excel_Worksheet149.xlsx"/></Relationships>
</file>

<file path=ppt/charts/_rels/chart151.xml.rels><?xml version="1.0" encoding="UTF-8" standalone="yes"?>
<Relationships xmlns="http://schemas.openxmlformats.org/package/2006/relationships"><Relationship Id="rId3" Type="http://schemas.openxmlformats.org/officeDocument/2006/relationships/themeOverride" Target="../theme/themeOverride125.xml"/><Relationship Id="rId2" Type="http://schemas.microsoft.com/office/2011/relationships/chartColorStyle" Target="colors151.xml"/><Relationship Id="rId1" Type="http://schemas.microsoft.com/office/2011/relationships/chartStyle" Target="style151.xml"/><Relationship Id="rId4" Type="http://schemas.openxmlformats.org/officeDocument/2006/relationships/package" Target="../embeddings/Microsoft_Excel_Worksheet150.xlsx"/></Relationships>
</file>

<file path=ppt/charts/_rels/chart152.xml.rels><?xml version="1.0" encoding="UTF-8" standalone="yes"?>
<Relationships xmlns="http://schemas.openxmlformats.org/package/2006/relationships"><Relationship Id="rId3" Type="http://schemas.openxmlformats.org/officeDocument/2006/relationships/package" Target="../embeddings/Microsoft_Excel_Worksheet151.xlsx"/><Relationship Id="rId2" Type="http://schemas.microsoft.com/office/2011/relationships/chartColorStyle" Target="colors152.xml"/><Relationship Id="rId1" Type="http://schemas.microsoft.com/office/2011/relationships/chartStyle" Target="style152.xml"/></Relationships>
</file>

<file path=ppt/charts/_rels/chart153.xml.rels><?xml version="1.0" encoding="UTF-8" standalone="yes"?>
<Relationships xmlns="http://schemas.openxmlformats.org/package/2006/relationships"><Relationship Id="rId3" Type="http://schemas.openxmlformats.org/officeDocument/2006/relationships/package" Target="../embeddings/Microsoft_Excel_Worksheet152.xlsx"/><Relationship Id="rId2" Type="http://schemas.microsoft.com/office/2011/relationships/chartColorStyle" Target="colors153.xml"/><Relationship Id="rId1" Type="http://schemas.microsoft.com/office/2011/relationships/chartStyle" Target="style153.xml"/></Relationships>
</file>

<file path=ppt/charts/_rels/chart154.xml.rels><?xml version="1.0" encoding="UTF-8" standalone="yes"?>
<Relationships xmlns="http://schemas.openxmlformats.org/package/2006/relationships"><Relationship Id="rId3" Type="http://schemas.openxmlformats.org/officeDocument/2006/relationships/package" Target="../embeddings/Microsoft_Excel_Worksheet153.xlsx"/><Relationship Id="rId2" Type="http://schemas.microsoft.com/office/2011/relationships/chartColorStyle" Target="colors154.xml"/><Relationship Id="rId1" Type="http://schemas.microsoft.com/office/2011/relationships/chartStyle" Target="style154.xml"/></Relationships>
</file>

<file path=ppt/charts/_rels/chart155.xml.rels><?xml version="1.0" encoding="UTF-8" standalone="yes"?>
<Relationships xmlns="http://schemas.openxmlformats.org/package/2006/relationships"><Relationship Id="rId3" Type="http://schemas.openxmlformats.org/officeDocument/2006/relationships/package" Target="../embeddings/Microsoft_Excel_Worksheet154.xlsx"/><Relationship Id="rId2" Type="http://schemas.microsoft.com/office/2011/relationships/chartColorStyle" Target="colors155.xml"/><Relationship Id="rId1" Type="http://schemas.microsoft.com/office/2011/relationships/chartStyle" Target="style155.xml"/></Relationships>
</file>

<file path=ppt/charts/_rels/chart156.xml.rels><?xml version="1.0" encoding="UTF-8" standalone="yes"?>
<Relationships xmlns="http://schemas.openxmlformats.org/package/2006/relationships"><Relationship Id="rId3" Type="http://schemas.openxmlformats.org/officeDocument/2006/relationships/themeOverride" Target="../theme/themeOverride126.xml"/><Relationship Id="rId2" Type="http://schemas.microsoft.com/office/2011/relationships/chartColorStyle" Target="colors156.xml"/><Relationship Id="rId1" Type="http://schemas.microsoft.com/office/2011/relationships/chartStyle" Target="style156.xml"/><Relationship Id="rId4" Type="http://schemas.openxmlformats.org/officeDocument/2006/relationships/package" Target="../embeddings/Microsoft_Excel_Worksheet155.xlsx"/></Relationships>
</file>

<file path=ppt/charts/_rels/chart157.xml.rels><?xml version="1.0" encoding="UTF-8" standalone="yes"?>
<Relationships xmlns="http://schemas.openxmlformats.org/package/2006/relationships"><Relationship Id="rId3" Type="http://schemas.openxmlformats.org/officeDocument/2006/relationships/themeOverride" Target="../theme/themeOverride127.xml"/><Relationship Id="rId2" Type="http://schemas.microsoft.com/office/2011/relationships/chartColorStyle" Target="colors157.xml"/><Relationship Id="rId1" Type="http://schemas.microsoft.com/office/2011/relationships/chartStyle" Target="style157.xml"/><Relationship Id="rId4" Type="http://schemas.openxmlformats.org/officeDocument/2006/relationships/package" Target="../embeddings/Microsoft_Excel_Worksheet156.xlsx"/></Relationships>
</file>

<file path=ppt/charts/_rels/chart158.xml.rels><?xml version="1.0" encoding="UTF-8" standalone="yes"?>
<Relationships xmlns="http://schemas.openxmlformats.org/package/2006/relationships"><Relationship Id="rId3" Type="http://schemas.openxmlformats.org/officeDocument/2006/relationships/package" Target="../embeddings/Microsoft_Excel_Worksheet157.xlsx"/><Relationship Id="rId2" Type="http://schemas.microsoft.com/office/2011/relationships/chartColorStyle" Target="colors158.xml"/><Relationship Id="rId1" Type="http://schemas.microsoft.com/office/2011/relationships/chartStyle" Target="style158.xml"/></Relationships>
</file>

<file path=ppt/charts/_rels/chart159.xml.rels><?xml version="1.0" encoding="UTF-8" standalone="yes"?>
<Relationships xmlns="http://schemas.openxmlformats.org/package/2006/relationships"><Relationship Id="rId3" Type="http://schemas.openxmlformats.org/officeDocument/2006/relationships/package" Target="../embeddings/Microsoft_Excel_Worksheet158.xlsx"/><Relationship Id="rId2" Type="http://schemas.microsoft.com/office/2011/relationships/chartColorStyle" Target="colors159.xml"/><Relationship Id="rId1" Type="http://schemas.microsoft.com/office/2011/relationships/chartStyle" Target="style159.xml"/></Relationships>
</file>

<file path=ppt/charts/_rels/chart160.xml.rels><?xml version="1.0" encoding="UTF-8" standalone="yes"?>
<Relationships xmlns="http://schemas.openxmlformats.org/package/2006/relationships"><Relationship Id="rId3" Type="http://schemas.openxmlformats.org/officeDocument/2006/relationships/package" Target="../embeddings/Microsoft_Excel_Worksheet159.xlsx"/><Relationship Id="rId2" Type="http://schemas.microsoft.com/office/2011/relationships/chartColorStyle" Target="colors160.xml"/><Relationship Id="rId1" Type="http://schemas.microsoft.com/office/2011/relationships/chartStyle" Target="style160.xml"/></Relationships>
</file>

<file path=ppt/charts/_rels/chart161.xml.rels><?xml version="1.0" encoding="UTF-8" standalone="yes"?>
<Relationships xmlns="http://schemas.openxmlformats.org/package/2006/relationships"><Relationship Id="rId3" Type="http://schemas.openxmlformats.org/officeDocument/2006/relationships/package" Target="../embeddings/Microsoft_Excel_Worksheet160.xlsx"/><Relationship Id="rId2" Type="http://schemas.microsoft.com/office/2011/relationships/chartColorStyle" Target="colors161.xml"/><Relationship Id="rId1" Type="http://schemas.microsoft.com/office/2011/relationships/chartStyle" Target="style161.xml"/></Relationships>
</file>

<file path=ppt/charts/_rels/chart162.xml.rels><?xml version="1.0" encoding="UTF-8" standalone="yes"?>
<Relationships xmlns="http://schemas.openxmlformats.org/package/2006/relationships"><Relationship Id="rId3" Type="http://schemas.openxmlformats.org/officeDocument/2006/relationships/themeOverride" Target="../theme/themeOverride128.xml"/><Relationship Id="rId2" Type="http://schemas.microsoft.com/office/2011/relationships/chartColorStyle" Target="colors162.xml"/><Relationship Id="rId1" Type="http://schemas.microsoft.com/office/2011/relationships/chartStyle" Target="style162.xml"/><Relationship Id="rId4" Type="http://schemas.openxmlformats.org/officeDocument/2006/relationships/package" Target="../embeddings/Microsoft_Excel_Worksheet161.xlsx"/></Relationships>
</file>

<file path=ppt/charts/_rels/chart163.xml.rels><?xml version="1.0" encoding="UTF-8" standalone="yes"?>
<Relationships xmlns="http://schemas.openxmlformats.org/package/2006/relationships"><Relationship Id="rId3" Type="http://schemas.openxmlformats.org/officeDocument/2006/relationships/themeOverride" Target="../theme/themeOverride129.xml"/><Relationship Id="rId2" Type="http://schemas.microsoft.com/office/2011/relationships/chartColorStyle" Target="colors163.xml"/><Relationship Id="rId1" Type="http://schemas.microsoft.com/office/2011/relationships/chartStyle" Target="style163.xml"/><Relationship Id="rId4" Type="http://schemas.openxmlformats.org/officeDocument/2006/relationships/package" Target="../embeddings/Microsoft_Excel_Worksheet162.xlsx"/></Relationships>
</file>

<file path=ppt/charts/_rels/chart164.xml.rels><?xml version="1.0" encoding="UTF-8" standalone="yes"?>
<Relationships xmlns="http://schemas.openxmlformats.org/package/2006/relationships"><Relationship Id="rId3" Type="http://schemas.openxmlformats.org/officeDocument/2006/relationships/themeOverride" Target="../theme/themeOverride130.xml"/><Relationship Id="rId2" Type="http://schemas.microsoft.com/office/2011/relationships/chartColorStyle" Target="colors164.xml"/><Relationship Id="rId1" Type="http://schemas.microsoft.com/office/2011/relationships/chartStyle" Target="style164.xml"/><Relationship Id="rId4" Type="http://schemas.openxmlformats.org/officeDocument/2006/relationships/package" Target="../embeddings/Microsoft_Excel_Worksheet163.xlsx"/></Relationships>
</file>

<file path=ppt/charts/_rels/chart165.xml.rels><?xml version="1.0" encoding="UTF-8" standalone="yes"?>
<Relationships xmlns="http://schemas.openxmlformats.org/package/2006/relationships"><Relationship Id="rId3" Type="http://schemas.openxmlformats.org/officeDocument/2006/relationships/themeOverride" Target="../theme/themeOverride131.xml"/><Relationship Id="rId2" Type="http://schemas.microsoft.com/office/2011/relationships/chartColorStyle" Target="colors165.xml"/><Relationship Id="rId1" Type="http://schemas.microsoft.com/office/2011/relationships/chartStyle" Target="style165.xml"/><Relationship Id="rId4" Type="http://schemas.openxmlformats.org/officeDocument/2006/relationships/package" Target="../embeddings/Microsoft_Excel_Worksheet164.xlsx"/></Relationships>
</file>

<file path=ppt/charts/_rels/chart166.xml.rels><?xml version="1.0" encoding="UTF-8" standalone="yes"?>
<Relationships xmlns="http://schemas.openxmlformats.org/package/2006/relationships"><Relationship Id="rId3" Type="http://schemas.openxmlformats.org/officeDocument/2006/relationships/themeOverride" Target="../theme/themeOverride132.xml"/><Relationship Id="rId2" Type="http://schemas.microsoft.com/office/2011/relationships/chartColorStyle" Target="colors166.xml"/><Relationship Id="rId1" Type="http://schemas.microsoft.com/office/2011/relationships/chartStyle" Target="style166.xml"/><Relationship Id="rId4" Type="http://schemas.openxmlformats.org/officeDocument/2006/relationships/package" Target="../embeddings/Microsoft_Excel_Worksheet165.xlsx"/></Relationships>
</file>

<file path=ppt/charts/_rels/chart167.xml.rels><?xml version="1.0" encoding="UTF-8" standalone="yes"?>
<Relationships xmlns="http://schemas.openxmlformats.org/package/2006/relationships"><Relationship Id="rId3" Type="http://schemas.openxmlformats.org/officeDocument/2006/relationships/themeOverride" Target="../theme/themeOverride133.xml"/><Relationship Id="rId2" Type="http://schemas.microsoft.com/office/2011/relationships/chartColorStyle" Target="colors167.xml"/><Relationship Id="rId1" Type="http://schemas.microsoft.com/office/2011/relationships/chartStyle" Target="style167.xml"/><Relationship Id="rId4" Type="http://schemas.openxmlformats.org/officeDocument/2006/relationships/package" Target="../embeddings/Microsoft_Excel_Worksheet166.xlsx"/></Relationships>
</file>

<file path=ppt/charts/_rels/chart168.xml.rels><?xml version="1.0" encoding="UTF-8" standalone="yes"?>
<Relationships xmlns="http://schemas.openxmlformats.org/package/2006/relationships"><Relationship Id="rId3" Type="http://schemas.openxmlformats.org/officeDocument/2006/relationships/themeOverride" Target="../theme/themeOverride134.xml"/><Relationship Id="rId2" Type="http://schemas.microsoft.com/office/2011/relationships/chartColorStyle" Target="colors168.xml"/><Relationship Id="rId1" Type="http://schemas.microsoft.com/office/2011/relationships/chartStyle" Target="style168.xml"/><Relationship Id="rId4" Type="http://schemas.openxmlformats.org/officeDocument/2006/relationships/package" Target="../embeddings/Microsoft_Excel_Worksheet167.xlsx"/></Relationships>
</file>

<file path=ppt/charts/_rels/chart169.xml.rels><?xml version="1.0" encoding="UTF-8" standalone="yes"?>
<Relationships xmlns="http://schemas.openxmlformats.org/package/2006/relationships"><Relationship Id="rId3" Type="http://schemas.openxmlformats.org/officeDocument/2006/relationships/themeOverride" Target="../theme/themeOverride135.xml"/><Relationship Id="rId2" Type="http://schemas.microsoft.com/office/2011/relationships/chartColorStyle" Target="colors169.xml"/><Relationship Id="rId1" Type="http://schemas.microsoft.com/office/2011/relationships/chartStyle" Target="style169.xml"/><Relationship Id="rId4" Type="http://schemas.openxmlformats.org/officeDocument/2006/relationships/package" Target="../embeddings/Microsoft_Excel_Worksheet168.xlsx"/></Relationships>
</file>

<file path=ppt/charts/_rels/chart170.xml.rels><?xml version="1.0" encoding="UTF-8" standalone="yes"?>
<Relationships xmlns="http://schemas.openxmlformats.org/package/2006/relationships"><Relationship Id="rId3" Type="http://schemas.openxmlformats.org/officeDocument/2006/relationships/themeOverride" Target="../theme/themeOverride136.xml"/><Relationship Id="rId2" Type="http://schemas.microsoft.com/office/2011/relationships/chartColorStyle" Target="colors170.xml"/><Relationship Id="rId1" Type="http://schemas.microsoft.com/office/2011/relationships/chartStyle" Target="style170.xml"/><Relationship Id="rId4" Type="http://schemas.openxmlformats.org/officeDocument/2006/relationships/package" Target="../embeddings/Microsoft_Excel_Worksheet169.xlsx"/></Relationships>
</file>

<file path=ppt/charts/_rels/chart171.xml.rels><?xml version="1.0" encoding="UTF-8" standalone="yes"?>
<Relationships xmlns="http://schemas.openxmlformats.org/package/2006/relationships"><Relationship Id="rId3" Type="http://schemas.openxmlformats.org/officeDocument/2006/relationships/themeOverride" Target="../theme/themeOverride137.xml"/><Relationship Id="rId2" Type="http://schemas.microsoft.com/office/2011/relationships/chartColorStyle" Target="colors171.xml"/><Relationship Id="rId1" Type="http://schemas.microsoft.com/office/2011/relationships/chartStyle" Target="style171.xml"/><Relationship Id="rId4" Type="http://schemas.openxmlformats.org/officeDocument/2006/relationships/package" Target="../embeddings/Microsoft_Excel_Worksheet170.xlsx"/></Relationships>
</file>

<file path=ppt/charts/_rels/chart172.xml.rels><?xml version="1.0" encoding="UTF-8" standalone="yes"?>
<Relationships xmlns="http://schemas.openxmlformats.org/package/2006/relationships"><Relationship Id="rId3" Type="http://schemas.openxmlformats.org/officeDocument/2006/relationships/themeOverride" Target="../theme/themeOverride138.xml"/><Relationship Id="rId2" Type="http://schemas.microsoft.com/office/2011/relationships/chartColorStyle" Target="colors172.xml"/><Relationship Id="rId1" Type="http://schemas.microsoft.com/office/2011/relationships/chartStyle" Target="style172.xml"/><Relationship Id="rId4" Type="http://schemas.openxmlformats.org/officeDocument/2006/relationships/package" Target="../embeddings/Microsoft_Excel_Worksheet171.xlsx"/></Relationships>
</file>

<file path=ppt/charts/_rels/chart173.xml.rels><?xml version="1.0" encoding="UTF-8" standalone="yes"?>
<Relationships xmlns="http://schemas.openxmlformats.org/package/2006/relationships"><Relationship Id="rId3" Type="http://schemas.openxmlformats.org/officeDocument/2006/relationships/themeOverride" Target="../theme/themeOverride139.xml"/><Relationship Id="rId2" Type="http://schemas.microsoft.com/office/2011/relationships/chartColorStyle" Target="colors173.xml"/><Relationship Id="rId1" Type="http://schemas.microsoft.com/office/2011/relationships/chartStyle" Target="style173.xml"/><Relationship Id="rId4" Type="http://schemas.openxmlformats.org/officeDocument/2006/relationships/package" Target="../embeddings/Microsoft_Excel_Worksheet172.xlsx"/></Relationships>
</file>

<file path=ppt/charts/_rels/chart174.xml.rels><?xml version="1.0" encoding="UTF-8" standalone="yes"?>
<Relationships xmlns="http://schemas.openxmlformats.org/package/2006/relationships"><Relationship Id="rId3" Type="http://schemas.openxmlformats.org/officeDocument/2006/relationships/themeOverride" Target="../theme/themeOverride140.xml"/><Relationship Id="rId2" Type="http://schemas.microsoft.com/office/2011/relationships/chartColorStyle" Target="colors174.xml"/><Relationship Id="rId1" Type="http://schemas.microsoft.com/office/2011/relationships/chartStyle" Target="style174.xml"/><Relationship Id="rId4" Type="http://schemas.openxmlformats.org/officeDocument/2006/relationships/package" Target="../embeddings/Microsoft_Excel_Worksheet173.xlsx"/></Relationships>
</file>

<file path=ppt/charts/_rels/chart175.xml.rels><?xml version="1.0" encoding="UTF-8" standalone="yes"?>
<Relationships xmlns="http://schemas.openxmlformats.org/package/2006/relationships"><Relationship Id="rId3" Type="http://schemas.openxmlformats.org/officeDocument/2006/relationships/themeOverride" Target="../theme/themeOverride141.xml"/><Relationship Id="rId2" Type="http://schemas.microsoft.com/office/2011/relationships/chartColorStyle" Target="colors175.xml"/><Relationship Id="rId1" Type="http://schemas.microsoft.com/office/2011/relationships/chartStyle" Target="style175.xml"/><Relationship Id="rId4" Type="http://schemas.openxmlformats.org/officeDocument/2006/relationships/package" Target="../embeddings/Microsoft_Excel_Worksheet174.xlsx"/></Relationships>
</file>

<file path=ppt/charts/_rels/chart176.xml.rels><?xml version="1.0" encoding="UTF-8" standalone="yes"?>
<Relationships xmlns="http://schemas.openxmlformats.org/package/2006/relationships"><Relationship Id="rId3" Type="http://schemas.openxmlformats.org/officeDocument/2006/relationships/themeOverride" Target="../theme/themeOverride142.xml"/><Relationship Id="rId2" Type="http://schemas.microsoft.com/office/2011/relationships/chartColorStyle" Target="colors176.xml"/><Relationship Id="rId1" Type="http://schemas.microsoft.com/office/2011/relationships/chartStyle" Target="style176.xml"/><Relationship Id="rId4" Type="http://schemas.openxmlformats.org/officeDocument/2006/relationships/package" Target="../embeddings/Microsoft_Excel_Worksheet175.xlsx"/></Relationships>
</file>

<file path=ppt/charts/_rels/chart177.xml.rels><?xml version="1.0" encoding="UTF-8" standalone="yes"?>
<Relationships xmlns="http://schemas.openxmlformats.org/package/2006/relationships"><Relationship Id="rId3" Type="http://schemas.openxmlformats.org/officeDocument/2006/relationships/themeOverride" Target="../theme/themeOverride143.xml"/><Relationship Id="rId2" Type="http://schemas.microsoft.com/office/2011/relationships/chartColorStyle" Target="colors177.xml"/><Relationship Id="rId1" Type="http://schemas.microsoft.com/office/2011/relationships/chartStyle" Target="style177.xml"/><Relationship Id="rId4" Type="http://schemas.openxmlformats.org/officeDocument/2006/relationships/package" Target="../embeddings/Microsoft_Excel_Worksheet176.xlsx"/></Relationships>
</file>

<file path=ppt/charts/_rels/chart178.xml.rels><?xml version="1.0" encoding="UTF-8" standalone="yes"?>
<Relationships xmlns="http://schemas.openxmlformats.org/package/2006/relationships"><Relationship Id="rId3" Type="http://schemas.openxmlformats.org/officeDocument/2006/relationships/themeOverride" Target="../theme/themeOverride144.xml"/><Relationship Id="rId2" Type="http://schemas.microsoft.com/office/2011/relationships/chartColorStyle" Target="colors178.xml"/><Relationship Id="rId1" Type="http://schemas.microsoft.com/office/2011/relationships/chartStyle" Target="style178.xml"/><Relationship Id="rId4" Type="http://schemas.openxmlformats.org/officeDocument/2006/relationships/package" Target="../embeddings/Microsoft_Excel_Worksheet177.xlsx"/></Relationships>
</file>

<file path=ppt/charts/_rels/chart179.xml.rels><?xml version="1.0" encoding="UTF-8" standalone="yes"?>
<Relationships xmlns="http://schemas.openxmlformats.org/package/2006/relationships"><Relationship Id="rId3" Type="http://schemas.openxmlformats.org/officeDocument/2006/relationships/themeOverride" Target="../theme/themeOverride145.xml"/><Relationship Id="rId2" Type="http://schemas.microsoft.com/office/2011/relationships/chartColorStyle" Target="colors179.xml"/><Relationship Id="rId1" Type="http://schemas.microsoft.com/office/2011/relationships/chartStyle" Target="style179.xml"/><Relationship Id="rId4" Type="http://schemas.openxmlformats.org/officeDocument/2006/relationships/package" Target="../embeddings/Microsoft_Excel_Worksheet178.xlsx"/></Relationships>
</file>

<file path=ppt/charts/_rels/chart180.xml.rels><?xml version="1.0" encoding="UTF-8" standalone="yes"?>
<Relationships xmlns="http://schemas.openxmlformats.org/package/2006/relationships"><Relationship Id="rId3" Type="http://schemas.openxmlformats.org/officeDocument/2006/relationships/themeOverride" Target="../theme/themeOverride146.xml"/><Relationship Id="rId2" Type="http://schemas.microsoft.com/office/2011/relationships/chartColorStyle" Target="colors180.xml"/><Relationship Id="rId1" Type="http://schemas.microsoft.com/office/2011/relationships/chartStyle" Target="style180.xml"/><Relationship Id="rId4" Type="http://schemas.openxmlformats.org/officeDocument/2006/relationships/package" Target="../embeddings/Microsoft_Excel_Worksheet179.xlsx"/></Relationships>
</file>

<file path=ppt/charts/_rels/chart181.xml.rels><?xml version="1.0" encoding="UTF-8" standalone="yes"?>
<Relationships xmlns="http://schemas.openxmlformats.org/package/2006/relationships"><Relationship Id="rId3" Type="http://schemas.openxmlformats.org/officeDocument/2006/relationships/themeOverride" Target="../theme/themeOverride147.xml"/><Relationship Id="rId2" Type="http://schemas.microsoft.com/office/2011/relationships/chartColorStyle" Target="colors181.xml"/><Relationship Id="rId1" Type="http://schemas.microsoft.com/office/2011/relationships/chartStyle" Target="style181.xml"/><Relationship Id="rId4" Type="http://schemas.openxmlformats.org/officeDocument/2006/relationships/package" Target="../embeddings/Microsoft_Excel_Worksheet180.xlsx"/></Relationships>
</file>

<file path=ppt/charts/_rels/chart182.xml.rels><?xml version="1.0" encoding="UTF-8" standalone="yes"?>
<Relationships xmlns="http://schemas.openxmlformats.org/package/2006/relationships"><Relationship Id="rId3" Type="http://schemas.openxmlformats.org/officeDocument/2006/relationships/themeOverride" Target="../theme/themeOverride148.xml"/><Relationship Id="rId2" Type="http://schemas.microsoft.com/office/2011/relationships/chartColorStyle" Target="colors182.xml"/><Relationship Id="rId1" Type="http://schemas.microsoft.com/office/2011/relationships/chartStyle" Target="style182.xml"/><Relationship Id="rId4" Type="http://schemas.openxmlformats.org/officeDocument/2006/relationships/package" Target="../embeddings/Microsoft_Excel_Worksheet181.xlsx"/></Relationships>
</file>

<file path=ppt/charts/_rels/chart183.xml.rels><?xml version="1.0" encoding="UTF-8" standalone="yes"?>
<Relationships xmlns="http://schemas.openxmlformats.org/package/2006/relationships"><Relationship Id="rId3" Type="http://schemas.openxmlformats.org/officeDocument/2006/relationships/themeOverride" Target="../theme/themeOverride149.xml"/><Relationship Id="rId2" Type="http://schemas.microsoft.com/office/2011/relationships/chartColorStyle" Target="colors183.xml"/><Relationship Id="rId1" Type="http://schemas.microsoft.com/office/2011/relationships/chartStyle" Target="style183.xml"/><Relationship Id="rId4" Type="http://schemas.openxmlformats.org/officeDocument/2006/relationships/package" Target="../embeddings/Microsoft_Excel_Worksheet182.xlsx"/></Relationships>
</file>

<file path=ppt/charts/_rels/chart184.xml.rels><?xml version="1.0" encoding="UTF-8" standalone="yes"?>
<Relationships xmlns="http://schemas.openxmlformats.org/package/2006/relationships"><Relationship Id="rId3" Type="http://schemas.openxmlformats.org/officeDocument/2006/relationships/themeOverride" Target="../theme/themeOverride150.xml"/><Relationship Id="rId2" Type="http://schemas.microsoft.com/office/2011/relationships/chartColorStyle" Target="colors184.xml"/><Relationship Id="rId1" Type="http://schemas.microsoft.com/office/2011/relationships/chartStyle" Target="style184.xml"/><Relationship Id="rId4" Type="http://schemas.openxmlformats.org/officeDocument/2006/relationships/package" Target="../embeddings/Microsoft_Excel_Worksheet183.xlsx"/></Relationships>
</file>

<file path=ppt/charts/_rels/chart185.xml.rels><?xml version="1.0" encoding="UTF-8" standalone="yes"?>
<Relationships xmlns="http://schemas.openxmlformats.org/package/2006/relationships"><Relationship Id="rId3" Type="http://schemas.openxmlformats.org/officeDocument/2006/relationships/themeOverride" Target="../theme/themeOverride151.xml"/><Relationship Id="rId2" Type="http://schemas.microsoft.com/office/2011/relationships/chartColorStyle" Target="colors185.xml"/><Relationship Id="rId1" Type="http://schemas.microsoft.com/office/2011/relationships/chartStyle" Target="style185.xml"/><Relationship Id="rId4" Type="http://schemas.openxmlformats.org/officeDocument/2006/relationships/package" Target="../embeddings/Microsoft_Excel_Worksheet184.xlsx"/></Relationships>
</file>

<file path=ppt/charts/_rels/chart186.xml.rels><?xml version="1.0" encoding="UTF-8" standalone="yes"?>
<Relationships xmlns="http://schemas.openxmlformats.org/package/2006/relationships"><Relationship Id="rId3" Type="http://schemas.openxmlformats.org/officeDocument/2006/relationships/themeOverride" Target="../theme/themeOverride152.xml"/><Relationship Id="rId2" Type="http://schemas.microsoft.com/office/2011/relationships/chartColorStyle" Target="colors186.xml"/><Relationship Id="rId1" Type="http://schemas.microsoft.com/office/2011/relationships/chartStyle" Target="style186.xml"/><Relationship Id="rId4" Type="http://schemas.openxmlformats.org/officeDocument/2006/relationships/package" Target="../embeddings/Microsoft_Excel_Worksheet185.xlsx"/></Relationships>
</file>

<file path=ppt/charts/_rels/chart187.xml.rels><?xml version="1.0" encoding="UTF-8" standalone="yes"?>
<Relationships xmlns="http://schemas.openxmlformats.org/package/2006/relationships"><Relationship Id="rId3" Type="http://schemas.openxmlformats.org/officeDocument/2006/relationships/themeOverride" Target="../theme/themeOverride153.xml"/><Relationship Id="rId2" Type="http://schemas.microsoft.com/office/2011/relationships/chartColorStyle" Target="colors187.xml"/><Relationship Id="rId1" Type="http://schemas.microsoft.com/office/2011/relationships/chartStyle" Target="style187.xml"/><Relationship Id="rId4" Type="http://schemas.openxmlformats.org/officeDocument/2006/relationships/package" Target="../embeddings/Microsoft_Excel_Worksheet186.xlsx"/></Relationships>
</file>

<file path=ppt/charts/_rels/chart188.xml.rels><?xml version="1.0" encoding="UTF-8" standalone="yes"?>
<Relationships xmlns="http://schemas.openxmlformats.org/package/2006/relationships"><Relationship Id="rId3" Type="http://schemas.openxmlformats.org/officeDocument/2006/relationships/themeOverride" Target="../theme/themeOverride154.xml"/><Relationship Id="rId2" Type="http://schemas.microsoft.com/office/2011/relationships/chartColorStyle" Target="colors188.xml"/><Relationship Id="rId1" Type="http://schemas.microsoft.com/office/2011/relationships/chartStyle" Target="style188.xml"/><Relationship Id="rId4" Type="http://schemas.openxmlformats.org/officeDocument/2006/relationships/package" Target="../embeddings/Microsoft_Excel_Worksheet187.xlsx"/></Relationships>
</file>

<file path=ppt/charts/_rels/chart189.xml.rels><?xml version="1.0" encoding="UTF-8" standalone="yes"?>
<Relationships xmlns="http://schemas.openxmlformats.org/package/2006/relationships"><Relationship Id="rId3" Type="http://schemas.openxmlformats.org/officeDocument/2006/relationships/themeOverride" Target="../theme/themeOverride155.xml"/><Relationship Id="rId2" Type="http://schemas.microsoft.com/office/2011/relationships/chartColorStyle" Target="colors189.xml"/><Relationship Id="rId1" Type="http://schemas.microsoft.com/office/2011/relationships/chartStyle" Target="style189.xml"/><Relationship Id="rId4" Type="http://schemas.openxmlformats.org/officeDocument/2006/relationships/package" Target="../embeddings/Microsoft_Excel_Worksheet188.xlsx"/></Relationships>
</file>

<file path=ppt/charts/_rels/chart190.xml.rels><?xml version="1.0" encoding="UTF-8" standalone="yes"?>
<Relationships xmlns="http://schemas.openxmlformats.org/package/2006/relationships"><Relationship Id="rId3" Type="http://schemas.openxmlformats.org/officeDocument/2006/relationships/themeOverride" Target="../theme/themeOverride156.xml"/><Relationship Id="rId2" Type="http://schemas.microsoft.com/office/2011/relationships/chartColorStyle" Target="colors190.xml"/><Relationship Id="rId1" Type="http://schemas.microsoft.com/office/2011/relationships/chartStyle" Target="style190.xml"/><Relationship Id="rId4" Type="http://schemas.openxmlformats.org/officeDocument/2006/relationships/package" Target="../embeddings/Microsoft_Excel_Worksheet189.xlsx"/></Relationships>
</file>

<file path=ppt/charts/_rels/chart191.xml.rels><?xml version="1.0" encoding="UTF-8" standalone="yes"?>
<Relationships xmlns="http://schemas.openxmlformats.org/package/2006/relationships"><Relationship Id="rId3" Type="http://schemas.openxmlformats.org/officeDocument/2006/relationships/themeOverride" Target="../theme/themeOverride157.xml"/><Relationship Id="rId2" Type="http://schemas.microsoft.com/office/2011/relationships/chartColorStyle" Target="colors191.xml"/><Relationship Id="rId1" Type="http://schemas.microsoft.com/office/2011/relationships/chartStyle" Target="style191.xml"/><Relationship Id="rId4" Type="http://schemas.openxmlformats.org/officeDocument/2006/relationships/package" Target="../embeddings/Microsoft_Excel_Worksheet190.xlsx"/></Relationships>
</file>

<file path=ppt/charts/_rels/chart192.xml.rels><?xml version="1.0" encoding="UTF-8" standalone="yes"?>
<Relationships xmlns="http://schemas.openxmlformats.org/package/2006/relationships"><Relationship Id="rId3" Type="http://schemas.openxmlformats.org/officeDocument/2006/relationships/themeOverride" Target="../theme/themeOverride158.xml"/><Relationship Id="rId2" Type="http://schemas.microsoft.com/office/2011/relationships/chartColorStyle" Target="colors192.xml"/><Relationship Id="rId1" Type="http://schemas.microsoft.com/office/2011/relationships/chartStyle" Target="style192.xml"/><Relationship Id="rId4" Type="http://schemas.openxmlformats.org/officeDocument/2006/relationships/package" Target="../embeddings/Microsoft_Excel_Worksheet191.xlsx"/></Relationships>
</file>

<file path=ppt/charts/_rels/chart193.xml.rels><?xml version="1.0" encoding="UTF-8" standalone="yes"?>
<Relationships xmlns="http://schemas.openxmlformats.org/package/2006/relationships"><Relationship Id="rId3" Type="http://schemas.openxmlformats.org/officeDocument/2006/relationships/themeOverride" Target="../theme/themeOverride159.xml"/><Relationship Id="rId2" Type="http://schemas.microsoft.com/office/2011/relationships/chartColorStyle" Target="colors193.xml"/><Relationship Id="rId1" Type="http://schemas.microsoft.com/office/2011/relationships/chartStyle" Target="style193.xml"/><Relationship Id="rId4" Type="http://schemas.openxmlformats.org/officeDocument/2006/relationships/package" Target="../embeddings/Microsoft_Excel_Worksheet192.xlsx"/></Relationships>
</file>

<file path=ppt/charts/_rels/chart194.xml.rels><?xml version="1.0" encoding="UTF-8" standalone="yes"?>
<Relationships xmlns="http://schemas.openxmlformats.org/package/2006/relationships"><Relationship Id="rId3" Type="http://schemas.openxmlformats.org/officeDocument/2006/relationships/themeOverride" Target="../theme/themeOverride160.xml"/><Relationship Id="rId2" Type="http://schemas.microsoft.com/office/2011/relationships/chartColorStyle" Target="colors194.xml"/><Relationship Id="rId1" Type="http://schemas.microsoft.com/office/2011/relationships/chartStyle" Target="style194.xml"/><Relationship Id="rId4" Type="http://schemas.openxmlformats.org/officeDocument/2006/relationships/package" Target="../embeddings/Microsoft_Excel_Worksheet193.xlsx"/></Relationships>
</file>

<file path=ppt/charts/_rels/chart195.xml.rels><?xml version="1.0" encoding="UTF-8" standalone="yes"?>
<Relationships xmlns="http://schemas.openxmlformats.org/package/2006/relationships"><Relationship Id="rId3" Type="http://schemas.openxmlformats.org/officeDocument/2006/relationships/themeOverride" Target="../theme/themeOverride161.xml"/><Relationship Id="rId2" Type="http://schemas.microsoft.com/office/2011/relationships/chartColorStyle" Target="colors195.xml"/><Relationship Id="rId1" Type="http://schemas.microsoft.com/office/2011/relationships/chartStyle" Target="style195.xml"/><Relationship Id="rId4" Type="http://schemas.openxmlformats.org/officeDocument/2006/relationships/package" Target="../embeddings/Microsoft_Excel_Worksheet194.xlsx"/></Relationships>
</file>

<file path=ppt/charts/_rels/chart196.xml.rels><?xml version="1.0" encoding="UTF-8" standalone="yes"?>
<Relationships xmlns="http://schemas.openxmlformats.org/package/2006/relationships"><Relationship Id="rId3" Type="http://schemas.openxmlformats.org/officeDocument/2006/relationships/themeOverride" Target="../theme/themeOverride162.xml"/><Relationship Id="rId2" Type="http://schemas.microsoft.com/office/2011/relationships/chartColorStyle" Target="colors196.xml"/><Relationship Id="rId1" Type="http://schemas.microsoft.com/office/2011/relationships/chartStyle" Target="style196.xml"/><Relationship Id="rId4" Type="http://schemas.openxmlformats.org/officeDocument/2006/relationships/package" Target="../embeddings/Microsoft_Excel_Worksheet195.xlsx"/></Relationships>
</file>

<file path=ppt/charts/_rels/chart197.xml.rels><?xml version="1.0" encoding="UTF-8" standalone="yes"?>
<Relationships xmlns="http://schemas.openxmlformats.org/package/2006/relationships"><Relationship Id="rId3" Type="http://schemas.openxmlformats.org/officeDocument/2006/relationships/themeOverride" Target="../theme/themeOverride163.xml"/><Relationship Id="rId2" Type="http://schemas.microsoft.com/office/2011/relationships/chartColorStyle" Target="colors197.xml"/><Relationship Id="rId1" Type="http://schemas.microsoft.com/office/2011/relationships/chartStyle" Target="style197.xml"/><Relationship Id="rId4" Type="http://schemas.openxmlformats.org/officeDocument/2006/relationships/package" Target="../embeddings/Microsoft_Excel_Worksheet196.xlsx"/></Relationships>
</file>

<file path=ppt/charts/_rels/chart198.xml.rels><?xml version="1.0" encoding="UTF-8" standalone="yes"?>
<Relationships xmlns="http://schemas.openxmlformats.org/package/2006/relationships"><Relationship Id="rId3" Type="http://schemas.openxmlformats.org/officeDocument/2006/relationships/themeOverride" Target="../theme/themeOverride164.xml"/><Relationship Id="rId2" Type="http://schemas.microsoft.com/office/2011/relationships/chartColorStyle" Target="colors198.xml"/><Relationship Id="rId1" Type="http://schemas.microsoft.com/office/2011/relationships/chartStyle" Target="style198.xml"/><Relationship Id="rId4" Type="http://schemas.openxmlformats.org/officeDocument/2006/relationships/package" Target="../embeddings/Microsoft_Excel_Worksheet197.xlsx"/></Relationships>
</file>

<file path=ppt/charts/_rels/chart199.xml.rels><?xml version="1.0" encoding="UTF-8" standalone="yes"?>
<Relationships xmlns="http://schemas.openxmlformats.org/package/2006/relationships"><Relationship Id="rId3" Type="http://schemas.openxmlformats.org/officeDocument/2006/relationships/package" Target="../embeddings/Microsoft_Excel_Worksheet198.xlsx"/><Relationship Id="rId2" Type="http://schemas.microsoft.com/office/2011/relationships/chartColorStyle" Target="colors199.xml"/><Relationship Id="rId1" Type="http://schemas.microsoft.com/office/2011/relationships/chartStyle" Target="style199.xml"/></Relationships>
</file>

<file path=ppt/charts/_rels/chart200.xml.rels><?xml version="1.0" encoding="UTF-8" standalone="yes"?>
<Relationships xmlns="http://schemas.openxmlformats.org/package/2006/relationships"><Relationship Id="rId3" Type="http://schemas.openxmlformats.org/officeDocument/2006/relationships/package" Target="../embeddings/Microsoft_Excel_Worksheet199.xlsx"/><Relationship Id="rId2" Type="http://schemas.microsoft.com/office/2011/relationships/chartColorStyle" Target="colors200.xml"/><Relationship Id="rId1" Type="http://schemas.microsoft.com/office/2011/relationships/chartStyle" Target="style200.xml"/></Relationships>
</file>

<file path=ppt/charts/_rels/chart201.xml.rels><?xml version="1.0" encoding="UTF-8" standalone="yes"?>
<Relationships xmlns="http://schemas.openxmlformats.org/package/2006/relationships"><Relationship Id="rId3" Type="http://schemas.openxmlformats.org/officeDocument/2006/relationships/package" Target="../embeddings/Microsoft_Excel_Worksheet200.xlsx"/><Relationship Id="rId2" Type="http://schemas.microsoft.com/office/2011/relationships/chartColorStyle" Target="colors201.xml"/><Relationship Id="rId1" Type="http://schemas.microsoft.com/office/2011/relationships/chartStyle" Target="style201.xml"/></Relationships>
</file>

<file path=ppt/charts/_rels/chart202.xml.rels><?xml version="1.0" encoding="UTF-8" standalone="yes"?>
<Relationships xmlns="http://schemas.openxmlformats.org/package/2006/relationships"><Relationship Id="rId3" Type="http://schemas.openxmlformats.org/officeDocument/2006/relationships/package" Target="../embeddings/Microsoft_Excel_Worksheet201.xlsx"/><Relationship Id="rId2" Type="http://schemas.microsoft.com/office/2011/relationships/chartColorStyle" Target="colors202.xml"/><Relationship Id="rId1" Type="http://schemas.microsoft.com/office/2011/relationships/chartStyle" Target="style202.xml"/></Relationships>
</file>

<file path=ppt/charts/_rels/chart203.xml.rels><?xml version="1.0" encoding="UTF-8" standalone="yes"?>
<Relationships xmlns="http://schemas.openxmlformats.org/package/2006/relationships"><Relationship Id="rId3" Type="http://schemas.openxmlformats.org/officeDocument/2006/relationships/themeOverride" Target="../theme/themeOverride165.xml"/><Relationship Id="rId2" Type="http://schemas.microsoft.com/office/2011/relationships/chartColorStyle" Target="colors203.xml"/><Relationship Id="rId1" Type="http://schemas.microsoft.com/office/2011/relationships/chartStyle" Target="style203.xml"/><Relationship Id="rId4" Type="http://schemas.openxmlformats.org/officeDocument/2006/relationships/package" Target="../embeddings/Microsoft_Excel_Worksheet202.xlsx"/></Relationships>
</file>

<file path=ppt/charts/_rels/chart204.xml.rels><?xml version="1.0" encoding="UTF-8" standalone="yes"?>
<Relationships xmlns="http://schemas.openxmlformats.org/package/2006/relationships"><Relationship Id="rId3" Type="http://schemas.openxmlformats.org/officeDocument/2006/relationships/themeOverride" Target="../theme/themeOverride166.xml"/><Relationship Id="rId2" Type="http://schemas.microsoft.com/office/2011/relationships/chartColorStyle" Target="colors204.xml"/><Relationship Id="rId1" Type="http://schemas.microsoft.com/office/2011/relationships/chartStyle" Target="style204.xml"/><Relationship Id="rId4" Type="http://schemas.openxmlformats.org/officeDocument/2006/relationships/package" Target="../embeddings/Microsoft_Excel_Worksheet203.xlsx"/></Relationships>
</file>

<file path=ppt/charts/_rels/chart205.xml.rels><?xml version="1.0" encoding="UTF-8" standalone="yes"?>
<Relationships xmlns="http://schemas.openxmlformats.org/package/2006/relationships"><Relationship Id="rId3" Type="http://schemas.openxmlformats.org/officeDocument/2006/relationships/themeOverride" Target="../theme/themeOverride167.xml"/><Relationship Id="rId2" Type="http://schemas.microsoft.com/office/2011/relationships/chartColorStyle" Target="colors205.xml"/><Relationship Id="rId1" Type="http://schemas.microsoft.com/office/2011/relationships/chartStyle" Target="style205.xml"/><Relationship Id="rId4" Type="http://schemas.openxmlformats.org/officeDocument/2006/relationships/package" Target="../embeddings/Microsoft_Excel_Worksheet204.xlsx"/></Relationships>
</file>

<file path=ppt/charts/_rels/chart206.xml.rels><?xml version="1.0" encoding="UTF-8" standalone="yes"?>
<Relationships xmlns="http://schemas.openxmlformats.org/package/2006/relationships"><Relationship Id="rId3" Type="http://schemas.openxmlformats.org/officeDocument/2006/relationships/themeOverride" Target="../theme/themeOverride168.xml"/><Relationship Id="rId2" Type="http://schemas.microsoft.com/office/2011/relationships/chartColorStyle" Target="colors206.xml"/><Relationship Id="rId1" Type="http://schemas.microsoft.com/office/2011/relationships/chartStyle" Target="style206.xml"/><Relationship Id="rId4" Type="http://schemas.openxmlformats.org/officeDocument/2006/relationships/package" Target="../embeddings/Microsoft_Excel_Worksheet205.xlsx"/></Relationships>
</file>

<file path=ppt/charts/_rels/chart207.xml.rels><?xml version="1.0" encoding="UTF-8" standalone="yes"?>
<Relationships xmlns="http://schemas.openxmlformats.org/package/2006/relationships"><Relationship Id="rId3" Type="http://schemas.openxmlformats.org/officeDocument/2006/relationships/themeOverride" Target="../theme/themeOverride169.xml"/><Relationship Id="rId2" Type="http://schemas.microsoft.com/office/2011/relationships/chartColorStyle" Target="colors207.xml"/><Relationship Id="rId1" Type="http://schemas.microsoft.com/office/2011/relationships/chartStyle" Target="style207.xml"/><Relationship Id="rId4" Type="http://schemas.openxmlformats.org/officeDocument/2006/relationships/package" Target="../embeddings/Microsoft_Excel_Worksheet206.xlsx"/></Relationships>
</file>

<file path=ppt/charts/_rels/chart208.xml.rels><?xml version="1.0" encoding="UTF-8" standalone="yes"?>
<Relationships xmlns="http://schemas.openxmlformats.org/package/2006/relationships"><Relationship Id="rId3" Type="http://schemas.openxmlformats.org/officeDocument/2006/relationships/themeOverride" Target="../theme/themeOverride170.xml"/><Relationship Id="rId2" Type="http://schemas.microsoft.com/office/2011/relationships/chartColorStyle" Target="colors208.xml"/><Relationship Id="rId1" Type="http://schemas.microsoft.com/office/2011/relationships/chartStyle" Target="style208.xml"/><Relationship Id="rId4" Type="http://schemas.openxmlformats.org/officeDocument/2006/relationships/package" Target="../embeddings/Microsoft_Excel_Worksheet207.xlsx"/></Relationships>
</file>

<file path=ppt/charts/_rels/chart209.xml.rels><?xml version="1.0" encoding="UTF-8" standalone="yes"?>
<Relationships xmlns="http://schemas.openxmlformats.org/package/2006/relationships"><Relationship Id="rId3" Type="http://schemas.openxmlformats.org/officeDocument/2006/relationships/themeOverride" Target="../theme/themeOverride171.xml"/><Relationship Id="rId2" Type="http://schemas.microsoft.com/office/2011/relationships/chartColorStyle" Target="colors209.xml"/><Relationship Id="rId1" Type="http://schemas.microsoft.com/office/2011/relationships/chartStyle" Target="style209.xml"/><Relationship Id="rId4" Type="http://schemas.openxmlformats.org/officeDocument/2006/relationships/package" Target="../embeddings/Microsoft_Excel_Worksheet208.xlsx"/></Relationships>
</file>

<file path=ppt/charts/_rels/chart210.xml.rels><?xml version="1.0" encoding="UTF-8" standalone="yes"?>
<Relationships xmlns="http://schemas.openxmlformats.org/package/2006/relationships"><Relationship Id="rId3" Type="http://schemas.openxmlformats.org/officeDocument/2006/relationships/themeOverride" Target="../theme/themeOverride172.xml"/><Relationship Id="rId2" Type="http://schemas.microsoft.com/office/2011/relationships/chartColorStyle" Target="colors210.xml"/><Relationship Id="rId1" Type="http://schemas.microsoft.com/office/2011/relationships/chartStyle" Target="style210.xml"/><Relationship Id="rId4" Type="http://schemas.openxmlformats.org/officeDocument/2006/relationships/package" Target="../embeddings/Microsoft_Excel_Worksheet209.xlsx"/></Relationships>
</file>

<file path=ppt/charts/_rels/chart211.xml.rels><?xml version="1.0" encoding="UTF-8" standalone="yes"?>
<Relationships xmlns="http://schemas.openxmlformats.org/package/2006/relationships"><Relationship Id="rId3" Type="http://schemas.openxmlformats.org/officeDocument/2006/relationships/themeOverride" Target="../theme/themeOverride173.xml"/><Relationship Id="rId2" Type="http://schemas.microsoft.com/office/2011/relationships/chartColorStyle" Target="colors211.xml"/><Relationship Id="rId1" Type="http://schemas.microsoft.com/office/2011/relationships/chartStyle" Target="style211.xml"/><Relationship Id="rId4" Type="http://schemas.openxmlformats.org/officeDocument/2006/relationships/package" Target="../embeddings/Microsoft_Excel_Worksheet210.xlsx"/></Relationships>
</file>

<file path=ppt/charts/_rels/chart212.xml.rels><?xml version="1.0" encoding="UTF-8" standalone="yes"?>
<Relationships xmlns="http://schemas.openxmlformats.org/package/2006/relationships"><Relationship Id="rId3" Type="http://schemas.openxmlformats.org/officeDocument/2006/relationships/package" Target="../embeddings/Microsoft_Excel_Worksheet211.xlsx"/><Relationship Id="rId2" Type="http://schemas.microsoft.com/office/2011/relationships/chartColorStyle" Target="colors212.xml"/><Relationship Id="rId1" Type="http://schemas.microsoft.com/office/2011/relationships/chartStyle" Target="style212.xml"/></Relationships>
</file>

<file path=ppt/charts/_rels/chart213.xml.rels><?xml version="1.0" encoding="UTF-8" standalone="yes"?>
<Relationships xmlns="http://schemas.openxmlformats.org/package/2006/relationships"><Relationship Id="rId3" Type="http://schemas.openxmlformats.org/officeDocument/2006/relationships/package" Target="../embeddings/Microsoft_Excel_Worksheet212.xlsx"/><Relationship Id="rId2" Type="http://schemas.microsoft.com/office/2011/relationships/chartColorStyle" Target="colors213.xml"/><Relationship Id="rId1" Type="http://schemas.microsoft.com/office/2011/relationships/chartStyle" Target="style213.xml"/></Relationships>
</file>

<file path=ppt/charts/_rels/chart214.xml.rels><?xml version="1.0" encoding="UTF-8" standalone="yes"?>
<Relationships xmlns="http://schemas.openxmlformats.org/package/2006/relationships"><Relationship Id="rId3" Type="http://schemas.openxmlformats.org/officeDocument/2006/relationships/themeOverride" Target="../theme/themeOverride174.xml"/><Relationship Id="rId2" Type="http://schemas.microsoft.com/office/2011/relationships/chartColorStyle" Target="colors214.xml"/><Relationship Id="rId1" Type="http://schemas.microsoft.com/office/2011/relationships/chartStyle" Target="style214.xml"/><Relationship Id="rId4" Type="http://schemas.openxmlformats.org/officeDocument/2006/relationships/package" Target="../embeddings/Microsoft_Excel_Worksheet213.xlsx"/></Relationships>
</file>

<file path=ppt/charts/_rels/chart215.xml.rels><?xml version="1.0" encoding="UTF-8" standalone="yes"?>
<Relationships xmlns="http://schemas.openxmlformats.org/package/2006/relationships"><Relationship Id="rId3" Type="http://schemas.openxmlformats.org/officeDocument/2006/relationships/themeOverride" Target="../theme/themeOverride175.xml"/><Relationship Id="rId2" Type="http://schemas.microsoft.com/office/2011/relationships/chartColorStyle" Target="colors215.xml"/><Relationship Id="rId1" Type="http://schemas.microsoft.com/office/2011/relationships/chartStyle" Target="style215.xml"/><Relationship Id="rId4" Type="http://schemas.openxmlformats.org/officeDocument/2006/relationships/package" Target="../embeddings/Microsoft_Excel_Worksheet214.xlsx"/></Relationships>
</file>

<file path=ppt/charts/_rels/chart216.xml.rels><?xml version="1.0" encoding="UTF-8" standalone="yes"?>
<Relationships xmlns="http://schemas.openxmlformats.org/package/2006/relationships"><Relationship Id="rId3" Type="http://schemas.openxmlformats.org/officeDocument/2006/relationships/themeOverride" Target="../theme/themeOverride176.xml"/><Relationship Id="rId2" Type="http://schemas.microsoft.com/office/2011/relationships/chartColorStyle" Target="colors216.xml"/><Relationship Id="rId1" Type="http://schemas.microsoft.com/office/2011/relationships/chartStyle" Target="style216.xml"/><Relationship Id="rId4" Type="http://schemas.openxmlformats.org/officeDocument/2006/relationships/package" Target="../embeddings/Microsoft_Excel_Worksheet215.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0.14346999999999999</c:v>
                </c:pt>
                <c:pt idx="1">
                  <c:v>0.13006000000000001</c:v>
                </c:pt>
                <c:pt idx="2">
                  <c:v>0.11670999999999999</c:v>
                </c:pt>
                <c:pt idx="3">
                  <c:v>0.16424</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0.38494</c:v>
                </c:pt>
                <c:pt idx="1">
                  <c:v>0.35694000000000004</c:v>
                </c:pt>
                <c:pt idx="2">
                  <c:v>0.39624999999999999</c:v>
                </c:pt>
                <c:pt idx="3">
                  <c:v>0.36337000000000003</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0.31391999999999998</c:v>
                </c:pt>
                <c:pt idx="1">
                  <c:v>0.36704999999999999</c:v>
                </c:pt>
                <c:pt idx="2">
                  <c:v>0.34149999999999997</c:v>
                </c:pt>
                <c:pt idx="3">
                  <c:v>0.3125</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Sheet1!$B$5:$E$5</c:f>
              <c:numCache>
                <c:formatCode>0%</c:formatCode>
                <c:ptCount val="4"/>
                <c:pt idx="0">
                  <c:v>0.15767</c:v>
                </c:pt>
                <c:pt idx="1">
                  <c:v>0.14595</c:v>
                </c:pt>
                <c:pt idx="2">
                  <c:v>0.14553000000000002</c:v>
                </c:pt>
                <c:pt idx="3">
                  <c:v>0.15987999999999999</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0.14346999999999999</c:v>
                </c:pt>
                <c:pt idx="1">
                  <c:v>0.1474</c:v>
                </c:pt>
                <c:pt idx="2">
                  <c:v>0.13544999999999999</c:v>
                </c:pt>
                <c:pt idx="3">
                  <c:v>0.17005999999999999</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0.42471999999999999</c:v>
                </c:pt>
                <c:pt idx="1">
                  <c:v>0.37572000000000005</c:v>
                </c:pt>
                <c:pt idx="2">
                  <c:v>0.40490000000000004</c:v>
                </c:pt>
                <c:pt idx="3">
                  <c:v>0.38517000000000001</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0.27983000000000002</c:v>
                </c:pt>
                <c:pt idx="1">
                  <c:v>0.31068999999999997</c:v>
                </c:pt>
                <c:pt idx="2">
                  <c:v>0.30114999999999997</c:v>
                </c:pt>
                <c:pt idx="3">
                  <c:v>0.28778999999999999</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Sheet1!$B$5:$E$5</c:f>
              <c:numCache>
                <c:formatCode>0%</c:formatCode>
                <c:ptCount val="4"/>
                <c:pt idx="0">
                  <c:v>0.15198999999999999</c:v>
                </c:pt>
                <c:pt idx="1">
                  <c:v>0.16617999999999999</c:v>
                </c:pt>
                <c:pt idx="2">
                  <c:v>0.1585</c:v>
                </c:pt>
                <c:pt idx="3">
                  <c:v>0.15698000000000001</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0.13006000000000001</c:v>
                </c:pt>
                <c:pt idx="1">
                  <c:v>0.1474</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0.35694000000000004</c:v>
                </c:pt>
                <c:pt idx="1">
                  <c:v>0.37572000000000005</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0.36704999999999999</c:v>
                </c:pt>
                <c:pt idx="1">
                  <c:v>0.31068999999999997</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0.14595</c:v>
                </c:pt>
                <c:pt idx="1">
                  <c:v>0.16617999999999999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0.14346999999999999</c:v>
                </c:pt>
                <c:pt idx="1">
                  <c:v>0.14346999999999999</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0.38494</c:v>
                </c:pt>
                <c:pt idx="1">
                  <c:v>0.42471999999999999</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0.31391999999999998</c:v>
                </c:pt>
                <c:pt idx="1">
                  <c:v>0.27983000000000002</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0.15767</c:v>
                </c:pt>
                <c:pt idx="1">
                  <c:v>0.15198999999999999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0.11670999999999999</c:v>
                </c:pt>
                <c:pt idx="1">
                  <c:v>0.13544999999999999</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0.39624999999999999</c:v>
                </c:pt>
                <c:pt idx="1">
                  <c:v>0.40490000000000004</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0.34149999999999997</c:v>
                </c:pt>
                <c:pt idx="1">
                  <c:v>0.30114999999999997</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0.14553000000000002</c:v>
                </c:pt>
                <c:pt idx="1">
                  <c:v>0.1585</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0.16424</c:v>
                </c:pt>
                <c:pt idx="1">
                  <c:v>0.17005999999999999</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0.36337000000000003</c:v>
                </c:pt>
                <c:pt idx="1">
                  <c:v>0.38517000000000001</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0.3125</c:v>
                </c:pt>
                <c:pt idx="1">
                  <c:v>0.28778999999999999</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0.15987999999999999</c:v>
                </c:pt>
                <c:pt idx="1">
                  <c:v>0.15698000000000001</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0.47159000000000001</c:v>
                </c:pt>
                <c:pt idx="1">
                  <c:v>0.44652999999999998</c:v>
                </c:pt>
                <c:pt idx="2">
                  <c:v>0.44668999999999998</c:v>
                </c:pt>
                <c:pt idx="3">
                  <c:v>0.48255999999999999</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0.33807000000000004</c:v>
                </c:pt>
                <c:pt idx="1">
                  <c:v>0.33960000000000001</c:v>
                </c:pt>
                <c:pt idx="2">
                  <c:v>0.35447000000000001</c:v>
                </c:pt>
                <c:pt idx="3">
                  <c:v>0.3125</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0.19033999999999998</c:v>
                </c:pt>
                <c:pt idx="1">
                  <c:v>0.21387</c:v>
                </c:pt>
                <c:pt idx="2">
                  <c:v>0.19885000000000003</c:v>
                </c:pt>
                <c:pt idx="3">
                  <c:v>0.20494000000000001</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704)</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0.70313000000000003</c:v>
                </c:pt>
                <c:pt idx="1">
                  <c:v>0.60085</c:v>
                </c:pt>
                <c:pt idx="2">
                  <c:v>0.59091000000000005</c:v>
                </c:pt>
                <c:pt idx="3">
                  <c:v>0.62783999999999995</c:v>
                </c:pt>
                <c:pt idx="4">
                  <c:v>0.75709999999999988</c:v>
                </c:pt>
                <c:pt idx="5">
                  <c:v>0.81534000000000006</c:v>
                </c:pt>
                <c:pt idx="6">
                  <c:v>0.65198999999999996</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692)</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0.71821000000000002</c:v>
                </c:pt>
                <c:pt idx="1">
                  <c:v>0.64450999999999992</c:v>
                </c:pt>
                <c:pt idx="2">
                  <c:v>0.63005999999999995</c:v>
                </c:pt>
                <c:pt idx="3">
                  <c:v>0.66474</c:v>
                </c:pt>
                <c:pt idx="4">
                  <c:v>0.75867000000000007</c:v>
                </c:pt>
                <c:pt idx="5">
                  <c:v>0.78613</c:v>
                </c:pt>
                <c:pt idx="6">
                  <c:v>0.69798000000000004</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694)</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0.7147</c:v>
                </c:pt>
                <c:pt idx="1">
                  <c:v>0.65129999999999999</c:v>
                </c:pt>
                <c:pt idx="2">
                  <c:v>0.62247999999999992</c:v>
                </c:pt>
                <c:pt idx="3">
                  <c:v>0.66571000000000002</c:v>
                </c:pt>
                <c:pt idx="4">
                  <c:v>0.75936999999999999</c:v>
                </c:pt>
                <c:pt idx="5">
                  <c:v>0.81267999999999996</c:v>
                </c:pt>
                <c:pt idx="6">
                  <c:v>0.67723</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688)</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0.71365999999999996</c:v>
                </c:pt>
                <c:pt idx="1">
                  <c:v>0.58284999999999998</c:v>
                </c:pt>
                <c:pt idx="2">
                  <c:v>0.57121999999999995</c:v>
                </c:pt>
                <c:pt idx="3">
                  <c:v>0.60465000000000002</c:v>
                </c:pt>
                <c:pt idx="4">
                  <c:v>0.75436000000000003</c:v>
                </c:pt>
                <c:pt idx="5">
                  <c:v>0.81686000000000003</c:v>
                </c:pt>
                <c:pt idx="6">
                  <c:v>0.61773</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dirty="0">
                <a:solidFill>
                  <a:srgbClr val="000000"/>
                </a:solidFill>
              </a:rPr>
              <a:t>TOTAL SAMPLE</a:t>
            </a:r>
            <a:r>
              <a:rPr lang="en-US" dirty="0">
                <a:solidFill>
                  <a:srgbClr val="7030A0"/>
                </a:solidFill>
              </a:rPr>
              <a:t> </a:t>
            </a:r>
            <a:r>
              <a:rPr lang="en-US" dirty="0"/>
              <a:t>(N = 704)</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74AD456E-7F2F-44E8-838B-48AAFAEE3AAD}"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19FA5643-8884-4F26-B4DF-8E34518FB19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A37EBDCC-2D1F-46E7-BCB1-F96AF361950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F9C4D12D-70E2-44A9-AD6C-8003D4AFF39C}"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3E0DBAB5-BF38-4FC6-84C0-8E1E556F7B3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49F9B866-E18A-40BC-9902-5E996EC64C16}"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E39B5ED1-E080-48EA-9659-527F4A6FF6A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B41B4D0F-3BBD-4502-AB45-312F85A7A351}"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EE35DB53-FBEC-4B3D-B9C5-68D29DCAD53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76FC61EA-1368-4172-93C7-50D87FF7516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77E07860-EBEC-4499-8E43-7E512E0BB4D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521595B7-8C89-4822-8373-B0BE81BF089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E7AC1C43-4A4A-4EE7-AF79-A55CD7F40C67}"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35AF1725-35B4-4C80-B8E2-C06F39242E4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dirty="0">
                <a:solidFill>
                  <a:srgbClr val="000000"/>
                </a:solidFill>
              </a:rPr>
              <a:t>TOTAL</a:t>
            </a:r>
            <a:r>
              <a:rPr lang="en-US" baseline="0" dirty="0">
                <a:solidFill>
                  <a:srgbClr val="000000"/>
                </a:solidFill>
              </a:rPr>
              <a:t> SAMPLE</a:t>
            </a:r>
            <a:r>
              <a:rPr lang="en-US" dirty="0">
                <a:solidFill>
                  <a:srgbClr val="7030A0"/>
                </a:solidFill>
              </a:rPr>
              <a:t> </a:t>
            </a:r>
            <a:r>
              <a:rPr lang="en-US" dirty="0"/>
              <a:t>(N = 692)</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EF23D32F-A525-4CB2-A397-31F58807754E}"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F8440764-D8D1-4577-9A35-624AAD799F83}"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9DF15923-EFE1-4D22-8894-631D50ADDE18}"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72A7A029-87FE-4689-A4D2-4D5CA314955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52192D75-ACD2-4B95-B827-A8E8369CABA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C6382E7B-B2AA-4499-8E65-05AF390F430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21FA287D-9158-49A1-931A-0AA8EF540F3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630FE4DA-53F5-4D4D-B213-63FBD7374E1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1F7D0E1A-B092-4CF1-9D74-2FF0E8A37AB5}"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EBCBCC60-8C82-46A5-B39F-6FDA8E6B6E82}"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24DCBD67-CBCD-4C5A-9F11-8EC7F646FDC7}"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AB163CD8-D93F-46BC-8A98-806FEBE03E7A}"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56489293-3318-41EE-9D01-BCEC32F545C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7A2A886B-FFD5-408C-9C54-FD0473215FF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dirty="0">
                <a:solidFill>
                  <a:srgbClr val="000000"/>
                </a:solidFill>
              </a:rPr>
              <a:t>TOTAL SAMPLE</a:t>
            </a:r>
            <a:r>
              <a:rPr lang="en-US" dirty="0">
                <a:solidFill>
                  <a:srgbClr val="7030A0"/>
                </a:solidFill>
              </a:rPr>
              <a:t> </a:t>
            </a:r>
            <a:r>
              <a:rPr lang="en-US" dirty="0"/>
              <a:t>(N = 694)</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77FB9548-1C0A-4A76-B51B-4E295DFAE779}"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9007988A-0995-463A-801C-D711D7A0EC5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54755E37-A4D2-4DC4-81EC-C40766B375F2}"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w="25400">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dirty="0">
                <a:solidFill>
                  <a:srgbClr val="000000"/>
                </a:solidFill>
              </a:rPr>
              <a:t>TOTAL SAMPLE</a:t>
            </a:r>
            <a:r>
              <a:rPr lang="en-US" dirty="0">
                <a:solidFill>
                  <a:srgbClr val="7030A0"/>
                </a:solidFill>
              </a:rPr>
              <a:t> </a:t>
            </a:r>
            <a:r>
              <a:rPr lang="en-US" dirty="0"/>
              <a:t>(N = 688)</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2D9E2847-5E72-4E90-88FB-1C5759D9D8A0}"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6A655D24-8421-4D63-8DC2-50A67D424DF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66F9319D-F31F-4343-853E-44726BF8E142}"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0.45738999999999996</c:v>
                </c:pt>
                <c:pt idx="1">
                  <c:v>0.46965000000000001</c:v>
                </c:pt>
                <c:pt idx="2">
                  <c:v>0.43947999999999998</c:v>
                </c:pt>
                <c:pt idx="3">
                  <c:v>0.47674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0.40909000000000001</c:v>
                </c:pt>
                <c:pt idx="1">
                  <c:v>0.39594999999999997</c:v>
                </c:pt>
                <c:pt idx="2">
                  <c:v>0.42507</c:v>
                </c:pt>
                <c:pt idx="3">
                  <c:v>0.40698000000000001</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0.13352</c:v>
                </c:pt>
                <c:pt idx="1">
                  <c:v>0.13439000000000001</c:v>
                </c:pt>
                <c:pt idx="2">
                  <c:v>0.13544999999999999</c:v>
                </c:pt>
                <c:pt idx="3">
                  <c:v>0.11627999999999999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0.46023000000000003</c:v>
                </c:pt>
                <c:pt idx="1">
                  <c:v>0.45809</c:v>
                </c:pt>
                <c:pt idx="2">
                  <c:v>0.43084000000000006</c:v>
                </c:pt>
                <c:pt idx="3">
                  <c:v>0.48255999999999999</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0.41903000000000001</c:v>
                </c:pt>
                <c:pt idx="1">
                  <c:v>0.41039999999999999</c:v>
                </c:pt>
                <c:pt idx="2">
                  <c:v>0.44091999999999998</c:v>
                </c:pt>
                <c:pt idx="3">
                  <c:v>0.40406999999999998</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0.12074</c:v>
                </c:pt>
                <c:pt idx="1">
                  <c:v>0.13150000000000001</c:v>
                </c:pt>
                <c:pt idx="2">
                  <c:v>0.12823999999999999</c:v>
                </c:pt>
                <c:pt idx="3">
                  <c:v>0.11337</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0.46965000000000001</c:v>
                </c:pt>
                <c:pt idx="1">
                  <c:v>0.45809</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0.39594999999999997</c:v>
                </c:pt>
                <c:pt idx="1">
                  <c:v>0.41039999999999999</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0.13439000000000001</c:v>
                </c:pt>
                <c:pt idx="1">
                  <c:v>0.13150000000000001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0.45738999999999996</c:v>
                </c:pt>
                <c:pt idx="1">
                  <c:v>0.46023000000000003</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0.40909000000000001</c:v>
                </c:pt>
                <c:pt idx="1">
                  <c:v>0.41903000000000001</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0.13352</c:v>
                </c:pt>
                <c:pt idx="1">
                  <c:v>0.12074</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0.43947999999999998</c:v>
                </c:pt>
                <c:pt idx="1">
                  <c:v>0.43084000000000006</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0.42507</c:v>
                </c:pt>
                <c:pt idx="1">
                  <c:v>0.44091999999999998</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0.13544999999999999</c:v>
                </c:pt>
                <c:pt idx="1">
                  <c:v>0.12823999999999999</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0.47674</c:v>
                </c:pt>
                <c:pt idx="1">
                  <c:v>0.48255999999999999</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0.40698000000000001</c:v>
                </c:pt>
                <c:pt idx="1">
                  <c:v>0.40406999999999998</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0.11627999999999999</c:v>
                </c:pt>
                <c:pt idx="1">
                  <c:v>0.11337</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5.824E-2</c:v>
                </c:pt>
                <c:pt idx="1">
                  <c:v>7.5139999999999998E-2</c:v>
                </c:pt>
                <c:pt idx="2">
                  <c:v>6.1959999999999994E-2</c:v>
                </c:pt>
                <c:pt idx="3">
                  <c:v>8.5760000000000003E-2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0.15625</c:v>
                </c:pt>
                <c:pt idx="1">
                  <c:v>9.6820000000000003E-2</c:v>
                </c:pt>
                <c:pt idx="2">
                  <c:v>0.10375</c:v>
                </c:pt>
                <c:pt idx="3">
                  <c:v>0.12208999999999999</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0.17329999999999998</c:v>
                </c:pt>
                <c:pt idx="1">
                  <c:v>0.18497</c:v>
                </c:pt>
                <c:pt idx="2">
                  <c:v>0.19020000000000001</c:v>
                </c:pt>
                <c:pt idx="3">
                  <c:v>0.19477</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Sheet1!$B$5:$E$5</c:f>
              <c:numCache>
                <c:formatCode>0%</c:formatCode>
                <c:ptCount val="4"/>
                <c:pt idx="0">
                  <c:v>0.31675999999999999</c:v>
                </c:pt>
                <c:pt idx="1">
                  <c:v>0.32514000000000004</c:v>
                </c:pt>
                <c:pt idx="2">
                  <c:v>0.34869999999999995</c:v>
                </c:pt>
                <c:pt idx="3">
                  <c:v>0.30232999999999999</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Sheet1!$B$6:$E$6</c:f>
              <c:numCache>
                <c:formatCode>0%</c:formatCode>
                <c:ptCount val="4"/>
                <c:pt idx="0">
                  <c:v>0.29544999999999999</c:v>
                </c:pt>
                <c:pt idx="1">
                  <c:v>0.31792000000000004</c:v>
                </c:pt>
                <c:pt idx="2">
                  <c:v>0.29539000000000004</c:v>
                </c:pt>
                <c:pt idx="3">
                  <c:v>0.29505999999999999</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0.39205000000000001</c:v>
                </c:pt>
                <c:pt idx="1">
                  <c:v>0.36560999999999999</c:v>
                </c:pt>
                <c:pt idx="2">
                  <c:v>0.37752000000000002</c:v>
                </c:pt>
                <c:pt idx="3">
                  <c:v>0.40116000000000002</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0.27699000000000001</c:v>
                </c:pt>
                <c:pt idx="1">
                  <c:v>0.26445000000000002</c:v>
                </c:pt>
                <c:pt idx="2">
                  <c:v>0.28098000000000001</c:v>
                </c:pt>
                <c:pt idx="3">
                  <c:v>0.27761999999999998</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0.33096999999999999</c:v>
                </c:pt>
                <c:pt idx="1">
                  <c:v>0.36993999999999999</c:v>
                </c:pt>
                <c:pt idx="2">
                  <c:v>0.34149999999999997</c:v>
                </c:pt>
                <c:pt idx="3">
                  <c:v>0.32122000000000001</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0.11506</c:v>
                </c:pt>
                <c:pt idx="1">
                  <c:v>0.10837999999999999</c:v>
                </c:pt>
                <c:pt idx="2">
                  <c:v>0.10375</c:v>
                </c:pt>
                <c:pt idx="3">
                  <c:v>0.14679999999999999</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7.528E-2</c:v>
                </c:pt>
                <c:pt idx="1">
                  <c:v>6.5030000000000004E-2</c:v>
                </c:pt>
                <c:pt idx="2">
                  <c:v>7.780999999999999E-2</c:v>
                </c:pt>
                <c:pt idx="3">
                  <c:v>7.9939999999999997E-2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4.1189999999999997E-2</c:v>
                </c:pt>
                <c:pt idx="1">
                  <c:v>3.3239999999999999E-2</c:v>
                </c:pt>
                <c:pt idx="2">
                  <c:v>2.5939999999999998E-2</c:v>
                </c:pt>
                <c:pt idx="3">
                  <c:v>3.1980000000000001E-2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Sheet1!$B$5:$E$5</c:f>
              <c:numCache>
                <c:formatCode>0%</c:formatCode>
                <c:ptCount val="4"/>
                <c:pt idx="0">
                  <c:v>0.26135999999999998</c:v>
                </c:pt>
                <c:pt idx="1">
                  <c:v>0.24421999999999999</c:v>
                </c:pt>
                <c:pt idx="2">
                  <c:v>0.25503999999999999</c:v>
                </c:pt>
                <c:pt idx="3">
                  <c:v>0.26017000000000001</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Sheet1!$B$6:$E$6</c:f>
              <c:numCache>
                <c:formatCode>0%</c:formatCode>
                <c:ptCount val="4"/>
                <c:pt idx="0">
                  <c:v>0.5071</c:v>
                </c:pt>
                <c:pt idx="1">
                  <c:v>0.54913000000000001</c:v>
                </c:pt>
                <c:pt idx="2">
                  <c:v>0.53746000000000005</c:v>
                </c:pt>
                <c:pt idx="3">
                  <c:v>0.48109999999999997</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Diet Coke</c:v>
                </c:pt>
              </c:strCache>
            </c:strRef>
          </c:tx>
          <c:spPr>
            <a:solidFill>
              <a:schemeClr val="tx2">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0.18853999999999999</c:v>
                </c:pt>
                <c:pt idx="1">
                  <c:v>0.17122000000000001</c:v>
                </c:pt>
                <c:pt idx="2">
                  <c:v>0.18545</c:v>
                </c:pt>
                <c:pt idx="3">
                  <c:v>0.17254999999999998</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Coca-Cola Zero Sugar</c:v>
                </c:pt>
              </c:strCache>
            </c:strRef>
          </c:tx>
          <c:spPr>
            <a:solidFill>
              <a:schemeClr val="tx2">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0.25878000000000001</c:v>
                </c:pt>
                <c:pt idx="1">
                  <c:v>0.28050999999999998</c:v>
                </c:pt>
                <c:pt idx="2">
                  <c:v>0.26182</c:v>
                </c:pt>
                <c:pt idx="3">
                  <c:v>0.27059</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Coca-Cola Original Taste</c:v>
                </c:pt>
              </c:strCache>
            </c:strRef>
          </c:tx>
          <c:spPr>
            <a:solidFill>
              <a:schemeClr val="tx2">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0.19592999999999999</c:v>
                </c:pt>
                <c:pt idx="1">
                  <c:v>0.21310999999999999</c:v>
                </c:pt>
                <c:pt idx="2">
                  <c:v>0.20727000000000001</c:v>
                </c:pt>
                <c:pt idx="3">
                  <c:v>0.18431</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Pepsi Original</c:v>
                </c:pt>
              </c:strCache>
            </c:strRef>
          </c:tx>
          <c:spPr>
            <a:solidFill>
              <a:srgbClr val="CCEC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6.6540000000000002E-2</c:v>
                </c:pt>
                <c:pt idx="1">
                  <c:v>5.8289999999999995E-2</c:v>
                </c:pt>
                <c:pt idx="2">
                  <c:v>0.08</c:v>
                </c:pt>
                <c:pt idx="3">
                  <c:v>7.843E-2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Diet Pepsi</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0.12384000000000001</c:v>
                </c:pt>
                <c:pt idx="1">
                  <c:v>0.11292999999999999</c:v>
                </c:pt>
                <c:pt idx="2">
                  <c:v>0.11635999999999999</c:v>
                </c:pt>
                <c:pt idx="3">
                  <c:v>0.13528999999999999</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Pepsi Max</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0.13863</c:v>
                </c:pt>
                <c:pt idx="1">
                  <c:v>0.1275</c:v>
                </c:pt>
                <c:pt idx="2">
                  <c:v>0.12</c:v>
                </c:pt>
                <c:pt idx="3">
                  <c:v>0.13528999999999999</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Sheet1!$B$2:$D$2</c:f>
              <c:numCache>
                <c:formatCode>0%</c:formatCode>
                <c:ptCount val="3"/>
                <c:pt idx="0">
                  <c:v>0.14346999999999999</c:v>
                </c:pt>
                <c:pt idx="1">
                  <c:v>0.1474</c:v>
                </c:pt>
                <c:pt idx="2">
                  <c:v>0.13544999999999999</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Sheet1!$B$3:$D$3</c:f>
              <c:numCache>
                <c:formatCode>0%</c:formatCode>
                <c:ptCount val="3"/>
                <c:pt idx="0">
                  <c:v>0.42471999999999999</c:v>
                </c:pt>
                <c:pt idx="1">
                  <c:v>0.37572000000000005</c:v>
                </c:pt>
                <c:pt idx="2">
                  <c:v>0.40490000000000004</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Sheet1!$B$4:$D$4</c:f>
              <c:numCache>
                <c:formatCode>0%</c:formatCode>
                <c:ptCount val="3"/>
                <c:pt idx="0">
                  <c:v>0.27983000000000002</c:v>
                </c:pt>
                <c:pt idx="1">
                  <c:v>0.31068999999999997</c:v>
                </c:pt>
                <c:pt idx="2">
                  <c:v>0.30114999999999997</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Sheet1!$B$5:$D$5</c:f>
              <c:numCache>
                <c:formatCode>0%</c:formatCode>
                <c:ptCount val="3"/>
                <c:pt idx="0">
                  <c:v>0.15198999999999999</c:v>
                </c:pt>
                <c:pt idx="1">
                  <c:v>0.16617999999999999</c:v>
                </c:pt>
                <c:pt idx="2">
                  <c:v>0.1585</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Sheet1!$B$2:$D$2</c:f>
              <c:numCache>
                <c:formatCode>0%</c:formatCode>
                <c:ptCount val="3"/>
                <c:pt idx="0">
                  <c:v>0.47159000000000001</c:v>
                </c:pt>
                <c:pt idx="1">
                  <c:v>0.44652999999999998</c:v>
                </c:pt>
                <c:pt idx="2">
                  <c:v>0.44668999999999998</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Sheet1!$B$3:$D$3</c:f>
              <c:numCache>
                <c:formatCode>0%</c:formatCode>
                <c:ptCount val="3"/>
                <c:pt idx="0">
                  <c:v>0.33807000000000004</c:v>
                </c:pt>
                <c:pt idx="1">
                  <c:v>0.33960000000000001</c:v>
                </c:pt>
                <c:pt idx="2">
                  <c:v>0.35447000000000001</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Sheet1!$B$4:$D$4</c:f>
              <c:numCache>
                <c:formatCode>0%</c:formatCode>
                <c:ptCount val="3"/>
                <c:pt idx="0">
                  <c:v>0.19033999999999998</c:v>
                </c:pt>
                <c:pt idx="1">
                  <c:v>0.21387</c:v>
                </c:pt>
                <c:pt idx="2">
                  <c:v>0.19885000000000003</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Sheet1!$B$2:$D$2</c:f>
              <c:numCache>
                <c:formatCode>0%</c:formatCode>
                <c:ptCount val="3"/>
                <c:pt idx="0">
                  <c:v>0.46023000000000003</c:v>
                </c:pt>
                <c:pt idx="1">
                  <c:v>0.45809</c:v>
                </c:pt>
                <c:pt idx="2">
                  <c:v>0.43084000000000006</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Sheet1!$B$3:$D$3</c:f>
              <c:numCache>
                <c:formatCode>0%</c:formatCode>
                <c:ptCount val="3"/>
                <c:pt idx="0">
                  <c:v>0.41903000000000001</c:v>
                </c:pt>
                <c:pt idx="1">
                  <c:v>0.41039999999999999</c:v>
                </c:pt>
                <c:pt idx="2">
                  <c:v>0.44091999999999998</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Sheet1!$B$4:$D$4</c:f>
              <c:numCache>
                <c:formatCode>0%</c:formatCode>
                <c:ptCount val="3"/>
                <c:pt idx="0">
                  <c:v>0.12074</c:v>
                </c:pt>
                <c:pt idx="1">
                  <c:v>0.13150000000000001</c:v>
                </c:pt>
                <c:pt idx="2">
                  <c:v>0.12823999999999999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0.16231999999999999</c:v>
                </c:pt>
                <c:pt idx="1">
                  <c:v>0.14454</c:v>
                </c:pt>
                <c:pt idx="2">
                  <c:v>0.12166</c:v>
                </c:pt>
                <c:pt idx="3">
                  <c:v>0.17312999999999998</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0.34783000000000003</c:v>
                </c:pt>
                <c:pt idx="1">
                  <c:v>0.36282999999999999</c:v>
                </c:pt>
                <c:pt idx="2">
                  <c:v>0.38575999999999999</c:v>
                </c:pt>
                <c:pt idx="3">
                  <c:v>0.34029999999999999</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0.33912999999999999</c:v>
                </c:pt>
                <c:pt idx="1">
                  <c:v>0.33923000000000003</c:v>
                </c:pt>
                <c:pt idx="2">
                  <c:v>0.33234000000000002</c:v>
                </c:pt>
                <c:pt idx="3">
                  <c:v>0.31641999999999998</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Sheet1!$B$5:$E$5</c:f>
              <c:numCache>
                <c:formatCode>0%</c:formatCode>
                <c:ptCount val="4"/>
                <c:pt idx="0">
                  <c:v>0.15071999999999999</c:v>
                </c:pt>
                <c:pt idx="1">
                  <c:v>0.15339</c:v>
                </c:pt>
                <c:pt idx="2">
                  <c:v>0.16024000000000002</c:v>
                </c:pt>
                <c:pt idx="3">
                  <c:v>0.17015</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0.13913</c:v>
                </c:pt>
                <c:pt idx="1">
                  <c:v>0.16224</c:v>
                </c:pt>
                <c:pt idx="2">
                  <c:v>0.13650000000000001</c:v>
                </c:pt>
                <c:pt idx="3">
                  <c:v>0.18806</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0.40869999999999995</c:v>
                </c:pt>
                <c:pt idx="1">
                  <c:v>0.35987999999999998</c:v>
                </c:pt>
                <c:pt idx="2">
                  <c:v>0.38872000000000001</c:v>
                </c:pt>
                <c:pt idx="3">
                  <c:v>0.35521999999999998</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0.30145</c:v>
                </c:pt>
                <c:pt idx="1">
                  <c:v>0.29498999999999997</c:v>
                </c:pt>
                <c:pt idx="2">
                  <c:v>0.31453999999999999</c:v>
                </c:pt>
                <c:pt idx="3">
                  <c:v>0.29552</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Sheet1!$B$5:$E$5</c:f>
              <c:numCache>
                <c:formatCode>0%</c:formatCode>
                <c:ptCount val="4"/>
                <c:pt idx="0">
                  <c:v>0.15071999999999999</c:v>
                </c:pt>
                <c:pt idx="1">
                  <c:v>0.18289000000000002</c:v>
                </c:pt>
                <c:pt idx="2">
                  <c:v>0.16024000000000002</c:v>
                </c:pt>
                <c:pt idx="3">
                  <c:v>0.16119</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0.14454</c:v>
                </c:pt>
                <c:pt idx="1">
                  <c:v>0.16224</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0.36282999999999999</c:v>
                </c:pt>
                <c:pt idx="1">
                  <c:v>0.35987999999999998</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0.33923000000000003</c:v>
                </c:pt>
                <c:pt idx="1">
                  <c:v>0.29498999999999997</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0.15339</c:v>
                </c:pt>
                <c:pt idx="1">
                  <c:v>0.18289000000000002</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0.16231999999999999</c:v>
                </c:pt>
                <c:pt idx="1">
                  <c:v>0.13913</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0.34783000000000003</c:v>
                </c:pt>
                <c:pt idx="1">
                  <c:v>0.40869999999999995</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0.33912999999999999</c:v>
                </c:pt>
                <c:pt idx="1">
                  <c:v>0.30145</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0.15071999999999999</c:v>
                </c:pt>
                <c:pt idx="1">
                  <c:v>0.15071999999999999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0.12166</c:v>
                </c:pt>
                <c:pt idx="1">
                  <c:v>0.13650000000000001</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0.38575999999999999</c:v>
                </c:pt>
                <c:pt idx="1">
                  <c:v>0.38872000000000001</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0.33234000000000002</c:v>
                </c:pt>
                <c:pt idx="1">
                  <c:v>0.31453999999999999</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0.16024000000000002</c:v>
                </c:pt>
                <c:pt idx="1">
                  <c:v>0.16024000000000002</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0.17312999999999998</c:v>
                </c:pt>
                <c:pt idx="1">
                  <c:v>0.18806</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0.34029999999999999</c:v>
                </c:pt>
                <c:pt idx="1">
                  <c:v>0.35521999999999998</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0.31641999999999998</c:v>
                </c:pt>
                <c:pt idx="1">
                  <c:v>0.29552</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0.17015</c:v>
                </c:pt>
                <c:pt idx="1">
                  <c:v>0.16119</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0.45796999999999999</c:v>
                </c:pt>
                <c:pt idx="1">
                  <c:v>0.45427999999999996</c:v>
                </c:pt>
                <c:pt idx="2">
                  <c:v>0.44807000000000002</c:v>
                </c:pt>
                <c:pt idx="3">
                  <c:v>0.46866000000000002</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0.35072000000000003</c:v>
                </c:pt>
                <c:pt idx="1">
                  <c:v>0.32447999999999999</c:v>
                </c:pt>
                <c:pt idx="2">
                  <c:v>0.34421000000000002</c:v>
                </c:pt>
                <c:pt idx="3">
                  <c:v>0.32536999999999999</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0.1913</c:v>
                </c:pt>
                <c:pt idx="1">
                  <c:v>0.22123999999999999</c:v>
                </c:pt>
                <c:pt idx="2">
                  <c:v>0.20771999999999999</c:v>
                </c:pt>
                <c:pt idx="3">
                  <c:v>0.20597000000000001</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345)</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0.67825999999999997</c:v>
                </c:pt>
                <c:pt idx="1">
                  <c:v>0.59130000000000005</c:v>
                </c:pt>
                <c:pt idx="2">
                  <c:v>0.58261000000000007</c:v>
                </c:pt>
                <c:pt idx="3">
                  <c:v>0.61448999999999998</c:v>
                </c:pt>
                <c:pt idx="4">
                  <c:v>0.77681</c:v>
                </c:pt>
                <c:pt idx="5">
                  <c:v>0.83767999999999998</c:v>
                </c:pt>
                <c:pt idx="6">
                  <c:v>0.64347999999999994</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339)</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0.71385999999999994</c:v>
                </c:pt>
                <c:pt idx="1">
                  <c:v>0.64602000000000004</c:v>
                </c:pt>
                <c:pt idx="2">
                  <c:v>0.63422000000000001</c:v>
                </c:pt>
                <c:pt idx="3">
                  <c:v>0.64012000000000002</c:v>
                </c:pt>
                <c:pt idx="4">
                  <c:v>0.76400999999999997</c:v>
                </c:pt>
                <c:pt idx="5">
                  <c:v>0.74926000000000004</c:v>
                </c:pt>
                <c:pt idx="6">
                  <c:v>0.68436999999999992</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337)</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0.72106999999999999</c:v>
                </c:pt>
                <c:pt idx="1">
                  <c:v>0.65578999999999998</c:v>
                </c:pt>
                <c:pt idx="2">
                  <c:v>0.62907999999999997</c:v>
                </c:pt>
                <c:pt idx="3">
                  <c:v>0.69733000000000001</c:v>
                </c:pt>
                <c:pt idx="4">
                  <c:v>0.76558000000000004</c:v>
                </c:pt>
                <c:pt idx="5">
                  <c:v>0.81602000000000008</c:v>
                </c:pt>
                <c:pt idx="6">
                  <c:v>0.68842999999999999</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335)</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0.72836000000000001</c:v>
                </c:pt>
                <c:pt idx="1">
                  <c:v>0.6</c:v>
                </c:pt>
                <c:pt idx="2">
                  <c:v>0.58506999999999998</c:v>
                </c:pt>
                <c:pt idx="3">
                  <c:v>0.61492999999999998</c:v>
                </c:pt>
                <c:pt idx="4">
                  <c:v>0.72836000000000001</c:v>
                </c:pt>
                <c:pt idx="5">
                  <c:v>0.81194</c:v>
                </c:pt>
                <c:pt idx="6">
                  <c:v>0.62686999999999993</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dirty="0">
                <a:solidFill>
                  <a:srgbClr val="FF560E"/>
                </a:solidFill>
              </a:rPr>
              <a:t>W+ CCZS Drinkers</a:t>
            </a:r>
            <a:r>
              <a:rPr lang="en-US" baseline="0" dirty="0">
                <a:solidFill>
                  <a:srgbClr val="FF560E"/>
                </a:solidFill>
              </a:rPr>
              <a:t> </a:t>
            </a:r>
            <a:r>
              <a:rPr lang="en-US" dirty="0"/>
              <a:t>(N = 345)</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0DCEA9B4-E371-411D-98EA-A1300D920E6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2D5C5876-2C16-42B6-B2B5-36699CAABFF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DB3830E0-15F6-4C90-8CCA-0A6464AA7C51}"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5D70C86A-5D63-4A58-8EB9-D2E430B0B03F}"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457D5E31-355F-4683-B4D6-D0EE5ECAA17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AE082480-68B5-45C9-8B32-C6A29B06CAAA}"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F873B8A3-C908-4D91-A2C5-E6CC168B1CF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7507B25E-CBDB-4D64-A719-6A2C4B87143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639D83CC-6E16-4189-BA72-1B1EF673A40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393649A7-EB0D-4D4E-96F5-690DC8EF3081}"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602400AB-9FE9-4FEB-B18F-6F60FCCD617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31A2F655-F005-46C8-BE61-578B013561B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8FB85D4B-9A92-4236-B6B6-1534BF543477}"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573C36BE-188B-4A08-892A-B6692A45768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560E"/>
                </a:solidFill>
                <a:latin typeface="Avenir Next LT Pro" panose="020B0504020202020204" pitchFamily="34" charset="0"/>
              </a:rPr>
              <a:t>W+ CCZS Drinkers </a:t>
            </a:r>
            <a:r>
              <a:rPr lang="en-US" dirty="0"/>
              <a:t>(N = 339)</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1A5CD724-B079-4494-8AAC-59B202B83C0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4B8660FF-C45D-4053-BA25-3D466DB25BC0}"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33F8CF0A-62EE-4972-83E0-1B2CACDFEE07}"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3BDD9284-320D-49D9-AA95-BFB4D8950AA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A8F36149-2E1A-447A-977E-3702BA552C6E}"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D6D11447-7FF6-457A-A0E5-F763742E27A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E80DA937-79EF-42A7-9E47-DC1E5074588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A672A15E-8C2C-4B80-911C-97A45ABB69F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59249C8C-8995-4000-84C7-0DA3783B0862}"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73416A57-AE6A-4FFE-9045-136CF5373705}"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26D2041A-7C20-486D-95C5-08814DB20CD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8827536B-CD5E-49BE-ABDF-4DF4EA26823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8F7BB297-5102-4951-A66D-4CFDCAB0BC8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F14CCCBC-1301-4080-B909-61A5C9988C7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560E"/>
                </a:solidFill>
                <a:latin typeface="Avenir Next LT Pro" panose="020B0504020202020204" pitchFamily="34" charset="0"/>
              </a:rPr>
              <a:t>W+ CCZS Drinkers </a:t>
            </a:r>
            <a:r>
              <a:rPr lang="en-US" dirty="0"/>
              <a:t>(N = 337)</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523420B0-741B-4009-93E0-2694A2A49EE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4C6F7C1F-0FC2-4644-A8D8-37B6F23CF48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CF88BEBA-C726-497E-A1B7-5E7BC8955AB4}"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560E"/>
                </a:solidFill>
                <a:latin typeface="Avenir Next LT Pro" panose="020B0504020202020204" pitchFamily="34" charset="0"/>
              </a:rPr>
              <a:t>W+ CCZS Drinkers </a:t>
            </a:r>
            <a:r>
              <a:rPr lang="en-US" dirty="0"/>
              <a:t>(N = 335)</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ACBFA8C9-D354-4298-9294-F1B33174FF72}"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BFDE057C-81C2-46F9-97AC-0D9D7C6D086D}"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CF23389A-2A02-4FD9-B982-E0A691953B17}"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0.48985999999999996</c:v>
                </c:pt>
                <c:pt idx="1">
                  <c:v>0.48673</c:v>
                </c:pt>
                <c:pt idx="2">
                  <c:v>0.4451</c:v>
                </c:pt>
                <c:pt idx="3">
                  <c:v>0.47463</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0.38841000000000003</c:v>
                </c:pt>
                <c:pt idx="1">
                  <c:v>0.38347999999999999</c:v>
                </c:pt>
                <c:pt idx="2">
                  <c:v>0.43917</c:v>
                </c:pt>
                <c:pt idx="3">
                  <c:v>0.4</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0.12174</c:v>
                </c:pt>
                <c:pt idx="1">
                  <c:v>0.12978999999999999</c:v>
                </c:pt>
                <c:pt idx="2">
                  <c:v>0.11573</c:v>
                </c:pt>
                <c:pt idx="3">
                  <c:v>0.12537000000000001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0.47826000000000002</c:v>
                </c:pt>
                <c:pt idx="1">
                  <c:v>0.48673</c:v>
                </c:pt>
                <c:pt idx="2">
                  <c:v>0.44213999999999998</c:v>
                </c:pt>
                <c:pt idx="3">
                  <c:v>0.48656999999999995</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0.41738999999999998</c:v>
                </c:pt>
                <c:pt idx="1">
                  <c:v>0.38643</c:v>
                </c:pt>
                <c:pt idx="2">
                  <c:v>0.44807000000000002</c:v>
                </c:pt>
                <c:pt idx="3">
                  <c:v>0.39701000000000003</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0.10435</c:v>
                </c:pt>
                <c:pt idx="1">
                  <c:v>0.12683999999999998</c:v>
                </c:pt>
                <c:pt idx="2">
                  <c:v>0.10979</c:v>
                </c:pt>
                <c:pt idx="3">
                  <c:v>0.11642</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0.48673</c:v>
                </c:pt>
                <c:pt idx="1">
                  <c:v>0.48673</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0.38347999999999999</c:v>
                </c:pt>
                <c:pt idx="1">
                  <c:v>0.38643</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0.12978999999999999</c:v>
                </c:pt>
                <c:pt idx="1">
                  <c:v>0.12683999999999998</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0.48985999999999996</c:v>
                </c:pt>
                <c:pt idx="1">
                  <c:v>0.47826000000000002</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0.38841000000000003</c:v>
                </c:pt>
                <c:pt idx="1">
                  <c:v>0.41738999999999998</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0.12174</c:v>
                </c:pt>
                <c:pt idx="1">
                  <c:v>0.10435</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0.4451</c:v>
                </c:pt>
                <c:pt idx="1">
                  <c:v>0.44213999999999998</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0.43917</c:v>
                </c:pt>
                <c:pt idx="1">
                  <c:v>0.44807000000000002</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0.11573</c:v>
                </c:pt>
                <c:pt idx="1">
                  <c:v>0.10979</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0.47463</c:v>
                </c:pt>
                <c:pt idx="1">
                  <c:v>0.48656999999999995</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c:v>
                </c:pt>
                <c:pt idx="1">
                  <c:v>0.39701000000000003</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0.12537000000000001</c:v>
                </c:pt>
                <c:pt idx="1">
                  <c:v>0.11642</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4.9279999999999997E-2</c:v>
                </c:pt>
                <c:pt idx="1">
                  <c:v>6.7850000000000008E-2</c:v>
                </c:pt>
                <c:pt idx="2">
                  <c:v>5.3409999999999999E-2</c:v>
                </c:pt>
                <c:pt idx="3">
                  <c:v>8.6569999999999994E-2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0.15942000000000001</c:v>
                </c:pt>
                <c:pt idx="1">
                  <c:v>0.11209</c:v>
                </c:pt>
                <c:pt idx="2">
                  <c:v>0.12759999999999999</c:v>
                </c:pt>
                <c:pt idx="3">
                  <c:v>0.12537000000000001</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0.16231999999999999</c:v>
                </c:pt>
                <c:pt idx="1">
                  <c:v>0.17404</c:v>
                </c:pt>
                <c:pt idx="2">
                  <c:v>0.18101</c:v>
                </c:pt>
                <c:pt idx="3">
                  <c:v>0.18806</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Sheet1!$B$5:$E$5</c:f>
              <c:numCache>
                <c:formatCode>0%</c:formatCode>
                <c:ptCount val="4"/>
                <c:pt idx="0">
                  <c:v>0.32463999999999998</c:v>
                </c:pt>
                <c:pt idx="1">
                  <c:v>0.30678</c:v>
                </c:pt>
                <c:pt idx="2">
                  <c:v>0.32344000000000001</c:v>
                </c:pt>
                <c:pt idx="3">
                  <c:v>0.27760999999999997</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Sheet1!$B$6:$E$6</c:f>
              <c:numCache>
                <c:formatCode>0%</c:formatCode>
                <c:ptCount val="4"/>
                <c:pt idx="0">
                  <c:v>0.30435000000000001</c:v>
                </c:pt>
                <c:pt idx="1">
                  <c:v>0.33923000000000003</c:v>
                </c:pt>
                <c:pt idx="2">
                  <c:v>0.31453999999999999</c:v>
                </c:pt>
                <c:pt idx="3">
                  <c:v>0.32238999999999995</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0.38551000000000002</c:v>
                </c:pt>
                <c:pt idx="1">
                  <c:v>0.36578000000000005</c:v>
                </c:pt>
                <c:pt idx="2">
                  <c:v>0.38575999999999999</c:v>
                </c:pt>
                <c:pt idx="3">
                  <c:v>0.40895999999999999</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0.28695999999999999</c:v>
                </c:pt>
                <c:pt idx="1">
                  <c:v>0.25958999999999999</c:v>
                </c:pt>
                <c:pt idx="2">
                  <c:v>0.25816</c:v>
                </c:pt>
                <c:pt idx="3">
                  <c:v>0.26866000000000001</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0.32754</c:v>
                </c:pt>
                <c:pt idx="1">
                  <c:v>0.37463000000000002</c:v>
                </c:pt>
                <c:pt idx="2">
                  <c:v>0.35607999999999995</c:v>
                </c:pt>
                <c:pt idx="3">
                  <c:v>0.32238999999999995</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9.2749999999999999E-2</c:v>
                </c:pt>
                <c:pt idx="1">
                  <c:v>0.10324</c:v>
                </c:pt>
                <c:pt idx="2">
                  <c:v>8.9019999999999988E-2</c:v>
                </c:pt>
                <c:pt idx="3">
                  <c:v>0.11642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6.9569999999999993E-2</c:v>
                </c:pt>
                <c:pt idx="1">
                  <c:v>5.9000000000000004E-2</c:v>
                </c:pt>
                <c:pt idx="2">
                  <c:v>8.3089999999999997E-2</c:v>
                </c:pt>
                <c:pt idx="3">
                  <c:v>9.8510000000000014E-2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6.6669999999999993E-2</c:v>
                </c:pt>
                <c:pt idx="1">
                  <c:v>4.4249999999999998E-2</c:v>
                </c:pt>
                <c:pt idx="2">
                  <c:v>2.9670000000000002E-2</c:v>
                </c:pt>
                <c:pt idx="3">
                  <c:v>4.478E-2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Sheet1!$B$5:$E$5</c:f>
              <c:numCache>
                <c:formatCode>0%</c:formatCode>
                <c:ptCount val="4"/>
                <c:pt idx="0">
                  <c:v>0.29854999999999998</c:v>
                </c:pt>
                <c:pt idx="1">
                  <c:v>0.24188999999999999</c:v>
                </c:pt>
                <c:pt idx="2">
                  <c:v>0.23144999999999999</c:v>
                </c:pt>
                <c:pt idx="3">
                  <c:v>0.24178999999999998</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Sheet1!$B$6:$E$6</c:f>
              <c:numCache>
                <c:formatCode>0%</c:formatCode>
                <c:ptCount val="4"/>
                <c:pt idx="0">
                  <c:v>0.47246000000000005</c:v>
                </c:pt>
                <c:pt idx="1">
                  <c:v>0.55162</c:v>
                </c:pt>
                <c:pt idx="2">
                  <c:v>0.56677</c:v>
                </c:pt>
                <c:pt idx="3">
                  <c:v>0.49851000000000001</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Diet Coke</c:v>
                </c:pt>
              </c:strCache>
            </c:strRef>
          </c:tx>
          <c:spPr>
            <a:solidFill>
              <a:schemeClr val="tx2">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Sheet1!$B$2:$E$2</c:f>
              <c:numCache>
                <c:formatCode>0%</c:formatCode>
                <c:ptCount val="4"/>
                <c:pt idx="0">
                  <c:v>0.16917000000000001</c:v>
                </c:pt>
                <c:pt idx="1">
                  <c:v>0.17100000000000001</c:v>
                </c:pt>
                <c:pt idx="2">
                  <c:v>0.18959000000000001</c:v>
                </c:pt>
                <c:pt idx="3">
                  <c:v>0.17742000000000002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Coca-Cola Zero Sugar</c:v>
                </c:pt>
              </c:strCache>
            </c:strRef>
          </c:tx>
          <c:spPr>
            <a:solidFill>
              <a:schemeClr val="tx2">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Sheet1!$B$3:$E$3</c:f>
              <c:numCache>
                <c:formatCode>0%</c:formatCode>
                <c:ptCount val="4"/>
                <c:pt idx="0">
                  <c:v>0.24812000000000001</c:v>
                </c:pt>
                <c:pt idx="1">
                  <c:v>0.30482999999999999</c:v>
                </c:pt>
                <c:pt idx="2">
                  <c:v>0.29368</c:v>
                </c:pt>
                <c:pt idx="3">
                  <c:v>0.30645</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Coca-Cola Original Taste</c:v>
                </c:pt>
              </c:strCache>
            </c:strRef>
          </c:tx>
          <c:spPr>
            <a:solidFill>
              <a:schemeClr val="tx2">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Sheet1!$B$4:$E$4</c:f>
              <c:numCache>
                <c:formatCode>0%</c:formatCode>
                <c:ptCount val="4"/>
                <c:pt idx="0">
                  <c:v>0.18045000000000003</c:v>
                </c:pt>
                <c:pt idx="1">
                  <c:v>0.19330999999999998</c:v>
                </c:pt>
                <c:pt idx="2">
                  <c:v>0.21561</c:v>
                </c:pt>
                <c:pt idx="3">
                  <c:v>0.17338999999999999</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Pepsi Original</c:v>
                </c:pt>
              </c:strCache>
            </c:strRef>
          </c:tx>
          <c:spPr>
            <a:solidFill>
              <a:srgbClr val="CCEC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Sheet1!$B$2:$E$2</c:f>
              <c:numCache>
                <c:formatCode>0%</c:formatCode>
                <c:ptCount val="4"/>
                <c:pt idx="0">
                  <c:v>8.2710000000000006E-2</c:v>
                </c:pt>
                <c:pt idx="1">
                  <c:v>6.6909999999999997E-2</c:v>
                </c:pt>
                <c:pt idx="2">
                  <c:v>4.4610000000000004E-2</c:v>
                </c:pt>
                <c:pt idx="3">
                  <c:v>7.6609999999999998E-2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Diet Pepsi</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Sheet1!$B$3:$E$3</c:f>
              <c:numCache>
                <c:formatCode>0%</c:formatCode>
                <c:ptCount val="4"/>
                <c:pt idx="0">
                  <c:v>0.13158</c:v>
                </c:pt>
                <c:pt idx="1">
                  <c:v>0.11151999999999999</c:v>
                </c:pt>
                <c:pt idx="2">
                  <c:v>0.10781</c:v>
                </c:pt>
                <c:pt idx="3">
                  <c:v>0.12096999999999999</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Pepsi Max</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Sheet1!$B$4:$E$4</c:f>
              <c:numCache>
                <c:formatCode>0%</c:formatCode>
                <c:ptCount val="4"/>
                <c:pt idx="0">
                  <c:v>0.15789</c:v>
                </c:pt>
                <c:pt idx="1">
                  <c:v>0.11151999999999999</c:v>
                </c:pt>
                <c:pt idx="2">
                  <c:v>0.13011</c:v>
                </c:pt>
                <c:pt idx="3">
                  <c:v>0.12903000000000001</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Sheet1!$B$2:$D$2</c:f>
              <c:numCache>
                <c:formatCode>0%</c:formatCode>
                <c:ptCount val="3"/>
                <c:pt idx="0">
                  <c:v>0.13913</c:v>
                </c:pt>
                <c:pt idx="1">
                  <c:v>0.16224</c:v>
                </c:pt>
                <c:pt idx="2">
                  <c:v>0.13650000000000001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Sheet1!$B$3:$D$3</c:f>
              <c:numCache>
                <c:formatCode>0%</c:formatCode>
                <c:ptCount val="3"/>
                <c:pt idx="0">
                  <c:v>0.40869999999999995</c:v>
                </c:pt>
                <c:pt idx="1">
                  <c:v>0.35987999999999998</c:v>
                </c:pt>
                <c:pt idx="2">
                  <c:v>0.38872000000000001</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Sheet1!$B$4:$D$4</c:f>
              <c:numCache>
                <c:formatCode>0%</c:formatCode>
                <c:ptCount val="3"/>
                <c:pt idx="0">
                  <c:v>0.30145</c:v>
                </c:pt>
                <c:pt idx="1">
                  <c:v>0.29498999999999997</c:v>
                </c:pt>
                <c:pt idx="2">
                  <c:v>0.31453999999999999</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Sheet1!$B$5:$D$5</c:f>
              <c:numCache>
                <c:formatCode>0%</c:formatCode>
                <c:ptCount val="3"/>
                <c:pt idx="0">
                  <c:v>0.45216999999999996</c:v>
                </c:pt>
                <c:pt idx="1">
                  <c:v>0.47787999999999997</c:v>
                </c:pt>
                <c:pt idx="2">
                  <c:v>0.47478000000000004</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Sheet1!$B$2:$D$2</c:f>
              <c:numCache>
                <c:formatCode>0%</c:formatCode>
                <c:ptCount val="3"/>
                <c:pt idx="0">
                  <c:v>0.45796999999999999</c:v>
                </c:pt>
                <c:pt idx="1">
                  <c:v>0.45427999999999996</c:v>
                </c:pt>
                <c:pt idx="2">
                  <c:v>0.44807000000000002</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Sheet1!$B$3:$D$3</c:f>
              <c:numCache>
                <c:formatCode>0%</c:formatCode>
                <c:ptCount val="3"/>
                <c:pt idx="0">
                  <c:v>0.35072000000000003</c:v>
                </c:pt>
                <c:pt idx="1">
                  <c:v>0.32447999999999999</c:v>
                </c:pt>
                <c:pt idx="2">
                  <c:v>0.34421000000000002</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Sheet1!$B$4:$D$4</c:f>
              <c:numCache>
                <c:formatCode>0%</c:formatCode>
                <c:ptCount val="3"/>
                <c:pt idx="0">
                  <c:v>0.34783000000000003</c:v>
                </c:pt>
                <c:pt idx="1">
                  <c:v>0.39527999999999996</c:v>
                </c:pt>
                <c:pt idx="2">
                  <c:v>0.38872000000000001</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Sheet1!$B$2:$D$2</c:f>
              <c:numCache>
                <c:formatCode>0%</c:formatCode>
                <c:ptCount val="3"/>
                <c:pt idx="0">
                  <c:v>0.47826000000000002</c:v>
                </c:pt>
                <c:pt idx="1">
                  <c:v>0.48673</c:v>
                </c:pt>
                <c:pt idx="2">
                  <c:v>0.44213999999999998</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Sheet1!$B$3:$D$3</c:f>
              <c:numCache>
                <c:formatCode>0%</c:formatCode>
                <c:ptCount val="3"/>
                <c:pt idx="0">
                  <c:v>0.41738999999999998</c:v>
                </c:pt>
                <c:pt idx="1">
                  <c:v>0.38643</c:v>
                </c:pt>
                <c:pt idx="2">
                  <c:v>0.44807000000000002</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Sheet1!$B$4:$D$4</c:f>
              <c:numCache>
                <c:formatCode>0%</c:formatCode>
                <c:ptCount val="3"/>
                <c:pt idx="0">
                  <c:v>0.10435</c:v>
                </c:pt>
                <c:pt idx="1">
                  <c:v>0.12683999999999998</c:v>
                </c:pt>
                <c:pt idx="2">
                  <c:v>0.10979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0.12534999999999999</c:v>
                </c:pt>
                <c:pt idx="1">
                  <c:v>0.11615</c:v>
                </c:pt>
                <c:pt idx="2">
                  <c:v>0.11204</c:v>
                </c:pt>
                <c:pt idx="3">
                  <c:v>0.15581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0.42060999999999998</c:v>
                </c:pt>
                <c:pt idx="1">
                  <c:v>0.35127000000000003</c:v>
                </c:pt>
                <c:pt idx="2">
                  <c:v>0.40616000000000002</c:v>
                </c:pt>
                <c:pt idx="3">
                  <c:v>0.38527</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0.28969</c:v>
                </c:pt>
                <c:pt idx="1">
                  <c:v>0.39377000000000001</c:v>
                </c:pt>
                <c:pt idx="2">
                  <c:v>0.35014000000000001</c:v>
                </c:pt>
                <c:pt idx="3">
                  <c:v>0.30878</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Sheet1!$B$5:$E$5</c:f>
              <c:numCache>
                <c:formatCode>0%</c:formatCode>
                <c:ptCount val="4"/>
                <c:pt idx="0">
                  <c:v>0.16435</c:v>
                </c:pt>
                <c:pt idx="1">
                  <c:v>0.13880999999999999</c:v>
                </c:pt>
                <c:pt idx="2">
                  <c:v>0.13164999999999999</c:v>
                </c:pt>
                <c:pt idx="3">
                  <c:v>0.15014</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0.14763000000000001</c:v>
                </c:pt>
                <c:pt idx="1">
                  <c:v>0.13314000000000001</c:v>
                </c:pt>
                <c:pt idx="2">
                  <c:v>0.13445000000000001</c:v>
                </c:pt>
                <c:pt idx="3">
                  <c:v>0.15296999999999999</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0.44011</c:v>
                </c:pt>
                <c:pt idx="1">
                  <c:v>0.39093000000000006</c:v>
                </c:pt>
                <c:pt idx="2">
                  <c:v>0.42017000000000004</c:v>
                </c:pt>
                <c:pt idx="3">
                  <c:v>0.41359999999999997</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0.25905</c:v>
                </c:pt>
                <c:pt idx="1">
                  <c:v>0.32578000000000001</c:v>
                </c:pt>
                <c:pt idx="2">
                  <c:v>0.28852</c:v>
                </c:pt>
                <c:pt idx="3">
                  <c:v>0.28045000000000003</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Sheet1!$B$5:$E$5</c:f>
              <c:numCache>
                <c:formatCode>0%</c:formatCode>
                <c:ptCount val="4"/>
                <c:pt idx="0">
                  <c:v>0.1532</c:v>
                </c:pt>
                <c:pt idx="1">
                  <c:v>0.15014</c:v>
                </c:pt>
                <c:pt idx="2">
                  <c:v>0.15686</c:v>
                </c:pt>
                <c:pt idx="3">
                  <c:v>0.15296999999999999</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0.11615</c:v>
                </c:pt>
                <c:pt idx="1">
                  <c:v>0.13314000000000001</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0.35127000000000003</c:v>
                </c:pt>
                <c:pt idx="1">
                  <c:v>0.39093000000000006</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0.39377000000000001</c:v>
                </c:pt>
                <c:pt idx="1">
                  <c:v>0.32578000000000001</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0.13880999999999999</c:v>
                </c:pt>
                <c:pt idx="1">
                  <c:v>0.15014</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0.12534999999999999</c:v>
                </c:pt>
                <c:pt idx="1">
                  <c:v>0.14763000000000001</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0.42060999999999998</c:v>
                </c:pt>
                <c:pt idx="1">
                  <c:v>0.44011</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0.28969</c:v>
                </c:pt>
                <c:pt idx="1">
                  <c:v>0.25905</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0.16435</c:v>
                </c:pt>
                <c:pt idx="1">
                  <c:v>0.1532</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0.11204</c:v>
                </c:pt>
                <c:pt idx="1">
                  <c:v>0.13445000000000001</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0.40616000000000002</c:v>
                </c:pt>
                <c:pt idx="1">
                  <c:v>0.42017000000000004</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0.35014000000000001</c:v>
                </c:pt>
                <c:pt idx="1">
                  <c:v>0.28852</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0.13164999999999999</c:v>
                </c:pt>
                <c:pt idx="1">
                  <c:v>0.15686</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0.15581</c:v>
                </c:pt>
                <c:pt idx="1">
                  <c:v>0.15296999999999999</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0.38527</c:v>
                </c:pt>
                <c:pt idx="1">
                  <c:v>0.41359999999999997</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0.30878</c:v>
                </c:pt>
                <c:pt idx="1">
                  <c:v>0.28045000000000003</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0.15014</c:v>
                </c:pt>
                <c:pt idx="1">
                  <c:v>0.15296999999999999</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0.48468000000000006</c:v>
                </c:pt>
                <c:pt idx="1">
                  <c:v>0.43908999999999998</c:v>
                </c:pt>
                <c:pt idx="2">
                  <c:v>0.44537999999999994</c:v>
                </c:pt>
                <c:pt idx="3">
                  <c:v>0.49575000000000002</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0.32591000000000003</c:v>
                </c:pt>
                <c:pt idx="1">
                  <c:v>0.35411000000000004</c:v>
                </c:pt>
                <c:pt idx="2">
                  <c:v>0.36414999999999997</c:v>
                </c:pt>
                <c:pt idx="3">
                  <c:v>0.30027999999999999</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0.18942000000000001</c:v>
                </c:pt>
                <c:pt idx="1">
                  <c:v>0.20679999999999998</c:v>
                </c:pt>
                <c:pt idx="2">
                  <c:v>0.19047999999999998</c:v>
                </c:pt>
                <c:pt idx="3">
                  <c:v>0.20396999999999998</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359)</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0.72702</c:v>
                </c:pt>
                <c:pt idx="1">
                  <c:v>0.61002999999999996</c:v>
                </c:pt>
                <c:pt idx="2">
                  <c:v>0.59889000000000003</c:v>
                </c:pt>
                <c:pt idx="3">
                  <c:v>0.64066999999999996</c:v>
                </c:pt>
                <c:pt idx="4">
                  <c:v>0.73816000000000004</c:v>
                </c:pt>
                <c:pt idx="5">
                  <c:v>0.79386999999999996</c:v>
                </c:pt>
                <c:pt idx="6">
                  <c:v>0.66016999999999992</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353)</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0.72238000000000002</c:v>
                </c:pt>
                <c:pt idx="1">
                  <c:v>0.64305999999999996</c:v>
                </c:pt>
                <c:pt idx="2">
                  <c:v>0.62606000000000006</c:v>
                </c:pt>
                <c:pt idx="3">
                  <c:v>0.68838999999999995</c:v>
                </c:pt>
                <c:pt idx="4">
                  <c:v>0.75353999999999999</c:v>
                </c:pt>
                <c:pt idx="5">
                  <c:v>0.82153000000000009</c:v>
                </c:pt>
                <c:pt idx="6">
                  <c:v>0.71105000000000007</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357)</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0.70867999999999998</c:v>
                </c:pt>
                <c:pt idx="1">
                  <c:v>0.64706000000000008</c:v>
                </c:pt>
                <c:pt idx="2">
                  <c:v>0.61624999999999996</c:v>
                </c:pt>
                <c:pt idx="3">
                  <c:v>0.63585000000000003</c:v>
                </c:pt>
                <c:pt idx="4">
                  <c:v>0.75349999999999995</c:v>
                </c:pt>
                <c:pt idx="5">
                  <c:v>0.80952000000000002</c:v>
                </c:pt>
                <c:pt idx="6">
                  <c:v>0.66666999999999998</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353)</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0.6997199999999999</c:v>
                </c:pt>
                <c:pt idx="1">
                  <c:v>0.56657000000000002</c:v>
                </c:pt>
                <c:pt idx="2">
                  <c:v>0.55807000000000007</c:v>
                </c:pt>
                <c:pt idx="3">
                  <c:v>0.59489999999999998</c:v>
                </c:pt>
                <c:pt idx="4">
                  <c:v>0.77903999999999995</c:v>
                </c:pt>
                <c:pt idx="5">
                  <c:v>0.82153000000000009</c:v>
                </c:pt>
                <c:pt idx="6">
                  <c:v>0.60907</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sz="1600" b="1" i="0" u="none" strike="noStrike" kern="1200" baseline="0" dirty="0">
                <a:solidFill>
                  <a:srgbClr val="00B0F0"/>
                </a:solidFill>
                <a:latin typeface="Avenir Next LT Pro" panose="020B0504020202020204" pitchFamily="34" charset="0"/>
              </a:rPr>
              <a:t>CCZS NEUTRALS </a:t>
            </a:r>
            <a:r>
              <a:rPr lang="en-US" dirty="0"/>
              <a:t>(N = 359)</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62DC4AA5-DA1E-471F-BC72-20D706064C3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82F49D3A-1B6D-4B63-A1E6-FE636DAE908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C8F70E8F-5465-4E3E-9694-8792FC02F7F8}"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F8294A63-C1E5-4912-A7CB-CA03D430261B}"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D568F7CC-7EDA-4EE6-BA4C-144B6E97BD5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2E8FAAF0-CE5C-415A-B0E3-CF56B14DEAC5}"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284A537E-7D6C-40E3-B7D8-FB39FBB3241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FEF8AE6D-71BA-4E73-994D-BF6A2487854F}"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135F0DC9-2039-4C64-835B-5950AF272D97}"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05D74350-68C4-4CA8-9F02-D4B25ED43958}"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C56D852C-27D1-4E3E-87D0-F10835ECCEC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5F486FDB-4526-49F2-B8F9-E159450F8F7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32F23171-F20D-4E53-97A0-95393C576F3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6FC64768-F801-41F0-9E43-25D2C5D63CF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B0F0"/>
                </a:solidFill>
                <a:latin typeface="Avenir Next LT Pro" panose="020B0504020202020204" pitchFamily="34" charset="0"/>
              </a:rPr>
              <a:t>CCZS NEUTRALS </a:t>
            </a:r>
            <a:r>
              <a:rPr lang="en-US" dirty="0"/>
              <a:t>(N = 353)</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0341AF5C-5D40-4A82-9CF6-187F02FDD65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E3C57FA4-52F7-430D-9A20-7CC73AEA1F8B}"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A9D0EAB4-6F78-4A65-AFDB-19B80451527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D9F0971C-F738-4852-8090-0AF7A3E2180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7851B186-1BA5-403E-82BF-37DBF247C44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3E6C959A-CAC0-4BAD-831A-17EEE3DA990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BEAE0FA1-3BC9-4CDC-9EFA-6E8E2333C5C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03B83A1D-0CF1-470C-80EA-4A4273A36F4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C20E70BE-4CF1-4CEA-87DE-C306EDC6FA39}"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49EF411C-BED7-49A3-B8D3-8FCEE9A22B84}"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61D3FD4F-BEF6-4B45-9958-BCD43E46C1E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99855789-BB31-4356-87F1-84E8E34E7C5B}"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745B0474-750B-4771-9387-109694EAC98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DA106329-3073-4CA6-9D06-96B3C746FD87}"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B0F0"/>
                </a:solidFill>
                <a:latin typeface="Avenir Next LT Pro" panose="020B0504020202020204" pitchFamily="34" charset="0"/>
              </a:rPr>
              <a:t>CCZS NEUTRALS </a:t>
            </a:r>
            <a:r>
              <a:rPr lang="en-US" dirty="0"/>
              <a:t>(N = 357)</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84128A96-C5FA-4D4A-96B5-8AE8140CEB3F}"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71F3346B-8F4F-4FA5-995F-A3FDF2A9B65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B5F8A8EE-43A1-48CE-952D-C01B33D6F807}"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B0F0"/>
                </a:solidFill>
                <a:latin typeface="Avenir Next LT Pro" panose="020B0504020202020204" pitchFamily="34" charset="0"/>
              </a:rPr>
              <a:t>CCZS NEUTRALS </a:t>
            </a:r>
            <a:r>
              <a:rPr lang="en-US" dirty="0"/>
              <a:t>(N = 353)</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F77FDB26-762F-49EA-B91B-9EF5E0205CA5}"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87C74DA8-22EB-4CC3-8F48-6C8C779239A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0D4B1A02-AA58-44EF-BCE4-38389C8CFEA1}"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0.42618</c:v>
                </c:pt>
                <c:pt idx="1">
                  <c:v>0.45326</c:v>
                </c:pt>
                <c:pt idx="2">
                  <c:v>0.43417</c:v>
                </c:pt>
                <c:pt idx="3">
                  <c:v>0.47875000000000001</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0.42896999999999996</c:v>
                </c:pt>
                <c:pt idx="1">
                  <c:v>0.40793000000000001</c:v>
                </c:pt>
                <c:pt idx="2">
                  <c:v>0.41176000000000001</c:v>
                </c:pt>
                <c:pt idx="3">
                  <c:v>0.41359999999999997</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0.14485000000000001</c:v>
                </c:pt>
                <c:pt idx="1">
                  <c:v>0.13880999999999999</c:v>
                </c:pt>
                <c:pt idx="2">
                  <c:v>0.15406</c:v>
                </c:pt>
                <c:pt idx="3">
                  <c:v>0.10765000000000001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0.44290000000000002</c:v>
                </c:pt>
                <c:pt idx="1">
                  <c:v>0.43058999999999997</c:v>
                </c:pt>
                <c:pt idx="2">
                  <c:v>0.42017000000000004</c:v>
                </c:pt>
                <c:pt idx="3">
                  <c:v>0.47875000000000001</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0.42060999999999998</c:v>
                </c:pt>
                <c:pt idx="1">
                  <c:v>0.43343000000000004</c:v>
                </c:pt>
                <c:pt idx="2">
                  <c:v>0.43417</c:v>
                </c:pt>
                <c:pt idx="3">
                  <c:v>0.41076000000000001</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0.13649</c:v>
                </c:pt>
                <c:pt idx="1">
                  <c:v>0.13598000000000002</c:v>
                </c:pt>
                <c:pt idx="2">
                  <c:v>0.14566000000000001</c:v>
                </c:pt>
                <c:pt idx="3">
                  <c:v>0.11047999999999999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0.45326</c:v>
                </c:pt>
                <c:pt idx="1">
                  <c:v>0.43058999999999997</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0.40793000000000001</c:v>
                </c:pt>
                <c:pt idx="1">
                  <c:v>0.43343000000000004</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0.13880999999999999</c:v>
                </c:pt>
                <c:pt idx="1">
                  <c:v>0.13598000000000002</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0.42618</c:v>
                </c:pt>
                <c:pt idx="1">
                  <c:v>0.44290000000000002</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0.42896999999999996</c:v>
                </c:pt>
                <c:pt idx="1">
                  <c:v>0.42060999999999998</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0.14485000000000001</c:v>
                </c:pt>
                <c:pt idx="1">
                  <c:v>0.13649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0.43417</c:v>
                </c:pt>
                <c:pt idx="1">
                  <c:v>0.42017000000000004</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0.41176000000000001</c:v>
                </c:pt>
                <c:pt idx="1">
                  <c:v>0.43417</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0.15406</c:v>
                </c:pt>
                <c:pt idx="1">
                  <c:v>0.14566000000000001</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0.47875000000000001</c:v>
                </c:pt>
                <c:pt idx="1">
                  <c:v>0.47875000000000001</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0.41359999999999997</c:v>
                </c:pt>
                <c:pt idx="1">
                  <c:v>0.41076000000000001</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0.10765000000000001</c:v>
                </c:pt>
                <c:pt idx="1">
                  <c:v>0.11047999999999999</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6.6849999999999993E-2</c:v>
                </c:pt>
                <c:pt idx="1">
                  <c:v>8.2150000000000001E-2</c:v>
                </c:pt>
                <c:pt idx="2">
                  <c:v>7.0029999999999995E-2</c:v>
                </c:pt>
                <c:pt idx="3">
                  <c:v>8.499000000000001E-2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0.1532</c:v>
                </c:pt>
                <c:pt idx="1">
                  <c:v>8.2150000000000001E-2</c:v>
                </c:pt>
                <c:pt idx="2">
                  <c:v>8.1229999999999997E-2</c:v>
                </c:pt>
                <c:pt idx="3">
                  <c:v>0.11898</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0.18384</c:v>
                </c:pt>
                <c:pt idx="1">
                  <c:v>0.19547</c:v>
                </c:pt>
                <c:pt idx="2">
                  <c:v>0.19888000000000003</c:v>
                </c:pt>
                <c:pt idx="3">
                  <c:v>0.20113</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Sheet1!$B$5:$E$5</c:f>
              <c:numCache>
                <c:formatCode>0%</c:formatCode>
                <c:ptCount val="4"/>
                <c:pt idx="0">
                  <c:v>0.30919000000000002</c:v>
                </c:pt>
                <c:pt idx="1">
                  <c:v>0.34277999999999997</c:v>
                </c:pt>
                <c:pt idx="2">
                  <c:v>0.37255000000000005</c:v>
                </c:pt>
                <c:pt idx="3">
                  <c:v>0.32578000000000001</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Sheet1!$B$6:$E$6</c:f>
              <c:numCache>
                <c:formatCode>0%</c:formatCode>
                <c:ptCount val="4"/>
                <c:pt idx="0">
                  <c:v>0.28691</c:v>
                </c:pt>
                <c:pt idx="1">
                  <c:v>0.29744999999999999</c:v>
                </c:pt>
                <c:pt idx="2">
                  <c:v>0.27731</c:v>
                </c:pt>
                <c:pt idx="3">
                  <c:v>0.26911999999999997</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0.39832999999999996</c:v>
                </c:pt>
                <c:pt idx="1">
                  <c:v>0.36543999999999999</c:v>
                </c:pt>
                <c:pt idx="2">
                  <c:v>0.36975000000000002</c:v>
                </c:pt>
                <c:pt idx="3">
                  <c:v>0.39377000000000001</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0.26740999999999998</c:v>
                </c:pt>
                <c:pt idx="1">
                  <c:v>0.26911999999999997</c:v>
                </c:pt>
                <c:pt idx="2">
                  <c:v>0.30252000000000001</c:v>
                </c:pt>
                <c:pt idx="3">
                  <c:v>0.28611999999999999</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0.33426</c:v>
                </c:pt>
                <c:pt idx="1">
                  <c:v>0.36543999999999999</c:v>
                </c:pt>
                <c:pt idx="2">
                  <c:v>0.32773000000000002</c:v>
                </c:pt>
                <c:pt idx="3">
                  <c:v>0.32011000000000001</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0.13649</c:v>
                </c:pt>
                <c:pt idx="1">
                  <c:v>0.11330999999999999</c:v>
                </c:pt>
                <c:pt idx="2">
                  <c:v>0.11765</c:v>
                </c:pt>
                <c:pt idx="3">
                  <c:v>0.17563999999999999</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8.0779999999999991E-2</c:v>
                </c:pt>
                <c:pt idx="1">
                  <c:v>7.0819999999999994E-2</c:v>
                </c:pt>
                <c:pt idx="2">
                  <c:v>7.2830000000000006E-2</c:v>
                </c:pt>
                <c:pt idx="3">
                  <c:v>6.232E-2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1.6709999999999999E-2</c:v>
                </c:pt>
                <c:pt idx="1">
                  <c:v>2.266E-2</c:v>
                </c:pt>
                <c:pt idx="2">
                  <c:v>2.2409999999999999E-2</c:v>
                </c:pt>
                <c:pt idx="3">
                  <c:v>1.983E-2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Sheet1!$B$5:$E$5</c:f>
              <c:numCache>
                <c:formatCode>0%</c:formatCode>
                <c:ptCount val="4"/>
                <c:pt idx="0">
                  <c:v>0.22563</c:v>
                </c:pt>
                <c:pt idx="1">
                  <c:v>0.24646000000000001</c:v>
                </c:pt>
                <c:pt idx="2">
                  <c:v>0.27731</c:v>
                </c:pt>
                <c:pt idx="3">
                  <c:v>0.27761999999999998</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Sheet1!$B$6:$E$6</c:f>
              <c:numCache>
                <c:formatCode>0%</c:formatCode>
                <c:ptCount val="4"/>
                <c:pt idx="0">
                  <c:v>0.54039000000000004</c:v>
                </c:pt>
                <c:pt idx="1">
                  <c:v>0.54674</c:v>
                </c:pt>
                <c:pt idx="2">
                  <c:v>0.50979999999999992</c:v>
                </c:pt>
                <c:pt idx="3">
                  <c:v>0.46459000000000006</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Diet Coke</c:v>
                </c:pt>
              </c:strCache>
            </c:strRef>
          </c:tx>
          <c:spPr>
            <a:solidFill>
              <a:schemeClr val="tx2">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Sheet1!$B$2:$E$2</c:f>
              <c:numCache>
                <c:formatCode>0%</c:formatCode>
                <c:ptCount val="4"/>
                <c:pt idx="0">
                  <c:v>0.20727000000000001</c:v>
                </c:pt>
                <c:pt idx="1">
                  <c:v>0.17143</c:v>
                </c:pt>
                <c:pt idx="2">
                  <c:v>0.18149000000000001</c:v>
                </c:pt>
                <c:pt idx="3">
                  <c:v>0.16794000000000001</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Coca-Cola Zero Sugar</c:v>
                </c:pt>
              </c:strCache>
            </c:strRef>
          </c:tx>
          <c:spPr>
            <a:solidFill>
              <a:schemeClr val="tx2">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Sheet1!$B$3:$E$3</c:f>
              <c:numCache>
                <c:formatCode>0%</c:formatCode>
                <c:ptCount val="4"/>
                <c:pt idx="0">
                  <c:v>0.26909</c:v>
                </c:pt>
                <c:pt idx="1">
                  <c:v>0.25713999999999998</c:v>
                </c:pt>
                <c:pt idx="2">
                  <c:v>0.23132000000000003</c:v>
                </c:pt>
                <c:pt idx="3">
                  <c:v>0.23664000000000002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Coca-Cola Original Taste</c:v>
                </c:pt>
              </c:strCache>
            </c:strRef>
          </c:tx>
          <c:spPr>
            <a:solidFill>
              <a:schemeClr val="tx2">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Sheet1!$B$4:$E$4</c:f>
              <c:numCache>
                <c:formatCode>0%</c:formatCode>
                <c:ptCount val="4"/>
                <c:pt idx="0">
                  <c:v>0.21091000000000001</c:v>
                </c:pt>
                <c:pt idx="1">
                  <c:v>0.23213999999999999</c:v>
                </c:pt>
                <c:pt idx="2">
                  <c:v>0.19928999999999999</c:v>
                </c:pt>
                <c:pt idx="3">
                  <c:v>0.19466</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Pepsi Original</c:v>
                </c:pt>
              </c:strCache>
            </c:strRef>
          </c:tx>
          <c:spPr>
            <a:solidFill>
              <a:srgbClr val="CCEC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Sheet1!$B$2:$E$2</c:f>
              <c:numCache>
                <c:formatCode>0%</c:formatCode>
                <c:ptCount val="4"/>
                <c:pt idx="0">
                  <c:v>5.0910000000000004E-2</c:v>
                </c:pt>
                <c:pt idx="1">
                  <c:v>0.05</c:v>
                </c:pt>
                <c:pt idx="2">
                  <c:v>0.11388</c:v>
                </c:pt>
                <c:pt idx="3">
                  <c:v>8.0149999999999999E-2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Diet Pepsi</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Sheet1!$B$3:$E$3</c:f>
              <c:numCache>
                <c:formatCode>0%</c:formatCode>
                <c:ptCount val="4"/>
                <c:pt idx="0">
                  <c:v>0.11635999999999999</c:v>
                </c:pt>
                <c:pt idx="1">
                  <c:v>0.11429</c:v>
                </c:pt>
                <c:pt idx="2">
                  <c:v>0.12455999999999999</c:v>
                </c:pt>
                <c:pt idx="3">
                  <c:v>0.14885000000000001</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Pepsi Max</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Sheet1!$B$4:$E$4</c:f>
              <c:numCache>
                <c:formatCode>0%</c:formatCode>
                <c:ptCount val="4"/>
                <c:pt idx="0">
                  <c:v>0.12</c:v>
                </c:pt>
                <c:pt idx="1">
                  <c:v>0.14285999999999999</c:v>
                </c:pt>
                <c:pt idx="2">
                  <c:v>0.11032</c:v>
                </c:pt>
                <c:pt idx="3">
                  <c:v>0.14122000000000001</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Sheet1!$B$2:$D$2</c:f>
              <c:numCache>
                <c:formatCode>0%</c:formatCode>
                <c:ptCount val="3"/>
                <c:pt idx="0">
                  <c:v>0.14763000000000001</c:v>
                </c:pt>
                <c:pt idx="1">
                  <c:v>0.13314000000000001</c:v>
                </c:pt>
                <c:pt idx="2">
                  <c:v>0.13445000000000001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Sheet1!$B$3:$D$3</c:f>
              <c:numCache>
                <c:formatCode>0%</c:formatCode>
                <c:ptCount val="3"/>
                <c:pt idx="0">
                  <c:v>0.44011</c:v>
                </c:pt>
                <c:pt idx="1">
                  <c:v>0.39093000000000006</c:v>
                </c:pt>
                <c:pt idx="2">
                  <c:v>0.42017000000000004</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Sheet1!$B$4:$D$4</c:f>
              <c:numCache>
                <c:formatCode>0%</c:formatCode>
                <c:ptCount val="3"/>
                <c:pt idx="0">
                  <c:v>0.25905</c:v>
                </c:pt>
                <c:pt idx="1">
                  <c:v>0.32578000000000001</c:v>
                </c:pt>
                <c:pt idx="2">
                  <c:v>0.28852</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Sheet1!$B$5:$D$5</c:f>
              <c:numCache>
                <c:formatCode>0%</c:formatCode>
                <c:ptCount val="3"/>
                <c:pt idx="0">
                  <c:v>0.1532</c:v>
                </c:pt>
                <c:pt idx="1">
                  <c:v>0.15014</c:v>
                </c:pt>
                <c:pt idx="2">
                  <c:v>0.15686</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Sheet1!$B$2:$D$2</c:f>
              <c:numCache>
                <c:formatCode>0%</c:formatCode>
                <c:ptCount val="3"/>
                <c:pt idx="0">
                  <c:v>0.48468000000000006</c:v>
                </c:pt>
                <c:pt idx="1">
                  <c:v>0.43908999999999998</c:v>
                </c:pt>
                <c:pt idx="2">
                  <c:v>0.44537999999999994</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Sheet1!$B$3:$D$3</c:f>
              <c:numCache>
                <c:formatCode>0%</c:formatCode>
                <c:ptCount val="3"/>
                <c:pt idx="0">
                  <c:v>0.32591000000000003</c:v>
                </c:pt>
                <c:pt idx="1">
                  <c:v>0.35411000000000004</c:v>
                </c:pt>
                <c:pt idx="2">
                  <c:v>0.36414999999999997</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Sheet1!$B$4:$D$4</c:f>
              <c:numCache>
                <c:formatCode>0%</c:formatCode>
                <c:ptCount val="3"/>
                <c:pt idx="0">
                  <c:v>0.18942000000000001</c:v>
                </c:pt>
                <c:pt idx="1">
                  <c:v>0.20679999999999998</c:v>
                </c:pt>
                <c:pt idx="2">
                  <c:v>0.19047999999999998</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Sheet1!$B$2:$D$2</c:f>
              <c:numCache>
                <c:formatCode>0%</c:formatCode>
                <c:ptCount val="3"/>
                <c:pt idx="0">
                  <c:v>0.44290000000000002</c:v>
                </c:pt>
                <c:pt idx="1">
                  <c:v>0.43058999999999997</c:v>
                </c:pt>
                <c:pt idx="2">
                  <c:v>0.42017000000000004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Sheet1!$B$3:$D$3</c:f>
              <c:numCache>
                <c:formatCode>0%</c:formatCode>
                <c:ptCount val="3"/>
                <c:pt idx="0">
                  <c:v>0.42060999999999998</c:v>
                </c:pt>
                <c:pt idx="1">
                  <c:v>0.43343000000000004</c:v>
                </c:pt>
                <c:pt idx="2">
                  <c:v>0.43417</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Sheet1!$B$4:$D$4</c:f>
              <c:numCache>
                <c:formatCode>0%</c:formatCode>
                <c:ptCount val="3"/>
                <c:pt idx="0">
                  <c:v>0.13649</c:v>
                </c:pt>
                <c:pt idx="1">
                  <c:v>0.13598000000000002</c:v>
                </c:pt>
                <c:pt idx="2">
                  <c:v>0.14566000000000001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0.15284</c:v>
                </c:pt>
                <c:pt idx="1">
                  <c:v>0.16086999999999999</c:v>
                </c:pt>
                <c:pt idx="2">
                  <c:v>0.14158999999999999</c:v>
                </c:pt>
                <c:pt idx="3">
                  <c:v>0.14480000000000001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0.36680999999999997</c:v>
                </c:pt>
                <c:pt idx="1">
                  <c:v>0.33912999999999999</c:v>
                </c:pt>
                <c:pt idx="2">
                  <c:v>0.38052999999999998</c:v>
                </c:pt>
                <c:pt idx="3">
                  <c:v>0.36652000000000001</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0.31004000000000004</c:v>
                </c:pt>
                <c:pt idx="1">
                  <c:v>0.33043</c:v>
                </c:pt>
                <c:pt idx="2">
                  <c:v>0.30530999999999997</c:v>
                </c:pt>
                <c:pt idx="3">
                  <c:v>0.27601999999999999</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Sheet1!$B$5:$E$5</c:f>
              <c:numCache>
                <c:formatCode>0%</c:formatCode>
                <c:ptCount val="4"/>
                <c:pt idx="0">
                  <c:v>0.17030999999999999</c:v>
                </c:pt>
                <c:pt idx="1">
                  <c:v>0.16957</c:v>
                </c:pt>
                <c:pt idx="2">
                  <c:v>0.17257</c:v>
                </c:pt>
                <c:pt idx="3">
                  <c:v>0.21267</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0.12820999999999999</c:v>
                </c:pt>
                <c:pt idx="1">
                  <c:v>0.11278000000000001</c:v>
                </c:pt>
                <c:pt idx="2">
                  <c:v>8.6419999999999997E-2</c:v>
                </c:pt>
                <c:pt idx="3">
                  <c:v>0.19140999999999997</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0.42125000000000001</c:v>
                </c:pt>
                <c:pt idx="1">
                  <c:v>0.37594</c:v>
                </c:pt>
                <c:pt idx="2">
                  <c:v>0.43209999999999998</c:v>
                </c:pt>
                <c:pt idx="3">
                  <c:v>0.35938000000000003</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0.31501999999999997</c:v>
                </c:pt>
                <c:pt idx="1">
                  <c:v>0.37969999999999998</c:v>
                </c:pt>
                <c:pt idx="2">
                  <c:v>0.38272</c:v>
                </c:pt>
                <c:pt idx="3">
                  <c:v>0.32421999999999995</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Sheet1!$B$5:$E$5</c:f>
              <c:numCache>
                <c:formatCode>0%</c:formatCode>
                <c:ptCount val="4"/>
                <c:pt idx="0">
                  <c:v>0.13553000000000001</c:v>
                </c:pt>
                <c:pt idx="1">
                  <c:v>0.13158</c:v>
                </c:pt>
                <c:pt idx="2">
                  <c:v>9.8770000000000011E-2</c:v>
                </c:pt>
                <c:pt idx="3">
                  <c:v>0.125</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0.13537000000000002</c:v>
                </c:pt>
                <c:pt idx="1">
                  <c:v>0.16086999999999999</c:v>
                </c:pt>
                <c:pt idx="2">
                  <c:v>0.14158999999999999</c:v>
                </c:pt>
                <c:pt idx="3">
                  <c:v>0.16742000000000001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0.41048000000000001</c:v>
                </c:pt>
                <c:pt idx="1">
                  <c:v>0.38261000000000001</c:v>
                </c:pt>
                <c:pt idx="2">
                  <c:v>0.39823000000000003</c:v>
                </c:pt>
                <c:pt idx="3">
                  <c:v>0.37557000000000001</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0.29693999999999998</c:v>
                </c:pt>
                <c:pt idx="1">
                  <c:v>0.26957000000000003</c:v>
                </c:pt>
                <c:pt idx="2">
                  <c:v>0.27876000000000001</c:v>
                </c:pt>
                <c:pt idx="3">
                  <c:v>0.27601999999999999</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Sheet1!$B$5:$E$5</c:f>
              <c:numCache>
                <c:formatCode>0%</c:formatCode>
                <c:ptCount val="4"/>
                <c:pt idx="0">
                  <c:v>0.15720999999999999</c:v>
                </c:pt>
                <c:pt idx="1">
                  <c:v>0.18696000000000002</c:v>
                </c:pt>
                <c:pt idx="2">
                  <c:v>0.18142</c:v>
                </c:pt>
                <c:pt idx="3">
                  <c:v>0.18100000000000002</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0.16117000000000001</c:v>
                </c:pt>
                <c:pt idx="1">
                  <c:v>0.13158</c:v>
                </c:pt>
                <c:pt idx="2">
                  <c:v>0.11111</c:v>
                </c:pt>
                <c:pt idx="3">
                  <c:v>0.16797000000000001</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0.44322</c:v>
                </c:pt>
                <c:pt idx="1">
                  <c:v>0.38722000000000001</c:v>
                </c:pt>
                <c:pt idx="2">
                  <c:v>0.42387000000000002</c:v>
                </c:pt>
                <c:pt idx="3">
                  <c:v>0.41405999999999998</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0.25640999999999997</c:v>
                </c:pt>
                <c:pt idx="1">
                  <c:v>0.32707000000000003</c:v>
                </c:pt>
                <c:pt idx="2">
                  <c:v>0.32098999999999994</c:v>
                </c:pt>
                <c:pt idx="3">
                  <c:v>0.28515999999999997</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Sheet1!$B$5:$E$5</c:f>
              <c:numCache>
                <c:formatCode>0%</c:formatCode>
                <c:ptCount val="4"/>
                <c:pt idx="0">
                  <c:v>0.13919000000000001</c:v>
                </c:pt>
                <c:pt idx="1">
                  <c:v>0.15414</c:v>
                </c:pt>
                <c:pt idx="2">
                  <c:v>0.14402999999999999</c:v>
                </c:pt>
                <c:pt idx="3">
                  <c:v>0.13281000000000001</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0.16086999999999999</c:v>
                </c:pt>
                <c:pt idx="1">
                  <c:v>0.16086999999999999</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0.33912999999999999</c:v>
                </c:pt>
                <c:pt idx="1">
                  <c:v>0.38261000000000001</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0.33043</c:v>
                </c:pt>
                <c:pt idx="1">
                  <c:v>0.26957000000000003</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0.16957</c:v>
                </c:pt>
                <c:pt idx="1">
                  <c:v>0.18696000000000002</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0.15284</c:v>
                </c:pt>
                <c:pt idx="1">
                  <c:v>0.13537000000000002</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0.36680999999999997</c:v>
                </c:pt>
                <c:pt idx="1">
                  <c:v>0.41048000000000001</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0.31004000000000004</c:v>
                </c:pt>
                <c:pt idx="1">
                  <c:v>0.29693999999999998</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0.17030999999999999</c:v>
                </c:pt>
                <c:pt idx="1">
                  <c:v>0.15720999999999999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0.14158999999999999</c:v>
                </c:pt>
                <c:pt idx="1">
                  <c:v>0.14158999999999999</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0.38052999999999998</c:v>
                </c:pt>
                <c:pt idx="1">
                  <c:v>0.39823000000000003</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0.30530999999999997</c:v>
                </c:pt>
                <c:pt idx="1">
                  <c:v>0.27876000000000001</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0.17257</c:v>
                </c:pt>
                <c:pt idx="1">
                  <c:v>0.18142</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0.14480000000000001</c:v>
                </c:pt>
                <c:pt idx="1">
                  <c:v>0.16742000000000001</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0.36652000000000001</c:v>
                </c:pt>
                <c:pt idx="1">
                  <c:v>0.37557000000000001</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0.27601999999999999</c:v>
                </c:pt>
                <c:pt idx="1">
                  <c:v>0.27601999999999999</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0.21267</c:v>
                </c:pt>
                <c:pt idx="1">
                  <c:v>0.18100000000000002</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0.11278000000000001</c:v>
                </c:pt>
                <c:pt idx="1">
                  <c:v>0.13158</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0.37594</c:v>
                </c:pt>
                <c:pt idx="1">
                  <c:v>0.38722000000000001</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0.37969999999999998</c:v>
                </c:pt>
                <c:pt idx="1">
                  <c:v>0.32707000000000003</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0.13158</c:v>
                </c:pt>
                <c:pt idx="1">
                  <c:v>0.15414</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0.12820999999999999</c:v>
                </c:pt>
                <c:pt idx="1">
                  <c:v>0.16117000000000001</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0.42125000000000001</c:v>
                </c:pt>
                <c:pt idx="1">
                  <c:v>0.44322</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0.31501999999999997</c:v>
                </c:pt>
                <c:pt idx="1">
                  <c:v>0.25640999999999997</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0.13553000000000001</c:v>
                </c:pt>
                <c:pt idx="1">
                  <c:v>0.13919000000000001</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8.6419999999999997E-2</c:v>
                </c:pt>
                <c:pt idx="1">
                  <c:v>0.11111</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0.43209999999999998</c:v>
                </c:pt>
                <c:pt idx="1">
                  <c:v>0.42387000000000002</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0.38272</c:v>
                </c:pt>
                <c:pt idx="1">
                  <c:v>0.32098999999999994</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9.8770000000000011E-2</c:v>
                </c:pt>
                <c:pt idx="1">
                  <c:v>0.14402999999999999</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0.19140999999999997</c:v>
                </c:pt>
                <c:pt idx="1">
                  <c:v>0.16797000000000001</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0.35938000000000003</c:v>
                </c:pt>
                <c:pt idx="1">
                  <c:v>0.41405999999999998</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0.32421999999999995</c:v>
                </c:pt>
                <c:pt idx="1">
                  <c:v>0.28515999999999997</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0.125</c:v>
                </c:pt>
                <c:pt idx="1">
                  <c:v>0.13281000000000001</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0.49817</c:v>
                </c:pt>
                <c:pt idx="1">
                  <c:v>0.43985000000000002</c:v>
                </c:pt>
                <c:pt idx="2">
                  <c:v>0.42387000000000002</c:v>
                </c:pt>
                <c:pt idx="3">
                  <c:v>0.53515999999999997</c:v>
                </c:pt>
              </c:numCache>
            </c:numRef>
          </c:val>
          <c:extLst>
            <c:ext xmlns:c16="http://schemas.microsoft.com/office/drawing/2014/chart" uri="{C3380CC4-5D6E-409C-BE32-E72D297353CC}">
              <c16:uniqueId val="{00000000-CD10-4F33-9358-C9AFC1ADE34A}"/>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0.31867999999999996</c:v>
                </c:pt>
                <c:pt idx="1">
                  <c:v>0.33834999999999998</c:v>
                </c:pt>
                <c:pt idx="2">
                  <c:v>0.37036999999999998</c:v>
                </c:pt>
                <c:pt idx="3">
                  <c:v>0.28905999999999998</c:v>
                </c:pt>
              </c:numCache>
            </c:numRef>
          </c:val>
          <c:extLst>
            <c:ext xmlns:c16="http://schemas.microsoft.com/office/drawing/2014/chart" uri="{C3380CC4-5D6E-409C-BE32-E72D297353CC}">
              <c16:uniqueId val="{00000001-CD10-4F33-9358-C9AFC1ADE34A}"/>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0.18315000000000001</c:v>
                </c:pt>
                <c:pt idx="1">
                  <c:v>0.2218</c:v>
                </c:pt>
                <c:pt idx="2">
                  <c:v>0.20576</c:v>
                </c:pt>
                <c:pt idx="3">
                  <c:v>0.17577999999999999</c:v>
                </c:pt>
              </c:numCache>
            </c:numRef>
          </c:val>
          <c:extLst>
            <c:ext xmlns:c16="http://schemas.microsoft.com/office/drawing/2014/chart" uri="{C3380CC4-5D6E-409C-BE32-E72D297353CC}">
              <c16:uniqueId val="{00000002-CD10-4F33-9358-C9AFC1ADE34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0.46725</c:v>
                </c:pt>
                <c:pt idx="1">
                  <c:v>0.43912999999999996</c:v>
                </c:pt>
                <c:pt idx="2">
                  <c:v>0.48229999999999995</c:v>
                </c:pt>
                <c:pt idx="3">
                  <c:v>0.44795999999999997</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0.32313999999999998</c:v>
                </c:pt>
                <c:pt idx="1">
                  <c:v>0.33912999999999999</c:v>
                </c:pt>
                <c:pt idx="2">
                  <c:v>0.31415999999999999</c:v>
                </c:pt>
                <c:pt idx="3">
                  <c:v>0.31222</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0.20960999999999999</c:v>
                </c:pt>
                <c:pt idx="1">
                  <c:v>0.22173999999999999</c:v>
                </c:pt>
                <c:pt idx="2">
                  <c:v>0.20354</c:v>
                </c:pt>
                <c:pt idx="3">
                  <c:v>0.23982000000000001</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229)</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0.71179000000000003</c:v>
                </c:pt>
                <c:pt idx="1">
                  <c:v>0.59825000000000006</c:v>
                </c:pt>
                <c:pt idx="2">
                  <c:v>0.58079000000000003</c:v>
                </c:pt>
                <c:pt idx="3">
                  <c:v>0.62881999999999993</c:v>
                </c:pt>
                <c:pt idx="4">
                  <c:v>0.77729000000000004</c:v>
                </c:pt>
                <c:pt idx="5">
                  <c:v>0.84715999999999991</c:v>
                </c:pt>
                <c:pt idx="6">
                  <c:v>0.64191999999999994</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230)</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0.69129999999999991</c:v>
                </c:pt>
                <c:pt idx="1">
                  <c:v>0.62609000000000004</c:v>
                </c:pt>
                <c:pt idx="2">
                  <c:v>0.60870000000000002</c:v>
                </c:pt>
                <c:pt idx="3">
                  <c:v>0.64347999999999994</c:v>
                </c:pt>
                <c:pt idx="4">
                  <c:v>0.81303999999999998</c:v>
                </c:pt>
                <c:pt idx="5">
                  <c:v>0.74348000000000003</c:v>
                </c:pt>
                <c:pt idx="6">
                  <c:v>0.68260999999999994</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226)</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0.71239000000000008</c:v>
                </c:pt>
                <c:pt idx="1">
                  <c:v>0.61947000000000008</c:v>
                </c:pt>
                <c:pt idx="2">
                  <c:v>0.61504000000000003</c:v>
                </c:pt>
                <c:pt idx="3">
                  <c:v>0.65929000000000004</c:v>
                </c:pt>
                <c:pt idx="4">
                  <c:v>0.80087999999999993</c:v>
                </c:pt>
                <c:pt idx="5">
                  <c:v>0.81415999999999999</c:v>
                </c:pt>
                <c:pt idx="6">
                  <c:v>0.69027000000000005</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221)</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0.71492999999999995</c:v>
                </c:pt>
                <c:pt idx="1">
                  <c:v>0.58823999999999999</c:v>
                </c:pt>
                <c:pt idx="2">
                  <c:v>0.59276000000000006</c:v>
                </c:pt>
                <c:pt idx="3">
                  <c:v>0.60180999999999996</c:v>
                </c:pt>
                <c:pt idx="4">
                  <c:v>0.76017999999999997</c:v>
                </c:pt>
                <c:pt idx="5">
                  <c:v>0.83257999999999999</c:v>
                </c:pt>
                <c:pt idx="6">
                  <c:v>0.61085999999999996</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sz="1600" b="1" i="0" u="none" strike="noStrike" kern="1200" baseline="0" dirty="0">
                <a:solidFill>
                  <a:srgbClr val="FF99FF"/>
                </a:solidFill>
                <a:latin typeface="Avenir Next LT Pro" panose="020B0504020202020204" pitchFamily="34" charset="0"/>
              </a:rPr>
              <a:t>W+ CCOT </a:t>
            </a:r>
            <a:r>
              <a:rPr lang="en-US" dirty="0"/>
              <a:t>(N = 229)</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2B9897A1-462B-4B2C-9D2F-8899BEF26F2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22028D50-48E5-4E16-A896-F4EEDA027FB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D2A38DD0-AA0E-4666-A69C-E0A2617DC480}"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0B66DAB9-B4C1-413B-9C1D-9DA47F9D4B5E}"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93487E66-941E-4AA5-9238-BD6955EB7B1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9BEB29CF-1146-4C82-B5D4-6722B476F96F}"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C0A7FE66-3EDF-41A6-9890-DBC716838357}"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92B856DA-40A0-4778-893D-65150AA9F42F}"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568AE0D1-C275-4774-A058-48CE8C96067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B976AEB7-977C-4139-8AA8-91AC60F62BC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7D4684CB-0A08-4C59-AE6C-F19F215502F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76922ACC-898F-409D-A63B-CE4E9B6FC7F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DF4B2DC9-4B1D-4EFC-818D-BF02EEFD92F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3B73A77B-9E69-46D3-B8B2-C3021131CC3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99FF"/>
                </a:solidFill>
                <a:latin typeface="Avenir Next LT Pro" panose="020B0504020202020204" pitchFamily="34" charset="0"/>
              </a:rPr>
              <a:t>W+ CCOT </a:t>
            </a:r>
            <a:r>
              <a:rPr lang="en-US" dirty="0"/>
              <a:t>(N = 230)</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B75489C3-0602-4E3E-92F7-E77C827E899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0C316610-63ED-4E6B-B2F5-E0BE11419F2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620D362F-A4B5-4364-9B67-672E0B430C2B}"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D8DAB89F-0830-42D9-8FE5-B430DECD8DF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543D6E47-B67D-47EA-9525-E53B442271F6}"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71C83AD8-95BC-4EEA-A975-FC46E6DC385D}"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4564754F-723A-444C-9782-A9E91691A9D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0CE38212-E47E-4777-98E2-34859C331B7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1F9FD762-4824-4EEB-A02E-A72699BE4912}"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CD395CAB-0D0E-4345-9620-1ACCD9727DBE}"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81A853C9-7486-4831-8AA5-46BF293CBE7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F5F9701E-DF9D-42BB-9AA8-600679367B0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80FD0845-6064-47A8-A39D-BA028A3DCE4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BDA312DD-993E-49B2-836B-D3F26C288C8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99FF"/>
                </a:solidFill>
                <a:latin typeface="Avenir Next LT Pro" panose="020B0504020202020204" pitchFamily="34" charset="0"/>
              </a:rPr>
              <a:t>W+ CCOT </a:t>
            </a:r>
            <a:r>
              <a:rPr lang="en-US" dirty="0"/>
              <a:t>(N = 226)</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F546F1F4-D12E-45F1-9A9A-182291F7669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6B7232C0-5FAF-4428-94C7-13C33A8158C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1BF81CDD-4942-45F9-8E3B-0EDF95347D32}"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99FF"/>
                </a:solidFill>
                <a:latin typeface="Avenir Next LT Pro" panose="020B0504020202020204" pitchFamily="34" charset="0"/>
              </a:rPr>
              <a:t>W+ CCOT </a:t>
            </a:r>
            <a:r>
              <a:rPr lang="en-US" dirty="0"/>
              <a:t>(N = 221)</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564634D8-5AB4-4BDE-A8E7-2F951A1F0066}"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7E9356B7-825B-4413-A7A6-BDCB670D558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59BB50C7-381C-43BF-AAD9-1DA3D4D2DA9A}"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273)</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0.69596999999999998</c:v>
                </c:pt>
                <c:pt idx="1">
                  <c:v>0.59340999999999999</c:v>
                </c:pt>
                <c:pt idx="2">
                  <c:v>0.57874999999999999</c:v>
                </c:pt>
                <c:pt idx="3">
                  <c:v>0.61171999999999993</c:v>
                </c:pt>
                <c:pt idx="4">
                  <c:v>0.73992999999999998</c:v>
                </c:pt>
                <c:pt idx="5">
                  <c:v>0.82784000000000002</c:v>
                </c:pt>
                <c:pt idx="6">
                  <c:v>0.65933999999999993</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266)</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0.72180000000000011</c:v>
                </c:pt>
                <c:pt idx="1">
                  <c:v>0.63158000000000003</c:v>
                </c:pt>
                <c:pt idx="2">
                  <c:v>0.60150000000000003</c:v>
                </c:pt>
                <c:pt idx="3">
                  <c:v>0.66165000000000007</c:v>
                </c:pt>
                <c:pt idx="4">
                  <c:v>0.72931999999999997</c:v>
                </c:pt>
                <c:pt idx="5">
                  <c:v>0.80075000000000007</c:v>
                </c:pt>
                <c:pt idx="6">
                  <c:v>0.68796999999999997</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243)</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0.67901</c:v>
                </c:pt>
                <c:pt idx="1">
                  <c:v>0.67078000000000004</c:v>
                </c:pt>
                <c:pt idx="2">
                  <c:v>0.61316999999999999</c:v>
                </c:pt>
                <c:pt idx="3">
                  <c:v>0.64197999999999988</c:v>
                </c:pt>
                <c:pt idx="4">
                  <c:v>0.71605000000000008</c:v>
                </c:pt>
                <c:pt idx="5">
                  <c:v>0.81069999999999998</c:v>
                </c:pt>
                <c:pt idx="6">
                  <c:v>0.67489999999999994</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256)</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0.67578000000000005</c:v>
                </c:pt>
                <c:pt idx="1">
                  <c:v>0.52344000000000002</c:v>
                </c:pt>
                <c:pt idx="2">
                  <c:v>0.55859000000000003</c:v>
                </c:pt>
                <c:pt idx="3">
                  <c:v>0.57813000000000003</c:v>
                </c:pt>
                <c:pt idx="4">
                  <c:v>0.74608999999999992</c:v>
                </c:pt>
                <c:pt idx="5">
                  <c:v>0.80858999999999992</c:v>
                </c:pt>
                <c:pt idx="6">
                  <c:v>0.58203000000000005</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600" b="1" i="0" u="none" strike="noStrike" kern="1200" cap="none" spc="0" normalizeH="0" baseline="0" noProof="0" dirty="0">
                <a:ln>
                  <a:noFill/>
                </a:ln>
                <a:solidFill>
                  <a:srgbClr val="FF6699"/>
                </a:solidFill>
                <a:effectLst/>
                <a:uLnTx/>
                <a:uFillTx/>
                <a:latin typeface="Avenir Next LT Pro" panose="020B0504020202020204" pitchFamily="34" charset="0"/>
              </a:rPr>
              <a:t>1-3x M CCOT </a:t>
            </a:r>
            <a:r>
              <a:rPr lang="en-US" dirty="0"/>
              <a:t>(N = 273)</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3687F113-4403-44B9-8C38-7F36E5A2B87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EB4DE83E-A21D-4FBB-8E95-793914BC01A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C312F160-FC1C-4CA5-9763-CAE5AE6F7C46}"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15DC7F84-DBC1-4642-B074-A434D1687F36}"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3217487C-5D2F-4FAF-9DA8-04766E8F6EC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963FFD97-DE2C-4E0E-8389-575462E8DB45}"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9CA139B9-065C-454A-B422-2F56DED19FC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7445472F-900F-4FF8-A2C0-0FE4A961AF77}"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00067338-4F1D-4CE1-B436-2483EB7E54E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A7FD7F75-011D-4369-8921-623BB50F5F00}"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251FB752-63CD-4DE2-AED7-602BDA62033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020234A8-5DA3-49A3-8ABD-5F3BD67DB0E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66527D02-3DDA-435B-B4C8-79AF220B2D47}"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C2BDF7CA-590C-430C-89C5-16445D1B96B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a:t>
            </a:r>
            <a:r>
              <a:rPr lang="en-US" dirty="0">
                <a:solidFill>
                  <a:srgbClr val="FF6699"/>
                </a:solidFill>
              </a:rPr>
              <a:t> </a:t>
            </a: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rPr>
              <a:t>1-3x M CCOT </a:t>
            </a:r>
            <a:r>
              <a:rPr lang="en-US" dirty="0"/>
              <a:t>(N = 266)</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142F3048-D201-4BDA-B8E2-6DEF46D7C7E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08A5D56A-D1F8-4D73-B0F6-96831531BB2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80616997-3D65-4680-B176-20F1D49A9538}"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99782668-3C33-4D7F-BAF4-678F1199025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E578DD57-418F-4DF4-9C9D-40EFBD1B7687}"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F7F1FD01-74BF-4F90-8AE2-A25FE764BAB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557C392B-175C-4B67-8171-9C17CB2F5CED}"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88223041-6AB3-4C28-9511-67BBC8F9FC7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D424454E-925E-408D-A6F6-770EAD4DF3CC}"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4078311C-F65B-4DB9-87A9-AED7D5648CB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AE88B401-B479-4FB4-AB7A-1A391441D24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D795F65D-5EA2-41BE-A282-846727C6C7F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0243AED1-7E36-4775-A2F4-A493FF45CEB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C8C422A9-EFD9-4C6E-BDEF-AECB3D82824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rPr>
              <a:t>1-3x M CCOT </a:t>
            </a:r>
            <a:r>
              <a:rPr lang="en-US" dirty="0"/>
              <a:t>(N = 243)</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55A91DC6-4F93-4176-9ECE-2EE586312E9C}"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3B6CF0FC-D931-41E0-92FE-72BBB865E45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799534F2-B9B5-4B86-B535-C3B234062649}"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rPr>
              <a:t>1-3x M CCOT </a:t>
            </a:r>
            <a:r>
              <a:rPr lang="en-US" dirty="0"/>
              <a:t>(N = 256)</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564E98B8-EC6D-475D-B40C-324ADDB7CB2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4AE59CB7-9F95-4509-847E-E399A84B333D}"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791D604C-BBA9-4E87-9574-9FEC40897E5B}"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0.49345</c:v>
                </c:pt>
                <c:pt idx="1">
                  <c:v>0.46521999999999997</c:v>
                </c:pt>
                <c:pt idx="2">
                  <c:v>0.49115000000000003</c:v>
                </c:pt>
                <c:pt idx="3">
                  <c:v>0.49320999999999998</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0.39738000000000001</c:v>
                </c:pt>
                <c:pt idx="1">
                  <c:v>0.38261000000000001</c:v>
                </c:pt>
                <c:pt idx="2">
                  <c:v>0.37168000000000001</c:v>
                </c:pt>
                <c:pt idx="3">
                  <c:v>0.40723999999999999</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0.10917</c:v>
                </c:pt>
                <c:pt idx="1">
                  <c:v>0.15217</c:v>
                </c:pt>
                <c:pt idx="2">
                  <c:v>0.13717000000000001</c:v>
                </c:pt>
                <c:pt idx="3">
                  <c:v>9.955E-2</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0.45055000000000001</c:v>
                </c:pt>
                <c:pt idx="1">
                  <c:v>0.48496</c:v>
                </c:pt>
                <c:pt idx="2">
                  <c:v>0.41564000000000001</c:v>
                </c:pt>
                <c:pt idx="3">
                  <c:v>0.44140999999999997</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0.38828000000000001</c:v>
                </c:pt>
                <c:pt idx="1">
                  <c:v>0.37594</c:v>
                </c:pt>
                <c:pt idx="2">
                  <c:v>0.44444</c:v>
                </c:pt>
                <c:pt idx="3">
                  <c:v>0.4375</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0.16117000000000001</c:v>
                </c:pt>
                <c:pt idx="1">
                  <c:v>0.1391</c:v>
                </c:pt>
                <c:pt idx="2">
                  <c:v>0.13992000000000002</c:v>
                </c:pt>
                <c:pt idx="3">
                  <c:v>0.12109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0.51527999999999996</c:v>
                </c:pt>
                <c:pt idx="1">
                  <c:v>0.47826000000000002</c:v>
                </c:pt>
                <c:pt idx="2">
                  <c:v>0.46018000000000003</c:v>
                </c:pt>
                <c:pt idx="3">
                  <c:v>0.49320999999999998</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0.38865</c:v>
                </c:pt>
                <c:pt idx="1">
                  <c:v>0.38261000000000001</c:v>
                </c:pt>
                <c:pt idx="2">
                  <c:v>0.41149999999999998</c:v>
                </c:pt>
                <c:pt idx="3">
                  <c:v>0.40271000000000001</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9.6069999999999989E-2</c:v>
                </c:pt>
                <c:pt idx="1">
                  <c:v>0.13913</c:v>
                </c:pt>
                <c:pt idx="2">
                  <c:v>0.12832000000000002</c:v>
                </c:pt>
                <c:pt idx="3">
                  <c:v>0.10407</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0.42857000000000001</c:v>
                </c:pt>
                <c:pt idx="1">
                  <c:v>0.46616999999999997</c:v>
                </c:pt>
                <c:pt idx="2">
                  <c:v>0.41152</c:v>
                </c:pt>
                <c:pt idx="3">
                  <c:v>0.44921999999999995</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0.42125000000000001</c:v>
                </c:pt>
                <c:pt idx="1">
                  <c:v>0.39097999999999999</c:v>
                </c:pt>
                <c:pt idx="2">
                  <c:v>0.44444</c:v>
                </c:pt>
                <c:pt idx="3">
                  <c:v>0.42578000000000005</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0.15018000000000001</c:v>
                </c:pt>
                <c:pt idx="1">
                  <c:v>0.14285999999999999</c:v>
                </c:pt>
                <c:pt idx="2">
                  <c:v>0.14402999999999999</c:v>
                </c:pt>
                <c:pt idx="3">
                  <c:v>0.125</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0.46521999999999997</c:v>
                </c:pt>
                <c:pt idx="1">
                  <c:v>0.47826000000000002</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0.38261000000000001</c:v>
                </c:pt>
                <c:pt idx="1">
                  <c:v>0.38261000000000001</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0.15217</c:v>
                </c:pt>
                <c:pt idx="1">
                  <c:v>0.13913</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0.49345</c:v>
                </c:pt>
                <c:pt idx="1">
                  <c:v>0.51527999999999996</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0.39738000000000001</c:v>
                </c:pt>
                <c:pt idx="1">
                  <c:v>0.38865</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0.10917</c:v>
                </c:pt>
                <c:pt idx="1">
                  <c:v>9.6069999999999989E-2</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0.49115000000000003</c:v>
                </c:pt>
                <c:pt idx="1">
                  <c:v>0.46018000000000003</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0.37168000000000001</c:v>
                </c:pt>
                <c:pt idx="1">
                  <c:v>0.41149999999999998</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0.13717000000000001</c:v>
                </c:pt>
                <c:pt idx="1">
                  <c:v>0.12832000000000002</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0.49320999999999998</c:v>
                </c:pt>
                <c:pt idx="1">
                  <c:v>0.49320999999999998</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0.40723999999999999</c:v>
                </c:pt>
                <c:pt idx="1">
                  <c:v>0.40271000000000001</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9.955E-2</c:v>
                </c:pt>
                <c:pt idx="1">
                  <c:v>0.10407</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0.48496</c:v>
                </c:pt>
                <c:pt idx="1">
                  <c:v>0.46616999999999997</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0.37594</c:v>
                </c:pt>
                <c:pt idx="1">
                  <c:v>0.39097999999999999</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0.1391</c:v>
                </c:pt>
                <c:pt idx="1">
                  <c:v>0.14285999999999999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0.45055000000000001</c:v>
                </c:pt>
                <c:pt idx="1">
                  <c:v>0.42857000000000001</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0.38828000000000001</c:v>
                </c:pt>
                <c:pt idx="1">
                  <c:v>0.42125000000000001</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0.16117000000000001</c:v>
                </c:pt>
                <c:pt idx="1">
                  <c:v>0.15018000000000001</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0.41564000000000001</c:v>
                </c:pt>
                <c:pt idx="1">
                  <c:v>0.41152</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0.44444</c:v>
                </c:pt>
                <c:pt idx="1">
                  <c:v>0.44444</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0.13992000000000002</c:v>
                </c:pt>
                <c:pt idx="1">
                  <c:v>0.14402999999999999</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0.44140999999999997</c:v>
                </c:pt>
                <c:pt idx="1">
                  <c:v>0.44921999999999995</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0.4375</c:v>
                </c:pt>
                <c:pt idx="1">
                  <c:v>0.42578000000000005</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0.12109</c:v>
                </c:pt>
                <c:pt idx="1">
                  <c:v>0.125</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5.2400000000000002E-2</c:v>
                </c:pt>
                <c:pt idx="1">
                  <c:v>9.1300000000000006E-2</c:v>
                </c:pt>
                <c:pt idx="2">
                  <c:v>6.1950000000000005E-2</c:v>
                </c:pt>
                <c:pt idx="3">
                  <c:v>7.2400000000000006E-2</c:v>
                </c:pt>
              </c:numCache>
            </c:numRef>
          </c:val>
          <c:extLst>
            <c:ext xmlns:c16="http://schemas.microsoft.com/office/drawing/2014/chart" uri="{C3380CC4-5D6E-409C-BE32-E72D297353CC}">
              <c16:uniqueId val="{00000000-D359-4115-AE1D-8737424E2543}"/>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0.15720999999999999</c:v>
                </c:pt>
                <c:pt idx="1">
                  <c:v>7.8259999999999996E-2</c:v>
                </c:pt>
                <c:pt idx="2">
                  <c:v>0.10177</c:v>
                </c:pt>
                <c:pt idx="3">
                  <c:v>0.10859999999999999</c:v>
                </c:pt>
              </c:numCache>
            </c:numRef>
          </c:val>
          <c:extLst>
            <c:ext xmlns:c16="http://schemas.microsoft.com/office/drawing/2014/chart" uri="{C3380CC4-5D6E-409C-BE32-E72D297353CC}">
              <c16:uniqueId val="{00000001-D359-4115-AE1D-8737424E2543}"/>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0.17466999999999999</c:v>
                </c:pt>
                <c:pt idx="1">
                  <c:v>0.17390999999999998</c:v>
                </c:pt>
                <c:pt idx="2">
                  <c:v>0.21681</c:v>
                </c:pt>
                <c:pt idx="3">
                  <c:v>0.21719000000000002</c:v>
                </c:pt>
              </c:numCache>
            </c:numRef>
          </c:val>
          <c:extLst>
            <c:ext xmlns:c16="http://schemas.microsoft.com/office/drawing/2014/chart" uri="{C3380CC4-5D6E-409C-BE32-E72D297353CC}">
              <c16:uniqueId val="{00000002-D359-4115-AE1D-8737424E2543}"/>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Sheet1!$B$5:$E$5</c:f>
              <c:numCache>
                <c:formatCode>0%</c:formatCode>
                <c:ptCount val="4"/>
                <c:pt idx="0">
                  <c:v>0.30568000000000001</c:v>
                </c:pt>
                <c:pt idx="1">
                  <c:v>0.33043</c:v>
                </c:pt>
                <c:pt idx="2">
                  <c:v>0.28760999999999998</c:v>
                </c:pt>
                <c:pt idx="3">
                  <c:v>0.28506999999999999</c:v>
                </c:pt>
              </c:numCache>
            </c:numRef>
          </c:val>
          <c:extLst>
            <c:ext xmlns:c16="http://schemas.microsoft.com/office/drawing/2014/chart" uri="{C3380CC4-5D6E-409C-BE32-E72D297353CC}">
              <c16:uniqueId val="{00000003-D359-4115-AE1D-8737424E2543}"/>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Sheet1!$B$6:$E$6</c:f>
              <c:numCache>
                <c:formatCode>0%</c:formatCode>
                <c:ptCount val="4"/>
                <c:pt idx="0">
                  <c:v>0.31004000000000004</c:v>
                </c:pt>
                <c:pt idx="1">
                  <c:v>0.32608999999999999</c:v>
                </c:pt>
                <c:pt idx="2">
                  <c:v>0.33185999999999999</c:v>
                </c:pt>
                <c:pt idx="3">
                  <c:v>0.31674000000000002</c:v>
                </c:pt>
              </c:numCache>
            </c:numRef>
          </c:val>
          <c:extLst>
            <c:ext xmlns:c16="http://schemas.microsoft.com/office/drawing/2014/chart" uri="{C3380CC4-5D6E-409C-BE32-E72D297353CC}">
              <c16:uniqueId val="{00000004-D359-4115-AE1D-8737424E2543}"/>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7.3259999999999992E-2</c:v>
                </c:pt>
                <c:pt idx="1">
                  <c:v>7.1429999999999993E-2</c:v>
                </c:pt>
                <c:pt idx="2">
                  <c:v>4.1149999999999999E-2</c:v>
                </c:pt>
                <c:pt idx="3">
                  <c:v>0.10156000000000001</c:v>
                </c:pt>
              </c:numCache>
            </c:numRef>
          </c:val>
          <c:extLst>
            <c:ext xmlns:c16="http://schemas.microsoft.com/office/drawing/2014/chart" uri="{C3380CC4-5D6E-409C-BE32-E72D297353CC}">
              <c16:uniqueId val="{00000000-2D19-432E-8625-E1361899693D}"/>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0.16484000000000001</c:v>
                </c:pt>
                <c:pt idx="1">
                  <c:v>9.7739999999999994E-2</c:v>
                </c:pt>
                <c:pt idx="2">
                  <c:v>0.11933999999999999</c:v>
                </c:pt>
                <c:pt idx="3">
                  <c:v>0.13672000000000001</c:v>
                </c:pt>
              </c:numCache>
            </c:numRef>
          </c:val>
          <c:extLst>
            <c:ext xmlns:c16="http://schemas.microsoft.com/office/drawing/2014/chart" uri="{C3380CC4-5D6E-409C-BE32-E72D297353CC}">
              <c16:uniqueId val="{00000001-2D19-432E-8625-E1361899693D}"/>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0.16850000000000001</c:v>
                </c:pt>
                <c:pt idx="1">
                  <c:v>0.17293</c:v>
                </c:pt>
                <c:pt idx="2">
                  <c:v>0.16872000000000001</c:v>
                </c:pt>
                <c:pt idx="3">
                  <c:v>0.17577999999999999</c:v>
                </c:pt>
              </c:numCache>
            </c:numRef>
          </c:val>
          <c:extLst>
            <c:ext xmlns:c16="http://schemas.microsoft.com/office/drawing/2014/chart" uri="{C3380CC4-5D6E-409C-BE32-E72D297353CC}">
              <c16:uniqueId val="{00000002-2D19-432E-8625-E1361899693D}"/>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Sheet1!$B$5:$E$5</c:f>
              <c:numCache>
                <c:formatCode>0%</c:formatCode>
                <c:ptCount val="4"/>
                <c:pt idx="0">
                  <c:v>0.30768999999999996</c:v>
                </c:pt>
                <c:pt idx="1">
                  <c:v>0.34586</c:v>
                </c:pt>
                <c:pt idx="2">
                  <c:v>0.37036999999999998</c:v>
                </c:pt>
                <c:pt idx="3">
                  <c:v>0.31640999999999997</c:v>
                </c:pt>
              </c:numCache>
            </c:numRef>
          </c:val>
          <c:extLst>
            <c:ext xmlns:c16="http://schemas.microsoft.com/office/drawing/2014/chart" uri="{C3380CC4-5D6E-409C-BE32-E72D297353CC}">
              <c16:uniqueId val="{00000003-2D19-432E-8625-E1361899693D}"/>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Sheet1!$B$6:$E$6</c:f>
              <c:numCache>
                <c:formatCode>0%</c:formatCode>
                <c:ptCount val="4"/>
                <c:pt idx="0">
                  <c:v>0.28571000000000002</c:v>
                </c:pt>
                <c:pt idx="1">
                  <c:v>0.31202999999999997</c:v>
                </c:pt>
                <c:pt idx="2">
                  <c:v>0.30041000000000001</c:v>
                </c:pt>
                <c:pt idx="3">
                  <c:v>0.26952999999999999</c:v>
                </c:pt>
              </c:numCache>
            </c:numRef>
          </c:val>
          <c:extLst>
            <c:ext xmlns:c16="http://schemas.microsoft.com/office/drawing/2014/chart" uri="{C3380CC4-5D6E-409C-BE32-E72D297353CC}">
              <c16:uniqueId val="{00000004-2D19-432E-8625-E1361899693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0.39738000000000001</c:v>
                </c:pt>
                <c:pt idx="1">
                  <c:v>0.34783000000000003</c:v>
                </c:pt>
                <c:pt idx="2">
                  <c:v>0.38938</c:v>
                </c:pt>
                <c:pt idx="3">
                  <c:v>0.40723999999999999</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0.27074000000000004</c:v>
                </c:pt>
                <c:pt idx="1">
                  <c:v>0.26522000000000001</c:v>
                </c:pt>
                <c:pt idx="2">
                  <c:v>0.24335999999999999</c:v>
                </c:pt>
                <c:pt idx="3">
                  <c:v>0.21719000000000002</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0.33188000000000001</c:v>
                </c:pt>
                <c:pt idx="1">
                  <c:v>0.38695999999999997</c:v>
                </c:pt>
                <c:pt idx="2">
                  <c:v>0.36725999999999998</c:v>
                </c:pt>
                <c:pt idx="3">
                  <c:v>0.37557000000000001</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0.42125000000000001</c:v>
                </c:pt>
                <c:pt idx="1">
                  <c:v>0.37218000000000001</c:v>
                </c:pt>
                <c:pt idx="2">
                  <c:v>0.36213999999999996</c:v>
                </c:pt>
                <c:pt idx="3">
                  <c:v>0.42188000000000003</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0.26739999999999997</c:v>
                </c:pt>
                <c:pt idx="1">
                  <c:v>0.27068000000000003</c:v>
                </c:pt>
                <c:pt idx="2">
                  <c:v>0.28806999999999999</c:v>
                </c:pt>
                <c:pt idx="3">
                  <c:v>0.30077999999999999</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0.31135999999999997</c:v>
                </c:pt>
                <c:pt idx="1">
                  <c:v>0.35714000000000001</c:v>
                </c:pt>
                <c:pt idx="2">
                  <c:v>0.34978999999999999</c:v>
                </c:pt>
                <c:pt idx="3">
                  <c:v>0.27734000000000003</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0.12227</c:v>
                </c:pt>
                <c:pt idx="1">
                  <c:v>0.12174</c:v>
                </c:pt>
                <c:pt idx="2">
                  <c:v>9.7349999999999992E-2</c:v>
                </c:pt>
                <c:pt idx="3">
                  <c:v>0.13574999999999998</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0.10044</c:v>
                </c:pt>
                <c:pt idx="1">
                  <c:v>6.522E-2</c:v>
                </c:pt>
                <c:pt idx="2">
                  <c:v>7.0800000000000002E-2</c:v>
                </c:pt>
                <c:pt idx="3">
                  <c:v>8.1449999999999995E-2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5.6769999999999994E-2</c:v>
                </c:pt>
                <c:pt idx="1">
                  <c:v>3.9129999999999998E-2</c:v>
                </c:pt>
                <c:pt idx="2">
                  <c:v>3.5400000000000001E-2</c:v>
                </c:pt>
                <c:pt idx="3">
                  <c:v>3.6200000000000003E-2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Sheet1!$B$5:$E$5</c:f>
              <c:numCache>
                <c:formatCode>0%</c:formatCode>
                <c:ptCount val="4"/>
                <c:pt idx="0">
                  <c:v>0.28383999999999998</c:v>
                </c:pt>
                <c:pt idx="1">
                  <c:v>0.26957000000000003</c:v>
                </c:pt>
                <c:pt idx="2">
                  <c:v>0.27434000000000003</c:v>
                </c:pt>
                <c:pt idx="3">
                  <c:v>0.25792000000000004</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Sheet1!$B$6:$E$6</c:f>
              <c:numCache>
                <c:formatCode>0%</c:formatCode>
                <c:ptCount val="4"/>
                <c:pt idx="0">
                  <c:v>0.43668000000000001</c:v>
                </c:pt>
                <c:pt idx="1">
                  <c:v>0.50435000000000008</c:v>
                </c:pt>
                <c:pt idx="2">
                  <c:v>0.52212000000000003</c:v>
                </c:pt>
                <c:pt idx="3">
                  <c:v>0.48869000000000001</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0.13186999999999999</c:v>
                </c:pt>
                <c:pt idx="1">
                  <c:v>0.10525999999999999</c:v>
                </c:pt>
                <c:pt idx="2">
                  <c:v>0.11523</c:v>
                </c:pt>
                <c:pt idx="3">
                  <c:v>0.17969000000000002</c:v>
                </c:pt>
              </c:numCache>
            </c:numRef>
          </c:val>
          <c:extLst>
            <c:ext xmlns:c16="http://schemas.microsoft.com/office/drawing/2014/chart" uri="{C3380CC4-5D6E-409C-BE32-E72D297353CC}">
              <c16:uniqueId val="{00000000-6EEE-4939-AB34-3FEF14941A78}"/>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4.0289999999999999E-2</c:v>
                </c:pt>
                <c:pt idx="1">
                  <c:v>6.3909999999999995E-2</c:v>
                </c:pt>
                <c:pt idx="2">
                  <c:v>7.8189999999999996E-2</c:v>
                </c:pt>
                <c:pt idx="3">
                  <c:v>6.25E-2</c:v>
                </c:pt>
              </c:numCache>
            </c:numRef>
          </c:val>
          <c:extLst>
            <c:ext xmlns:c16="http://schemas.microsoft.com/office/drawing/2014/chart" uri="{C3380CC4-5D6E-409C-BE32-E72D297353CC}">
              <c16:uniqueId val="{00000001-6EEE-4939-AB34-3FEF14941A78}"/>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2.564E-2</c:v>
                </c:pt>
                <c:pt idx="1">
                  <c:v>2.632E-2</c:v>
                </c:pt>
                <c:pt idx="2">
                  <c:v>2.0579999999999998E-2</c:v>
                </c:pt>
                <c:pt idx="3">
                  <c:v>2.3439999999999999E-2</c:v>
                </c:pt>
              </c:numCache>
            </c:numRef>
          </c:val>
          <c:extLst>
            <c:ext xmlns:c16="http://schemas.microsoft.com/office/drawing/2014/chart" uri="{C3380CC4-5D6E-409C-BE32-E72D297353CC}">
              <c16:uniqueId val="{00000002-6EEE-4939-AB34-3FEF14941A78}"/>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Sheet1!$B$5:$E$5</c:f>
              <c:numCache>
                <c:formatCode>0%</c:formatCode>
                <c:ptCount val="4"/>
                <c:pt idx="0">
                  <c:v>0.26007000000000002</c:v>
                </c:pt>
                <c:pt idx="1">
                  <c:v>0.24059999999999998</c:v>
                </c:pt>
                <c:pt idx="2">
                  <c:v>0.23045000000000002</c:v>
                </c:pt>
                <c:pt idx="3">
                  <c:v>0.26952999999999999</c:v>
                </c:pt>
              </c:numCache>
            </c:numRef>
          </c:val>
          <c:extLst>
            <c:ext xmlns:c16="http://schemas.microsoft.com/office/drawing/2014/chart" uri="{C3380CC4-5D6E-409C-BE32-E72D297353CC}">
              <c16:uniqueId val="{00000003-6EEE-4939-AB34-3FEF14941A78}"/>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Sheet1!$B$6:$E$6</c:f>
              <c:numCache>
                <c:formatCode>0%</c:formatCode>
                <c:ptCount val="4"/>
                <c:pt idx="0">
                  <c:v>0.54212000000000005</c:v>
                </c:pt>
                <c:pt idx="1">
                  <c:v>0.56391000000000002</c:v>
                </c:pt>
                <c:pt idx="2">
                  <c:v>0.55555999999999994</c:v>
                </c:pt>
                <c:pt idx="3">
                  <c:v>0.46484000000000003</c:v>
                </c:pt>
              </c:numCache>
            </c:numRef>
          </c:val>
          <c:extLst>
            <c:ext xmlns:c16="http://schemas.microsoft.com/office/drawing/2014/chart" uri="{C3380CC4-5D6E-409C-BE32-E72D297353CC}">
              <c16:uniqueId val="{00000004-6EEE-4939-AB34-3FEF14941A7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Diet Coke</c:v>
                </c:pt>
              </c:strCache>
            </c:strRef>
          </c:tx>
          <c:spPr>
            <a:solidFill>
              <a:srgbClr val="FFCA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Sheet1!$B$2:$E$2</c:f>
              <c:numCache>
                <c:formatCode>0%</c:formatCode>
                <c:ptCount val="4"/>
                <c:pt idx="0">
                  <c:v>0.18181999999999998</c:v>
                </c:pt>
                <c:pt idx="1">
                  <c:v>0.20225000000000001</c:v>
                </c:pt>
                <c:pt idx="2">
                  <c:v>0.16667000000000001</c:v>
                </c:pt>
                <c:pt idx="3">
                  <c:v>0.13939000000000001</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Coca-Cola Zero Sugar</c:v>
                </c:pt>
              </c:strCache>
            </c:strRef>
          </c:tx>
          <c:spPr>
            <a:solidFill>
              <a:srgbClr val="FF95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Sheet1!$B$3:$E$3</c:f>
              <c:numCache>
                <c:formatCode>0%</c:formatCode>
                <c:ptCount val="4"/>
                <c:pt idx="0">
                  <c:v>0.2303</c:v>
                </c:pt>
                <c:pt idx="1">
                  <c:v>0.22472</c:v>
                </c:pt>
                <c:pt idx="2">
                  <c:v>0.23332999999999998</c:v>
                </c:pt>
                <c:pt idx="3">
                  <c:v>0.27879000000000004</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Coca-Cola Original Taste</c:v>
                </c:pt>
              </c:strCache>
            </c:strRef>
          </c:tx>
          <c:spPr>
            <a:solidFill>
              <a:srgbClr val="FF5F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Sheet1!$B$4:$E$4</c:f>
              <c:numCache>
                <c:formatCode>0%</c:formatCode>
                <c:ptCount val="4"/>
                <c:pt idx="0">
                  <c:v>0.18787999999999999</c:v>
                </c:pt>
                <c:pt idx="1">
                  <c:v>0.19663</c:v>
                </c:pt>
                <c:pt idx="2">
                  <c:v>0.21667000000000003</c:v>
                </c:pt>
                <c:pt idx="3">
                  <c:v>0.2303</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Diet Coke</c:v>
                </c:pt>
              </c:strCache>
            </c:strRef>
          </c:tx>
          <c:spPr>
            <a:solidFill>
              <a:srgbClr val="FFCA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Sheet1!$B$2:$E$2</c:f>
              <c:numCache>
                <c:formatCode>0%</c:formatCode>
                <c:ptCount val="4"/>
                <c:pt idx="0">
                  <c:v>0.19178000000000001</c:v>
                </c:pt>
                <c:pt idx="1">
                  <c:v>0.14019000000000001</c:v>
                </c:pt>
                <c:pt idx="2">
                  <c:v>0.20419000000000001</c:v>
                </c:pt>
                <c:pt idx="3">
                  <c:v>0.22872000000000001</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Coca-Cola Zero Sugar</c:v>
                </c:pt>
              </c:strCache>
            </c:strRef>
          </c:tx>
          <c:spPr>
            <a:solidFill>
              <a:srgbClr val="FF95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Sheet1!$B$3:$E$3</c:f>
              <c:numCache>
                <c:formatCode>0%</c:formatCode>
                <c:ptCount val="4"/>
                <c:pt idx="0">
                  <c:v>0.28310999999999997</c:v>
                </c:pt>
                <c:pt idx="1">
                  <c:v>0.30374000000000001</c:v>
                </c:pt>
                <c:pt idx="2">
                  <c:v>0.25653999999999999</c:v>
                </c:pt>
                <c:pt idx="3">
                  <c:v>0.23935999999999999</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Coca-Cola Original Taste</c:v>
                </c:pt>
              </c:strCache>
            </c:strRef>
          </c:tx>
          <c:spPr>
            <a:solidFill>
              <a:srgbClr val="FF5F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Sheet1!$B$4:$E$4</c:f>
              <c:numCache>
                <c:formatCode>0%</c:formatCode>
                <c:ptCount val="4"/>
                <c:pt idx="0">
                  <c:v>0.18265000000000001</c:v>
                </c:pt>
                <c:pt idx="1">
                  <c:v>0.22896999999999998</c:v>
                </c:pt>
                <c:pt idx="2">
                  <c:v>0.22513000000000002</c:v>
                </c:pt>
                <c:pt idx="3">
                  <c:v>0.13830000000000001</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Pepsi Original</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Sheet1!$B$2:$E$2</c:f>
              <c:numCache>
                <c:formatCode>0%</c:formatCode>
                <c:ptCount val="4"/>
                <c:pt idx="0">
                  <c:v>4.8479999999999995E-2</c:v>
                </c:pt>
                <c:pt idx="1">
                  <c:v>8.4269999999999998E-2</c:v>
                </c:pt>
                <c:pt idx="2">
                  <c:v>8.3330000000000001E-2</c:v>
                </c:pt>
                <c:pt idx="3">
                  <c:v>6.6669999999999993E-2</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Diet Pepsi</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Sheet1!$B$3:$E$3</c:f>
              <c:numCache>
                <c:formatCode>0%</c:formatCode>
                <c:ptCount val="4"/>
                <c:pt idx="0">
                  <c:v>0.13333</c:v>
                </c:pt>
                <c:pt idx="1">
                  <c:v>0.15168999999999999</c:v>
                </c:pt>
                <c:pt idx="2">
                  <c:v>0.12222</c:v>
                </c:pt>
                <c:pt idx="3">
                  <c:v>0.16969999999999999</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Pepsi Max</c:v>
                </c:pt>
              </c:strCache>
            </c:strRef>
          </c:tx>
          <c:spPr>
            <a:solidFill>
              <a:srgbClr val="1D9E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Sheet1!$B$4:$E$4</c:f>
              <c:numCache>
                <c:formatCode>0%</c:formatCode>
                <c:ptCount val="4"/>
                <c:pt idx="0">
                  <c:v>0.20606000000000002</c:v>
                </c:pt>
                <c:pt idx="1">
                  <c:v>9.5509999999999998E-2</c:v>
                </c:pt>
                <c:pt idx="2">
                  <c:v>0.12778</c:v>
                </c:pt>
                <c:pt idx="3">
                  <c:v>0.10909000000000001</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Pepsi Original</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Sheet1!$B$2:$E$2</c:f>
              <c:numCache>
                <c:formatCode>0%</c:formatCode>
                <c:ptCount val="4"/>
                <c:pt idx="0">
                  <c:v>6.8489999999999995E-2</c:v>
                </c:pt>
                <c:pt idx="1">
                  <c:v>4.6730000000000001E-2</c:v>
                </c:pt>
                <c:pt idx="2">
                  <c:v>8.9009999999999992E-2</c:v>
                </c:pt>
                <c:pt idx="3">
                  <c:v>0.10106</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Diet Pepsi</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Sheet1!$B$3:$E$3</c:f>
              <c:numCache>
                <c:formatCode>0%</c:formatCode>
                <c:ptCount val="4"/>
                <c:pt idx="0">
                  <c:v>0.14612</c:v>
                </c:pt>
                <c:pt idx="1">
                  <c:v>7.9439999999999997E-2</c:v>
                </c:pt>
                <c:pt idx="2">
                  <c:v>9.423999999999999E-2</c:v>
                </c:pt>
                <c:pt idx="3">
                  <c:v>0.12234</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Pepsi Max</c:v>
                </c:pt>
              </c:strCache>
            </c:strRef>
          </c:tx>
          <c:spPr>
            <a:solidFill>
              <a:srgbClr val="1D9E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Sheet1!$B$4:$E$4</c:f>
              <c:numCache>
                <c:formatCode>0%</c:formatCode>
                <c:ptCount val="4"/>
                <c:pt idx="0">
                  <c:v>0.10045999999999999</c:v>
                </c:pt>
                <c:pt idx="1">
                  <c:v>0.16821999999999998</c:v>
                </c:pt>
                <c:pt idx="2">
                  <c:v>0.10471</c:v>
                </c:pt>
                <c:pt idx="3">
                  <c:v>0.14362</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Sheet1!$B$2:$D$2</c:f>
              <c:numCache>
                <c:formatCode>0%</c:formatCode>
                <c:ptCount val="3"/>
                <c:pt idx="0">
                  <c:v>0.13537000000000002</c:v>
                </c:pt>
                <c:pt idx="1">
                  <c:v>0.16086999999999999</c:v>
                </c:pt>
                <c:pt idx="2">
                  <c:v>0.14158999999999999</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Sheet1!$B$3:$D$3</c:f>
              <c:numCache>
                <c:formatCode>0%</c:formatCode>
                <c:ptCount val="3"/>
                <c:pt idx="0">
                  <c:v>0.41048000000000001</c:v>
                </c:pt>
                <c:pt idx="1">
                  <c:v>0.38261000000000001</c:v>
                </c:pt>
                <c:pt idx="2">
                  <c:v>0.39823000000000003</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dLbl>
              <c:idx val="0"/>
              <c:tx>
                <c:rich>
                  <a:bodyPr/>
                  <a:lstStyle/>
                  <a:p>
                    <a:fld id="{52CC2148-B0EC-49FB-9919-9DC55AF01087}" type="VALUE">
                      <a:rPr lang="en-US" smtClean="0"/>
                      <a:pPr/>
                      <a:t>[VALUE]</a:t>
                    </a:fld>
                    <a:r>
                      <a:rPr lang="en-US"/>
                      <a:t> </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C624-4DE9-935C-03A69DAF899C}"/>
                </c:ext>
              </c:extLst>
            </c:dLbl>
            <c:dLbl>
              <c:idx val="2"/>
              <c:tx>
                <c:rich>
                  <a:bodyPr/>
                  <a:lstStyle/>
                  <a:p>
                    <a:fld id="{466EE9CF-C33D-4364-8EF2-349DAC3B591F}" type="VALUE">
                      <a:rPr lang="en-US" smtClean="0"/>
                      <a:pPr/>
                      <a:t>[VALUE]</a:t>
                    </a:fld>
                    <a:r>
                      <a:rPr lang="en-US"/>
                      <a:t> </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C624-4DE9-935C-03A69DAF899C}"/>
                </c:ext>
              </c:extLst>
            </c:dLbl>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Sheet1!$B$4:$D$4</c:f>
              <c:numCache>
                <c:formatCode>0%</c:formatCode>
                <c:ptCount val="3"/>
                <c:pt idx="0">
                  <c:v>0.29693999999999998</c:v>
                </c:pt>
                <c:pt idx="1">
                  <c:v>0.26957000000000003</c:v>
                </c:pt>
                <c:pt idx="2">
                  <c:v>0.27876000000000001</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Sheet1!$B$5:$D$5</c:f>
              <c:numCache>
                <c:formatCode>0%</c:formatCode>
                <c:ptCount val="3"/>
                <c:pt idx="0">
                  <c:v>0.15720999999999999</c:v>
                </c:pt>
                <c:pt idx="1">
                  <c:v>0.18696000000000002</c:v>
                </c:pt>
                <c:pt idx="2">
                  <c:v>0.18142</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Sheet1!$B$2:$D$2</c:f>
              <c:numCache>
                <c:formatCode>0%</c:formatCode>
                <c:ptCount val="3"/>
                <c:pt idx="0">
                  <c:v>0.16117000000000001</c:v>
                </c:pt>
                <c:pt idx="1">
                  <c:v>0.13158</c:v>
                </c:pt>
                <c:pt idx="2">
                  <c:v>0.11111</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Sheet1!$B$3:$D$3</c:f>
              <c:numCache>
                <c:formatCode>0%</c:formatCode>
                <c:ptCount val="3"/>
                <c:pt idx="0">
                  <c:v>0.44322</c:v>
                </c:pt>
                <c:pt idx="1">
                  <c:v>0.38722000000000001</c:v>
                </c:pt>
                <c:pt idx="2">
                  <c:v>0.42387000000000002</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Sheet1!$B$4:$D$4</c:f>
              <c:numCache>
                <c:formatCode>0%</c:formatCode>
                <c:ptCount val="3"/>
                <c:pt idx="0">
                  <c:v>0.25640999999999997</c:v>
                </c:pt>
                <c:pt idx="1">
                  <c:v>0.32707000000000003</c:v>
                </c:pt>
                <c:pt idx="2">
                  <c:v>0.32098999999999994</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Sheet1!$B$5:$D$5</c:f>
              <c:numCache>
                <c:formatCode>0%</c:formatCode>
                <c:ptCount val="3"/>
                <c:pt idx="0">
                  <c:v>0.13919000000000001</c:v>
                </c:pt>
                <c:pt idx="1">
                  <c:v>0.15414</c:v>
                </c:pt>
                <c:pt idx="2">
                  <c:v>0.14402999999999999</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Sheet1!$B$2:$D$2</c:f>
              <c:numCache>
                <c:formatCode>0%</c:formatCode>
                <c:ptCount val="3"/>
                <c:pt idx="0">
                  <c:v>0.49817</c:v>
                </c:pt>
                <c:pt idx="1">
                  <c:v>0.43985000000000002</c:v>
                </c:pt>
                <c:pt idx="2">
                  <c:v>0.42387000000000002</c:v>
                </c:pt>
              </c:numCache>
            </c:numRef>
          </c:val>
          <c:extLst>
            <c:ext xmlns:c16="http://schemas.microsoft.com/office/drawing/2014/chart" uri="{C3380CC4-5D6E-409C-BE32-E72D297353CC}">
              <c16:uniqueId val="{00000000-BC44-4E40-9864-A6FCB0785111}"/>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Sheet1!$B$3:$D$3</c:f>
              <c:numCache>
                <c:formatCode>0%</c:formatCode>
                <c:ptCount val="3"/>
                <c:pt idx="0">
                  <c:v>0.31867999999999996</c:v>
                </c:pt>
                <c:pt idx="1">
                  <c:v>0.33834999999999998</c:v>
                </c:pt>
                <c:pt idx="2">
                  <c:v>0.37036999999999998</c:v>
                </c:pt>
              </c:numCache>
            </c:numRef>
          </c:val>
          <c:extLst>
            <c:ext xmlns:c16="http://schemas.microsoft.com/office/drawing/2014/chart" uri="{C3380CC4-5D6E-409C-BE32-E72D297353CC}">
              <c16:uniqueId val="{00000001-BC44-4E40-9864-A6FCB0785111}"/>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Sheet1!$B$4:$D$4</c:f>
              <c:numCache>
                <c:formatCode>0%</c:formatCode>
                <c:ptCount val="3"/>
                <c:pt idx="0">
                  <c:v>0.18315000000000001</c:v>
                </c:pt>
                <c:pt idx="1">
                  <c:v>0.2218</c:v>
                </c:pt>
                <c:pt idx="2">
                  <c:v>0.20576</c:v>
                </c:pt>
              </c:numCache>
            </c:numRef>
          </c:val>
          <c:extLst>
            <c:ext xmlns:c16="http://schemas.microsoft.com/office/drawing/2014/chart" uri="{C3380CC4-5D6E-409C-BE32-E72D297353CC}">
              <c16:uniqueId val="{00000002-BC44-4E40-9864-A6FCB0785111}"/>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Sheet1!$B$2:$D$2</c:f>
              <c:numCache>
                <c:formatCode>0%</c:formatCode>
                <c:ptCount val="3"/>
                <c:pt idx="0">
                  <c:v>0.46725</c:v>
                </c:pt>
                <c:pt idx="1">
                  <c:v>0.43912999999999996</c:v>
                </c:pt>
                <c:pt idx="2">
                  <c:v>0.48229999999999995</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Sheet1!$B$3:$D$3</c:f>
              <c:numCache>
                <c:formatCode>0%</c:formatCode>
                <c:ptCount val="3"/>
                <c:pt idx="0">
                  <c:v>0.32313999999999998</c:v>
                </c:pt>
                <c:pt idx="1">
                  <c:v>0.33912999999999999</c:v>
                </c:pt>
                <c:pt idx="2">
                  <c:v>0.31415999999999999</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Sheet1!$B$4:$D$4</c:f>
              <c:numCache>
                <c:formatCode>0%</c:formatCode>
                <c:ptCount val="3"/>
                <c:pt idx="0">
                  <c:v>0.20960999999999999</c:v>
                </c:pt>
                <c:pt idx="1">
                  <c:v>0.22173999999999999</c:v>
                </c:pt>
                <c:pt idx="2">
                  <c:v>0.20354</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Sheet1!$B$2:$D$2</c:f>
              <c:numCache>
                <c:formatCode>0%</c:formatCode>
                <c:ptCount val="3"/>
                <c:pt idx="0">
                  <c:v>0.51527999999999996</c:v>
                </c:pt>
                <c:pt idx="1">
                  <c:v>0.47826000000000002</c:v>
                </c:pt>
                <c:pt idx="2">
                  <c:v>0.46018000000000003</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dLbl>
              <c:idx val="0"/>
              <c:tx>
                <c:rich>
                  <a:bodyPr/>
                  <a:lstStyle/>
                  <a:p>
                    <a:r>
                      <a:rPr lang="en-US" dirty="0"/>
                      <a:t>50%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37DD-4732-B02B-144F43ED69F7}"/>
                </c:ext>
              </c:extLst>
            </c:dLbl>
            <c:dLbl>
              <c:idx val="1"/>
              <c:tx>
                <c:rich>
                  <a:bodyPr/>
                  <a:lstStyle/>
                  <a:p>
                    <a:r>
                      <a:rPr lang="en-US"/>
                      <a:t>56%</a:t>
                    </a:r>
                    <a:endParaRPr lang="en-US"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37DD-4732-B02B-144F43ED69F7}"/>
                </c:ext>
              </c:extLst>
            </c:dLbl>
            <c:dLbl>
              <c:idx val="2"/>
              <c:tx>
                <c:rich>
                  <a:bodyPr/>
                  <a:lstStyle/>
                  <a:p>
                    <a:r>
                      <a:rPr lang="en-US" dirty="0"/>
                      <a:t>59%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37DD-4732-B02B-144F43ED69F7}"/>
                </c:ext>
              </c:extLst>
            </c:dLbl>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Sheet1!$B$3:$D$3</c:f>
              <c:numCache>
                <c:formatCode>0%</c:formatCode>
                <c:ptCount val="3"/>
                <c:pt idx="0">
                  <c:v>0.38865</c:v>
                </c:pt>
                <c:pt idx="1">
                  <c:v>0.38261000000000001</c:v>
                </c:pt>
                <c:pt idx="2">
                  <c:v>0.41149999999999998</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Sheet1!$B$4:$D$4</c:f>
              <c:numCache>
                <c:formatCode>0%</c:formatCode>
                <c:ptCount val="3"/>
                <c:pt idx="0">
                  <c:v>9.6069999999999989E-2</c:v>
                </c:pt>
                <c:pt idx="1">
                  <c:v>0.13913</c:v>
                </c:pt>
                <c:pt idx="2">
                  <c:v>0.12832000000000002</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Sheet1!$B$2:$D$2</c:f>
              <c:numCache>
                <c:formatCode>0%</c:formatCode>
                <c:ptCount val="3"/>
                <c:pt idx="0">
                  <c:v>0.42857000000000001</c:v>
                </c:pt>
                <c:pt idx="1">
                  <c:v>0.46616999999999997</c:v>
                </c:pt>
                <c:pt idx="2">
                  <c:v>0.41152</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Sheet1!$B$3:$D$3</c:f>
              <c:numCache>
                <c:formatCode>0%</c:formatCode>
                <c:ptCount val="3"/>
                <c:pt idx="0">
                  <c:v>0.42125000000000001</c:v>
                </c:pt>
                <c:pt idx="1">
                  <c:v>0.39097999999999999</c:v>
                </c:pt>
                <c:pt idx="2">
                  <c:v>0.44444</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Sheet1!$B$4:$D$4</c:f>
              <c:numCache>
                <c:formatCode>0%</c:formatCode>
                <c:ptCount val="3"/>
                <c:pt idx="0">
                  <c:v>0.15018000000000001</c:v>
                </c:pt>
                <c:pt idx="1">
                  <c:v>0.14285999999999999</c:v>
                </c:pt>
                <c:pt idx="2">
                  <c:v>0.14402999999999999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0.16917000000000001</c:v>
                </c:pt>
                <c:pt idx="1">
                  <c:v>0.15073999999999999</c:v>
                </c:pt>
                <c:pt idx="2">
                  <c:v>0.12121</c:v>
                </c:pt>
                <c:pt idx="3">
                  <c:v>0.19272999999999998</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0.36465999999999998</c:v>
                </c:pt>
                <c:pt idx="1">
                  <c:v>0.34558999999999995</c:v>
                </c:pt>
                <c:pt idx="2">
                  <c:v>0.375</c:v>
                </c:pt>
                <c:pt idx="3">
                  <c:v>0.36363999999999996</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0.29322999999999999</c:v>
                </c:pt>
                <c:pt idx="1">
                  <c:v>0.375</c:v>
                </c:pt>
                <c:pt idx="2">
                  <c:v>0.36741999999999997</c:v>
                </c:pt>
                <c:pt idx="3">
                  <c:v>0.28727000000000003</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Sheet1!$B$5:$E$5</c:f>
              <c:numCache>
                <c:formatCode>0%</c:formatCode>
                <c:ptCount val="4"/>
                <c:pt idx="0">
                  <c:v>0.17293</c:v>
                </c:pt>
                <c:pt idx="1">
                  <c:v>0.12868000000000002</c:v>
                </c:pt>
                <c:pt idx="2">
                  <c:v>0.13635999999999998</c:v>
                </c:pt>
                <c:pt idx="3">
                  <c:v>0.15636</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0.13095000000000001</c:v>
                </c:pt>
                <c:pt idx="1">
                  <c:v>0.14285999999999999</c:v>
                </c:pt>
                <c:pt idx="2">
                  <c:v>0.11391999999999999</c:v>
                </c:pt>
                <c:pt idx="3">
                  <c:v>0.16455999999999998</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0.47619</c:v>
                </c:pt>
                <c:pt idx="1">
                  <c:v>0.36024999999999996</c:v>
                </c:pt>
                <c:pt idx="2">
                  <c:v>0.43670999999999999</c:v>
                </c:pt>
                <c:pt idx="3">
                  <c:v>0.34810000000000002</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0.29167000000000004</c:v>
                </c:pt>
                <c:pt idx="1">
                  <c:v>0.32918999999999998</c:v>
                </c:pt>
                <c:pt idx="2">
                  <c:v>0.30380000000000001</c:v>
                </c:pt>
                <c:pt idx="3">
                  <c:v>0.31646000000000002</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Sheet1!$B$5:$E$5</c:f>
              <c:numCache>
                <c:formatCode>0%</c:formatCode>
                <c:ptCount val="4"/>
                <c:pt idx="0">
                  <c:v>0.10119</c:v>
                </c:pt>
                <c:pt idx="1">
                  <c:v>0.16769999999999999</c:v>
                </c:pt>
                <c:pt idx="2">
                  <c:v>0.14557</c:v>
                </c:pt>
                <c:pt idx="3">
                  <c:v>0.17088999999999999</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0.15789</c:v>
                </c:pt>
                <c:pt idx="1">
                  <c:v>0.15441000000000002</c:v>
                </c:pt>
                <c:pt idx="2">
                  <c:v>0.14015</c:v>
                </c:pt>
                <c:pt idx="3">
                  <c:v>0.17818000000000001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0.39097999999999999</c:v>
                </c:pt>
                <c:pt idx="1">
                  <c:v>0.38234999999999997</c:v>
                </c:pt>
                <c:pt idx="2">
                  <c:v>0.39773000000000003</c:v>
                </c:pt>
                <c:pt idx="3">
                  <c:v>0.38908999999999999</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0.28571000000000002</c:v>
                </c:pt>
                <c:pt idx="1">
                  <c:v>0.30146999999999996</c:v>
                </c:pt>
                <c:pt idx="2">
                  <c:v>0.31818000000000002</c:v>
                </c:pt>
                <c:pt idx="3">
                  <c:v>0.28364</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Sheet1!$B$5:$E$5</c:f>
              <c:numCache>
                <c:formatCode>0%</c:formatCode>
                <c:ptCount val="4"/>
                <c:pt idx="0">
                  <c:v>0.16541</c:v>
                </c:pt>
                <c:pt idx="1">
                  <c:v>0.16175999999999999</c:v>
                </c:pt>
                <c:pt idx="2">
                  <c:v>0.14394000000000001</c:v>
                </c:pt>
                <c:pt idx="3">
                  <c:v>0.14909</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0.13095000000000001</c:v>
                </c:pt>
                <c:pt idx="1">
                  <c:v>0.14285999999999999</c:v>
                </c:pt>
                <c:pt idx="2">
                  <c:v>0.12025000000000001</c:v>
                </c:pt>
                <c:pt idx="3">
                  <c:v>0.18986999999999998</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0.49404999999999999</c:v>
                </c:pt>
                <c:pt idx="1">
                  <c:v>0.40372999999999998</c:v>
                </c:pt>
                <c:pt idx="2">
                  <c:v>0.45569999999999999</c:v>
                </c:pt>
                <c:pt idx="3">
                  <c:v>0.37341999999999997</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0.26190000000000002</c:v>
                </c:pt>
                <c:pt idx="1">
                  <c:v>0.28571000000000002</c:v>
                </c:pt>
                <c:pt idx="2">
                  <c:v>0.26582</c:v>
                </c:pt>
                <c:pt idx="3">
                  <c:v>0.27215</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Sheet1!$B$5:$E$5</c:f>
              <c:numCache>
                <c:formatCode>0%</c:formatCode>
                <c:ptCount val="4"/>
                <c:pt idx="0">
                  <c:v>0.11310000000000001</c:v>
                </c:pt>
                <c:pt idx="1">
                  <c:v>0.16769999999999999</c:v>
                </c:pt>
                <c:pt idx="2">
                  <c:v>0.15823000000000001</c:v>
                </c:pt>
                <c:pt idx="3">
                  <c:v>0.16455999999999998</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0.15073999999999999</c:v>
                </c:pt>
                <c:pt idx="1">
                  <c:v>0.15441000000000002</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0.34558999999999995</c:v>
                </c:pt>
                <c:pt idx="1">
                  <c:v>0.38234999999999997</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0.375</c:v>
                </c:pt>
                <c:pt idx="1">
                  <c:v>0.30146999999999996</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0.12868000000000002</c:v>
                </c:pt>
                <c:pt idx="1">
                  <c:v>0.16175999999999999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0.16917000000000001</c:v>
                </c:pt>
                <c:pt idx="1">
                  <c:v>0.15789</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0.36465999999999998</c:v>
                </c:pt>
                <c:pt idx="1">
                  <c:v>0.39097999999999999</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0.29322999999999999</c:v>
                </c:pt>
                <c:pt idx="1">
                  <c:v>0.28571000000000002</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0.17293</c:v>
                </c:pt>
                <c:pt idx="1">
                  <c:v>0.16541</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0.12121</c:v>
                </c:pt>
                <c:pt idx="1">
                  <c:v>0.14015</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0.375</c:v>
                </c:pt>
                <c:pt idx="1">
                  <c:v>0.39773000000000003</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0.36741999999999997</c:v>
                </c:pt>
                <c:pt idx="1">
                  <c:v>0.31818000000000002</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0.13635999999999998</c:v>
                </c:pt>
                <c:pt idx="1">
                  <c:v>0.14394000000000001</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0.19272999999999998</c:v>
                </c:pt>
                <c:pt idx="1">
                  <c:v>0.17818000000000001</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0.36363999999999996</c:v>
                </c:pt>
                <c:pt idx="1">
                  <c:v>0.38908999999999999</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0.28727000000000003</c:v>
                </c:pt>
                <c:pt idx="1">
                  <c:v>0.28364</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0.15636</c:v>
                </c:pt>
                <c:pt idx="1">
                  <c:v>0.14909</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0.14285999999999999</c:v>
                </c:pt>
                <c:pt idx="1">
                  <c:v>0.14285999999999999</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0.36024999999999996</c:v>
                </c:pt>
                <c:pt idx="1">
                  <c:v>0.40372999999999998</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0.32918999999999998</c:v>
                </c:pt>
                <c:pt idx="1">
                  <c:v>0.28571000000000002</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0.16769999999999999</c:v>
                </c:pt>
                <c:pt idx="1">
                  <c:v>0.16769999999999999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0.13095000000000001</c:v>
                </c:pt>
                <c:pt idx="1">
                  <c:v>0.13095000000000001</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0.47619</c:v>
                </c:pt>
                <c:pt idx="1">
                  <c:v>0.49404999999999999</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0.29167000000000004</c:v>
                </c:pt>
                <c:pt idx="1">
                  <c:v>0.26190000000000002</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0.10119</c:v>
                </c:pt>
                <c:pt idx="1">
                  <c:v>0.11310000000000001</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0.11391999999999999</c:v>
                </c:pt>
                <c:pt idx="1">
                  <c:v>0.12025000000000001</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0.43670999999999999</c:v>
                </c:pt>
                <c:pt idx="1">
                  <c:v>0.45569999999999999</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0.30380000000000001</c:v>
                </c:pt>
                <c:pt idx="1">
                  <c:v>0.26582</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0.14557</c:v>
                </c:pt>
                <c:pt idx="1">
                  <c:v>0.15823000000000001</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0.16455999999999998</c:v>
                </c:pt>
                <c:pt idx="1">
                  <c:v>0.18986999999999998</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0.34810000000000002</c:v>
                </c:pt>
                <c:pt idx="1">
                  <c:v>0.37341999999999997</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0.31646000000000002</c:v>
                </c:pt>
                <c:pt idx="1">
                  <c:v>0.27215</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0.17088999999999999</c:v>
                </c:pt>
                <c:pt idx="1">
                  <c:v>0.16455999999999998</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0.53571000000000002</c:v>
                </c:pt>
                <c:pt idx="1">
                  <c:v>0.44719999999999999</c:v>
                </c:pt>
                <c:pt idx="2">
                  <c:v>0.47468000000000005</c:v>
                </c:pt>
                <c:pt idx="3">
                  <c:v>0.51266</c:v>
                </c:pt>
              </c:numCache>
            </c:numRef>
          </c:val>
          <c:extLst>
            <c:ext xmlns:c16="http://schemas.microsoft.com/office/drawing/2014/chart" uri="{C3380CC4-5D6E-409C-BE32-E72D297353CC}">
              <c16:uniqueId val="{00000000-CD10-4F33-9358-C9AFC1ADE34A}"/>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0.31547999999999998</c:v>
                </c:pt>
                <c:pt idx="1">
                  <c:v>0.35404000000000002</c:v>
                </c:pt>
                <c:pt idx="2">
                  <c:v>0.32911000000000001</c:v>
                </c:pt>
                <c:pt idx="3">
                  <c:v>0.29747000000000001</c:v>
                </c:pt>
              </c:numCache>
            </c:numRef>
          </c:val>
          <c:extLst>
            <c:ext xmlns:c16="http://schemas.microsoft.com/office/drawing/2014/chart" uri="{C3380CC4-5D6E-409C-BE32-E72D297353CC}">
              <c16:uniqueId val="{00000001-CD10-4F33-9358-C9AFC1ADE34A}"/>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0.14881</c:v>
                </c:pt>
                <c:pt idx="1">
                  <c:v>0.19876000000000002</c:v>
                </c:pt>
                <c:pt idx="2">
                  <c:v>0.19620000000000001</c:v>
                </c:pt>
                <c:pt idx="3">
                  <c:v>0.18986999999999998</c:v>
                </c:pt>
              </c:numCache>
            </c:numRef>
          </c:val>
          <c:extLst>
            <c:ext xmlns:c16="http://schemas.microsoft.com/office/drawing/2014/chart" uri="{C3380CC4-5D6E-409C-BE32-E72D297353CC}">
              <c16:uniqueId val="{00000002-CD10-4F33-9358-C9AFC1ADE34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0.45112999999999998</c:v>
                </c:pt>
                <c:pt idx="1">
                  <c:v>0.46691000000000005</c:v>
                </c:pt>
                <c:pt idx="2">
                  <c:v>0.44317999999999996</c:v>
                </c:pt>
                <c:pt idx="3">
                  <c:v>0.49817999999999996</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0.33834999999999998</c:v>
                </c:pt>
                <c:pt idx="1">
                  <c:v>0.31984999999999997</c:v>
                </c:pt>
                <c:pt idx="2">
                  <c:v>0.35606000000000004</c:v>
                </c:pt>
                <c:pt idx="3">
                  <c:v>0.31635999999999997</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0.21052999999999999</c:v>
                </c:pt>
                <c:pt idx="1">
                  <c:v>0.21324000000000001</c:v>
                </c:pt>
                <c:pt idx="2">
                  <c:v>0.20075999999999999</c:v>
                </c:pt>
                <c:pt idx="3">
                  <c:v>0.18545</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266)</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0.69924999999999993</c:v>
                </c:pt>
                <c:pt idx="1">
                  <c:v>0.56015000000000004</c:v>
                </c:pt>
                <c:pt idx="2">
                  <c:v>0.55262999999999995</c:v>
                </c:pt>
                <c:pt idx="3">
                  <c:v>0.59398000000000006</c:v>
                </c:pt>
                <c:pt idx="4">
                  <c:v>0.77068000000000003</c:v>
                </c:pt>
                <c:pt idx="5">
                  <c:v>0.79322999999999988</c:v>
                </c:pt>
                <c:pt idx="6">
                  <c:v>0.65788999999999997</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272)</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0.68382000000000009</c:v>
                </c:pt>
                <c:pt idx="1">
                  <c:v>0.63234999999999997</c:v>
                </c:pt>
                <c:pt idx="2">
                  <c:v>0.61765000000000003</c:v>
                </c:pt>
                <c:pt idx="3">
                  <c:v>0.64337999999999995</c:v>
                </c:pt>
                <c:pt idx="4">
                  <c:v>0.75367999999999991</c:v>
                </c:pt>
                <c:pt idx="5">
                  <c:v>0.75</c:v>
                </c:pt>
                <c:pt idx="6">
                  <c:v>0.70221</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264)</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0.73105999999999993</c:v>
                </c:pt>
                <c:pt idx="1">
                  <c:v>0.64394000000000007</c:v>
                </c:pt>
                <c:pt idx="2">
                  <c:v>0.60985</c:v>
                </c:pt>
                <c:pt idx="3">
                  <c:v>0.64015</c:v>
                </c:pt>
                <c:pt idx="4">
                  <c:v>0.74242000000000008</c:v>
                </c:pt>
                <c:pt idx="5">
                  <c:v>0.80681999999999998</c:v>
                </c:pt>
                <c:pt idx="6">
                  <c:v>0.71212000000000009</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275)</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0.69090999999999991</c:v>
                </c:pt>
                <c:pt idx="1">
                  <c:v>0.57091000000000003</c:v>
                </c:pt>
                <c:pt idx="2">
                  <c:v>0.55636000000000008</c:v>
                </c:pt>
                <c:pt idx="3">
                  <c:v>0.6</c:v>
                </c:pt>
                <c:pt idx="4">
                  <c:v>0.7636400000000001</c:v>
                </c:pt>
                <c:pt idx="5">
                  <c:v>0.82181999999999999</c:v>
                </c:pt>
                <c:pt idx="6">
                  <c:v>0.62545000000000006</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sz="1600" b="1" i="0" u="none" strike="noStrike" kern="1200" baseline="0" dirty="0">
                <a:solidFill>
                  <a:srgbClr val="003399"/>
                </a:solidFill>
                <a:latin typeface="Avenir Next LT Pro" panose="020B0504020202020204" pitchFamily="34" charset="0"/>
              </a:rPr>
              <a:t>W+ Pepsi Max </a:t>
            </a:r>
            <a:r>
              <a:rPr lang="en-US" dirty="0"/>
              <a:t>(N = 266)</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739164EB-8ECA-4E8C-BA0B-E75A98B39EC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D5944C10-0602-4023-9E10-A29E4D3AAD4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1291C540-520B-4265-A4F5-3400CACA8431}"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DF305337-48B2-4501-86CF-59FFBC8ADF7F}"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02D10990-D1D0-4824-AD2B-04A08460660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DA77F0F7-17CF-466C-8422-0EF328A2AEDD}"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AC693590-551B-4292-B225-C5644B4B1AA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2F53A43C-0E5F-4678-8881-58C7E6E115C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23B04B1D-4828-4CF1-8D6D-64336941B09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DC088735-AE59-465E-A77C-82FCBCDA5BBE}"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F91321C7-7B5B-4672-93C3-5EBED04827A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0C2F4A8B-E3FE-436D-A536-5CA753308CB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024988AC-CE50-4CFE-86F9-A2856E335DA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39CDE0F4-0CD6-4A1C-B832-5059369C98C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3399"/>
                </a:solidFill>
                <a:latin typeface="Avenir Next LT Pro" panose="020B0504020202020204" pitchFamily="34" charset="0"/>
              </a:rPr>
              <a:t>W+ Pepsi Max </a:t>
            </a:r>
            <a:r>
              <a:rPr lang="en-US" dirty="0"/>
              <a:t>(N = 272)</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781E7DF8-E999-4126-92CD-D38D0360D853}"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F2371F31-7CC8-4B0A-ACD1-7B53AF24E822}"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74AE531C-4747-4322-8736-6B54433D987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555E5F21-581C-41D7-A229-976B27791F90}"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E80B1988-1804-4619-9B73-C2E7BD913B5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A8F4711E-C26F-4933-8EB5-2D62BF7021F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C9256533-7765-4A05-A487-81CE8D7C2D4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817E7B25-7BFF-4BFB-B476-3BD992361CC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11F82D6F-8E29-4C6A-8A9C-96489511840B}"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05A45611-07DC-4710-BB19-2B57ABAFF9A3}"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5C584ECF-EDDD-4AB3-98C5-18C83E5919A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143E5E9E-2148-4958-B2E7-3BB9BE3B6226}"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3A410EE4-E5AA-4479-84E9-0ADA8C98156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E1D67673-2D61-4CB3-AD59-067BDB76F877}"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3399"/>
                </a:solidFill>
                <a:latin typeface="Avenir Next LT Pro" panose="020B0504020202020204" pitchFamily="34" charset="0"/>
              </a:rPr>
              <a:t>W+ Pepsi Max </a:t>
            </a:r>
            <a:r>
              <a:rPr lang="en-US" dirty="0"/>
              <a:t>(N = 264)</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75EE48BF-D405-4AA0-9558-384080C1F476}"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5F280BA7-9C31-4FE6-821E-073AC1413A0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1949A575-3503-4C1E-B910-86B1C932F6CE}"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3399"/>
                </a:solidFill>
                <a:latin typeface="Avenir Next LT Pro" panose="020B0504020202020204" pitchFamily="34" charset="0"/>
              </a:rPr>
              <a:t>W+ Pepsi Max </a:t>
            </a:r>
            <a:r>
              <a:rPr lang="en-US" dirty="0"/>
              <a:t>(N = 275)</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4DDFDA3F-1F93-4B75-9BE7-B47ABF1430EE}"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0E62FE31-008F-4D25-9F01-0D81AC06430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5F081DDC-3C51-470C-9B52-B10619B94846}"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168)</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0.69047999999999998</c:v>
                </c:pt>
                <c:pt idx="1">
                  <c:v>0.61309999999999998</c:v>
                </c:pt>
                <c:pt idx="2">
                  <c:v>0.59523999999999999</c:v>
                </c:pt>
                <c:pt idx="3">
                  <c:v>0.59523999999999999</c:v>
                </c:pt>
                <c:pt idx="4">
                  <c:v>0.70833000000000002</c:v>
                </c:pt>
                <c:pt idx="5">
                  <c:v>0.81547999999999998</c:v>
                </c:pt>
                <c:pt idx="6">
                  <c:v>0.61904999999999999</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161)</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0.71428999999999998</c:v>
                </c:pt>
                <c:pt idx="1">
                  <c:v>0.60870000000000002</c:v>
                </c:pt>
                <c:pt idx="2">
                  <c:v>0.57764000000000004</c:v>
                </c:pt>
                <c:pt idx="3">
                  <c:v>0.63353999999999999</c:v>
                </c:pt>
                <c:pt idx="4">
                  <c:v>0.72671000000000008</c:v>
                </c:pt>
                <c:pt idx="5">
                  <c:v>0.75155000000000005</c:v>
                </c:pt>
                <c:pt idx="6">
                  <c:v>0.59627000000000008</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158)</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0.68986999999999998</c:v>
                </c:pt>
                <c:pt idx="1">
                  <c:v>0.63290999999999997</c:v>
                </c:pt>
                <c:pt idx="2">
                  <c:v>0.60758999999999996</c:v>
                </c:pt>
                <c:pt idx="3">
                  <c:v>0.65822999999999998</c:v>
                </c:pt>
                <c:pt idx="4">
                  <c:v>0.72152000000000005</c:v>
                </c:pt>
                <c:pt idx="5">
                  <c:v>0.77847999999999995</c:v>
                </c:pt>
                <c:pt idx="6">
                  <c:v>0.64556999999999998</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158)</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0.68986999999999998</c:v>
                </c:pt>
                <c:pt idx="1">
                  <c:v>0.55063000000000006</c:v>
                </c:pt>
                <c:pt idx="2">
                  <c:v>0.53796999999999995</c:v>
                </c:pt>
                <c:pt idx="3">
                  <c:v>0.56962000000000002</c:v>
                </c:pt>
                <c:pt idx="4">
                  <c:v>0.7151900000000001</c:v>
                </c:pt>
                <c:pt idx="5">
                  <c:v>0.76581999999999995</c:v>
                </c:pt>
                <c:pt idx="6">
                  <c:v>0.54430000000000001</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600" b="1" i="0" u="none" strike="noStrike" kern="1200" cap="none" spc="0" normalizeH="0" baseline="0" noProof="0" dirty="0">
                <a:ln>
                  <a:noFill/>
                </a:ln>
                <a:solidFill>
                  <a:srgbClr val="FFCC00"/>
                </a:solidFill>
                <a:effectLst/>
                <a:uLnTx/>
                <a:uFillTx/>
                <a:latin typeface="Avenir Next LT Pro" panose="020B0504020202020204" pitchFamily="34" charset="0"/>
              </a:rPr>
              <a:t>1-3x M Pepsi Max </a:t>
            </a:r>
            <a:r>
              <a:rPr lang="en-US" dirty="0"/>
              <a:t>(N = 168)</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904F478D-0AA5-4287-AAF8-EC07E52E70F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18E8943C-7F77-4077-B27F-A48240549CC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39E29242-273E-4F17-813B-35F27725BBF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123080E5-9E29-42BB-973E-2BD4039CFD4B}"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900C57DC-9455-41D6-8FF4-909FCB1D021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4B84A37D-FD8E-4761-8726-7048B41A6844}"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AEFB8924-30B2-4B87-861B-CD65B8A1CF9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243020EF-FBEA-457C-A2B0-5928C78381D2}"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F92DEF2E-4C39-4BE1-A183-75B3660DE5E8}"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D85A7941-3A05-4E53-B6A4-41FF33A5269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E8DA5F7D-2B9D-442B-95BE-7FE4633E217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F9AB0123-89B0-4B8C-87DF-4171992302B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95C8F176-0782-4A40-AA52-2C83542CBF5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7AC9179B-88A7-47E7-97C1-E799FFAD7FA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rPr>
              <a:t>1-3x M Pepsi Max </a:t>
            </a:r>
            <a:r>
              <a:rPr lang="en-US" dirty="0"/>
              <a:t>(N = 161)</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888B3A1F-953C-4DA0-8F23-1160CFF3A21F}"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447D232E-A152-47AC-B3DA-0A04CF9D50B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C9BE26AC-FF41-48C1-9A24-2B9F3DAA9AAE}"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1B8BEB98-2661-4A7E-ABD9-E0596E28AD77}"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47A9C04B-FDCC-47DE-B443-0DA0D6A7F87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DE4774BC-DA8B-4E54-B9C8-882C08B5F50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AED1268B-6863-4C8A-8D34-348A3233FFA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DB6BE8CA-E00C-4D44-94C5-16A52FF42A5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B3506DA5-97B2-4677-A5A5-D50DBA1EC7A7}"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42FB9957-FCBC-4584-99CC-35F72F2BAD44}"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007539BC-56BE-428C-8F4B-F349CB8D394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0893E252-3F80-43E6-91FD-2EC1191B6A5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D5E81C62-F3FE-4665-9F2C-AE2DCD8B846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0CF139B8-858B-4081-8BD1-8449FC5646F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rPr>
              <a:t>1-3x M Pepsi Max </a:t>
            </a:r>
            <a:r>
              <a:rPr lang="en-US" dirty="0"/>
              <a:t>(N = 158)</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8A6BBDB3-A8C7-4EB8-B58D-2084D0B4B3D5}"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B8F9A545-D940-4784-B676-58F77EF8BFC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FD968C64-596E-4A9A-B3DB-43495EF28381}"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rPr>
              <a:t>1-3x M Pepsi Max </a:t>
            </a:r>
            <a:r>
              <a:rPr lang="en-US" dirty="0"/>
              <a:t>(N = 158)</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7437058B-A3C3-4C3E-A62C-A22387ED71F9}"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04A70A9A-FB66-40DF-B606-76DF856E9EA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AF83CE5D-BE73-45AD-8119-435B3564148F}"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0.47743999999999998</c:v>
                </c:pt>
                <c:pt idx="1">
                  <c:v>0.5</c:v>
                </c:pt>
                <c:pt idx="2">
                  <c:v>0.45455000000000001</c:v>
                </c:pt>
                <c:pt idx="3">
                  <c:v>0.51636000000000004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0.39097999999999999</c:v>
                </c:pt>
                <c:pt idx="1">
                  <c:v>0.35661999999999999</c:v>
                </c:pt>
                <c:pt idx="2">
                  <c:v>0.39773000000000003</c:v>
                </c:pt>
                <c:pt idx="3">
                  <c:v>0.35636000000000001</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0.13158</c:v>
                </c:pt>
                <c:pt idx="1">
                  <c:v>0.14337999999999998</c:v>
                </c:pt>
                <c:pt idx="2">
                  <c:v>0.14773</c:v>
                </c:pt>
                <c:pt idx="3">
                  <c:v>0.12726999999999999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0.52381</c:v>
                </c:pt>
                <c:pt idx="1">
                  <c:v>0.46584000000000003</c:v>
                </c:pt>
                <c:pt idx="2">
                  <c:v>0.48100999999999999</c:v>
                </c:pt>
                <c:pt idx="3">
                  <c:v>0.51266</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0.33332999999999996</c:v>
                </c:pt>
                <c:pt idx="1">
                  <c:v>0.39130000000000004</c:v>
                </c:pt>
                <c:pt idx="2">
                  <c:v>0.39872999999999997</c:v>
                </c:pt>
                <c:pt idx="3">
                  <c:v>0.37341999999999997</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0.14285999999999999</c:v>
                </c:pt>
                <c:pt idx="1">
                  <c:v>0.14285999999999999</c:v>
                </c:pt>
                <c:pt idx="2">
                  <c:v>0.12025000000000001</c:v>
                </c:pt>
                <c:pt idx="3">
                  <c:v>0.11391999999999999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0.48496</c:v>
                </c:pt>
                <c:pt idx="1">
                  <c:v>0.49631999999999998</c:v>
                </c:pt>
                <c:pt idx="2">
                  <c:v>0.44697000000000003</c:v>
                </c:pt>
                <c:pt idx="3">
                  <c:v>0.51636000000000004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0.39473999999999998</c:v>
                </c:pt>
                <c:pt idx="1">
                  <c:v>0.36765000000000003</c:v>
                </c:pt>
                <c:pt idx="2">
                  <c:v>0.41667000000000004</c:v>
                </c:pt>
                <c:pt idx="3">
                  <c:v>0.34909000000000001</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0.12029999999999999</c:v>
                </c:pt>
                <c:pt idx="1">
                  <c:v>0.13602999999999998</c:v>
                </c:pt>
                <c:pt idx="2">
                  <c:v>0.13635999999999998</c:v>
                </c:pt>
                <c:pt idx="3">
                  <c:v>0.13455</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0.53571000000000002</c:v>
                </c:pt>
                <c:pt idx="1">
                  <c:v>0.43478</c:v>
                </c:pt>
                <c:pt idx="2">
                  <c:v>0.44936999999999999</c:v>
                </c:pt>
                <c:pt idx="3">
                  <c:v>0.50633000000000006</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0.33332999999999996</c:v>
                </c:pt>
                <c:pt idx="1">
                  <c:v>0.41615000000000002</c:v>
                </c:pt>
                <c:pt idx="2">
                  <c:v>0.43037999999999998</c:v>
                </c:pt>
                <c:pt idx="3">
                  <c:v>0.37975000000000003</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0.13095000000000001</c:v>
                </c:pt>
                <c:pt idx="1">
                  <c:v>0.14907000000000001</c:v>
                </c:pt>
                <c:pt idx="2">
                  <c:v>0.12025000000000001</c:v>
                </c:pt>
                <c:pt idx="3">
                  <c:v>0.11391999999999999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0.5</c:v>
                </c:pt>
                <c:pt idx="1">
                  <c:v>0.49631999999999998</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0.35661999999999999</c:v>
                </c:pt>
                <c:pt idx="1">
                  <c:v>0.36765000000000003</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0.14337999999999998</c:v>
                </c:pt>
                <c:pt idx="1">
                  <c:v>0.13602999999999998</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0.47743999999999998</c:v>
                </c:pt>
                <c:pt idx="1">
                  <c:v>0.48496</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0.39097999999999999</c:v>
                </c:pt>
                <c:pt idx="1">
                  <c:v>0.39473999999999998</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0.13158</c:v>
                </c:pt>
                <c:pt idx="1">
                  <c:v>0.12029999999999999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0.45455000000000001</c:v>
                </c:pt>
                <c:pt idx="1">
                  <c:v>0.44697000000000003</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0.39773000000000003</c:v>
                </c:pt>
                <c:pt idx="1">
                  <c:v>0.41667000000000004</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0.14773</c:v>
                </c:pt>
                <c:pt idx="1">
                  <c:v>0.13635999999999998</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0.51636000000000004</c:v>
                </c:pt>
                <c:pt idx="1">
                  <c:v>0.51636000000000004</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0.35636000000000001</c:v>
                </c:pt>
                <c:pt idx="1">
                  <c:v>0.34909000000000001</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0.12726999999999999</c:v>
                </c:pt>
                <c:pt idx="1">
                  <c:v>0.13455</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0.46584000000000003</c:v>
                </c:pt>
                <c:pt idx="1">
                  <c:v>0.43478</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0.39130000000000004</c:v>
                </c:pt>
                <c:pt idx="1">
                  <c:v>0.41615000000000002</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0.14285999999999999</c:v>
                </c:pt>
                <c:pt idx="1">
                  <c:v>0.14907000000000001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0.52381</c:v>
                </c:pt>
                <c:pt idx="1">
                  <c:v>0.53571000000000002</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0.33332999999999996</c:v>
                </c:pt>
                <c:pt idx="1">
                  <c:v>0.33332999999999996</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0.14285999999999999</c:v>
                </c:pt>
                <c:pt idx="1">
                  <c:v>0.13095000000000001</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0.48100999999999999</c:v>
                </c:pt>
                <c:pt idx="1">
                  <c:v>0.44936999999999999</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0.39872999999999997</c:v>
                </c:pt>
                <c:pt idx="1">
                  <c:v>0.43037999999999998</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0.12025000000000001</c:v>
                </c:pt>
                <c:pt idx="1">
                  <c:v>0.12025000000000001</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0.51266</c:v>
                </c:pt>
                <c:pt idx="1">
                  <c:v>0.50633000000000006</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0.37341999999999997</c:v>
                </c:pt>
                <c:pt idx="1">
                  <c:v>0.37975000000000003</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0.11391999999999999</c:v>
                </c:pt>
                <c:pt idx="1">
                  <c:v>0.11391999999999999</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5.2629999999999996E-2</c:v>
                </c:pt>
                <c:pt idx="1">
                  <c:v>9.1910000000000006E-2</c:v>
                </c:pt>
                <c:pt idx="2">
                  <c:v>6.0609999999999997E-2</c:v>
                </c:pt>
                <c:pt idx="3">
                  <c:v>8.3640000000000006E-2</c:v>
                </c:pt>
              </c:numCache>
            </c:numRef>
          </c:val>
          <c:extLst>
            <c:ext xmlns:c16="http://schemas.microsoft.com/office/drawing/2014/chart" uri="{C3380CC4-5D6E-409C-BE32-E72D297353CC}">
              <c16:uniqueId val="{00000000-D359-4115-AE1D-8737424E2543}"/>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0.17293</c:v>
                </c:pt>
                <c:pt idx="1">
                  <c:v>9.1910000000000006E-2</c:v>
                </c:pt>
                <c:pt idx="2">
                  <c:v>9.4700000000000006E-2</c:v>
                </c:pt>
                <c:pt idx="3">
                  <c:v>0.10909000000000001</c:v>
                </c:pt>
              </c:numCache>
            </c:numRef>
          </c:val>
          <c:extLst>
            <c:ext xmlns:c16="http://schemas.microsoft.com/office/drawing/2014/chart" uri="{C3380CC4-5D6E-409C-BE32-E72D297353CC}">
              <c16:uniqueId val="{00000001-D359-4115-AE1D-8737424E2543}"/>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0.17293</c:v>
                </c:pt>
                <c:pt idx="1">
                  <c:v>0.20221</c:v>
                </c:pt>
                <c:pt idx="2">
                  <c:v>0.18181999999999998</c:v>
                </c:pt>
                <c:pt idx="3">
                  <c:v>0.21454999999999999</c:v>
                </c:pt>
              </c:numCache>
            </c:numRef>
          </c:val>
          <c:extLst>
            <c:ext xmlns:c16="http://schemas.microsoft.com/office/drawing/2014/chart" uri="{C3380CC4-5D6E-409C-BE32-E72D297353CC}">
              <c16:uniqueId val="{00000002-D359-4115-AE1D-8737424E2543}"/>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Sheet1!$B$5:$E$5</c:f>
              <c:numCache>
                <c:formatCode>0%</c:formatCode>
                <c:ptCount val="4"/>
                <c:pt idx="0">
                  <c:v>0.29322999999999999</c:v>
                </c:pt>
                <c:pt idx="1">
                  <c:v>0.3125</c:v>
                </c:pt>
                <c:pt idx="2">
                  <c:v>0.36363999999999996</c:v>
                </c:pt>
                <c:pt idx="3">
                  <c:v>0.27635999999999999</c:v>
                </c:pt>
              </c:numCache>
            </c:numRef>
          </c:val>
          <c:extLst>
            <c:ext xmlns:c16="http://schemas.microsoft.com/office/drawing/2014/chart" uri="{C3380CC4-5D6E-409C-BE32-E72D297353CC}">
              <c16:uniqueId val="{00000003-D359-4115-AE1D-8737424E2543}"/>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Sheet1!$B$6:$E$6</c:f>
              <c:numCache>
                <c:formatCode>0%</c:formatCode>
                <c:ptCount val="4"/>
                <c:pt idx="0">
                  <c:v>0.30827000000000004</c:v>
                </c:pt>
                <c:pt idx="1">
                  <c:v>0.30146999999999996</c:v>
                </c:pt>
                <c:pt idx="2">
                  <c:v>0.29924000000000001</c:v>
                </c:pt>
                <c:pt idx="3">
                  <c:v>0.31635999999999997</c:v>
                </c:pt>
              </c:numCache>
            </c:numRef>
          </c:val>
          <c:extLst>
            <c:ext xmlns:c16="http://schemas.microsoft.com/office/drawing/2014/chart" uri="{C3380CC4-5D6E-409C-BE32-E72D297353CC}">
              <c16:uniqueId val="{00000004-D359-4115-AE1D-8737424E2543}"/>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5.9519999999999997E-2</c:v>
                </c:pt>
                <c:pt idx="1">
                  <c:v>7.4529999999999999E-2</c:v>
                </c:pt>
                <c:pt idx="2">
                  <c:v>6.3289999999999999E-2</c:v>
                </c:pt>
                <c:pt idx="3">
                  <c:v>0.10759000000000001</c:v>
                </c:pt>
              </c:numCache>
            </c:numRef>
          </c:val>
          <c:extLst>
            <c:ext xmlns:c16="http://schemas.microsoft.com/office/drawing/2014/chart" uri="{C3380CC4-5D6E-409C-BE32-E72D297353CC}">
              <c16:uniqueId val="{00000000-2D19-432E-8625-E1361899693D}"/>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0.16071000000000002</c:v>
                </c:pt>
                <c:pt idx="1">
                  <c:v>9.938000000000001E-2</c:v>
                </c:pt>
                <c:pt idx="2">
                  <c:v>8.2279999999999992E-2</c:v>
                </c:pt>
                <c:pt idx="3">
                  <c:v>0.14557</c:v>
                </c:pt>
              </c:numCache>
            </c:numRef>
          </c:val>
          <c:extLst>
            <c:ext xmlns:c16="http://schemas.microsoft.com/office/drawing/2014/chart" uri="{C3380CC4-5D6E-409C-BE32-E72D297353CC}">
              <c16:uniqueId val="{00000001-2D19-432E-8625-E1361899693D}"/>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0.20832999999999999</c:v>
                </c:pt>
                <c:pt idx="1">
                  <c:v>0.16769999999999999</c:v>
                </c:pt>
                <c:pt idx="2">
                  <c:v>0.22152000000000002</c:v>
                </c:pt>
                <c:pt idx="3">
                  <c:v>0.20252999999999999</c:v>
                </c:pt>
              </c:numCache>
            </c:numRef>
          </c:val>
          <c:extLst>
            <c:ext xmlns:c16="http://schemas.microsoft.com/office/drawing/2014/chart" uri="{C3380CC4-5D6E-409C-BE32-E72D297353CC}">
              <c16:uniqueId val="{00000002-2D19-432E-8625-E1361899693D}"/>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Sheet1!$B$5:$E$5</c:f>
              <c:numCache>
                <c:formatCode>0%</c:formatCode>
                <c:ptCount val="4"/>
                <c:pt idx="0">
                  <c:v>0.33929000000000004</c:v>
                </c:pt>
                <c:pt idx="1">
                  <c:v>0.32918999999999998</c:v>
                </c:pt>
                <c:pt idx="2">
                  <c:v>0.36076000000000003</c:v>
                </c:pt>
                <c:pt idx="3">
                  <c:v>0.25949</c:v>
                </c:pt>
              </c:numCache>
            </c:numRef>
          </c:val>
          <c:extLst>
            <c:ext xmlns:c16="http://schemas.microsoft.com/office/drawing/2014/chart" uri="{C3380CC4-5D6E-409C-BE32-E72D297353CC}">
              <c16:uniqueId val="{00000003-2D19-432E-8625-E1361899693D}"/>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Sheet1!$B$6:$E$6</c:f>
              <c:numCache>
                <c:formatCode>0%</c:formatCode>
                <c:ptCount val="4"/>
                <c:pt idx="0">
                  <c:v>0.23213999999999999</c:v>
                </c:pt>
                <c:pt idx="1">
                  <c:v>0.32918999999999998</c:v>
                </c:pt>
                <c:pt idx="2">
                  <c:v>0.27215</c:v>
                </c:pt>
                <c:pt idx="3">
                  <c:v>0.28481000000000001</c:v>
                </c:pt>
              </c:numCache>
            </c:numRef>
          </c:val>
          <c:extLst>
            <c:ext xmlns:c16="http://schemas.microsoft.com/office/drawing/2014/chart" uri="{C3380CC4-5D6E-409C-BE32-E72D297353CC}">
              <c16:uniqueId val="{00000004-2D19-432E-8625-E1361899693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0.37969999999999998</c:v>
                </c:pt>
                <c:pt idx="1">
                  <c:v>0.41543999999999998</c:v>
                </c:pt>
                <c:pt idx="2">
                  <c:v>0.40909000000000001</c:v>
                </c:pt>
                <c:pt idx="3">
                  <c:v>0.41818</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0.27444000000000002</c:v>
                </c:pt>
                <c:pt idx="1">
                  <c:v>0.21324000000000001</c:v>
                </c:pt>
                <c:pt idx="2">
                  <c:v>0.22727</c:v>
                </c:pt>
                <c:pt idx="3">
                  <c:v>0.24726999999999999</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0.34586</c:v>
                </c:pt>
                <c:pt idx="1">
                  <c:v>0.37131999999999998</c:v>
                </c:pt>
                <c:pt idx="2">
                  <c:v>0.36363999999999996</c:v>
                </c:pt>
                <c:pt idx="3">
                  <c:v>0.33454999999999996</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0.44048000000000004</c:v>
                </c:pt>
                <c:pt idx="1">
                  <c:v>0.36024999999999996</c:v>
                </c:pt>
                <c:pt idx="2">
                  <c:v>0.39240999999999998</c:v>
                </c:pt>
                <c:pt idx="3">
                  <c:v>0.43037999999999998</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0.29167000000000004</c:v>
                </c:pt>
                <c:pt idx="1">
                  <c:v>0.30435000000000001</c:v>
                </c:pt>
                <c:pt idx="2">
                  <c:v>0.32278000000000001</c:v>
                </c:pt>
                <c:pt idx="3">
                  <c:v>0.25949</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0.26785999999999999</c:v>
                </c:pt>
                <c:pt idx="1">
                  <c:v>0.33539999999999998</c:v>
                </c:pt>
                <c:pt idx="2">
                  <c:v>0.28481000000000001</c:v>
                </c:pt>
                <c:pt idx="3">
                  <c:v>0.31013000000000002</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0.10901999999999999</c:v>
                </c:pt>
                <c:pt idx="1">
                  <c:v>0.13602999999999998</c:v>
                </c:pt>
                <c:pt idx="2">
                  <c:v>0.11364</c:v>
                </c:pt>
                <c:pt idx="3">
                  <c:v>0.14545</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8.6470000000000005E-2</c:v>
                </c:pt>
                <c:pt idx="1">
                  <c:v>6.25E-2</c:v>
                </c:pt>
                <c:pt idx="2">
                  <c:v>6.8179999999999991E-2</c:v>
                </c:pt>
                <c:pt idx="3">
                  <c:v>7.6359999999999997E-2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5.6390000000000003E-2</c:v>
                </c:pt>
                <c:pt idx="1">
                  <c:v>3.6760000000000001E-2</c:v>
                </c:pt>
                <c:pt idx="2">
                  <c:v>2.273E-2</c:v>
                </c:pt>
                <c:pt idx="3">
                  <c:v>5.0910000000000004E-2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Sheet1!$B$5:$E$5</c:f>
              <c:numCache>
                <c:formatCode>0%</c:formatCode>
                <c:ptCount val="4"/>
                <c:pt idx="0">
                  <c:v>0.24812000000000001</c:v>
                </c:pt>
                <c:pt idx="1">
                  <c:v>0.23161999999999999</c:v>
                </c:pt>
                <c:pt idx="2">
                  <c:v>0.28788000000000002</c:v>
                </c:pt>
                <c:pt idx="3">
                  <c:v>0.28364</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Sheet1!$B$6:$E$6</c:f>
              <c:numCache>
                <c:formatCode>0%</c:formatCode>
                <c:ptCount val="4"/>
                <c:pt idx="0">
                  <c:v>0.5</c:v>
                </c:pt>
                <c:pt idx="1">
                  <c:v>0.53308999999999995</c:v>
                </c:pt>
                <c:pt idx="2">
                  <c:v>0.50758000000000003</c:v>
                </c:pt>
                <c:pt idx="3">
                  <c:v>0.44363999999999998</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0.13689999999999999</c:v>
                </c:pt>
                <c:pt idx="1">
                  <c:v>8.6959999999999996E-2</c:v>
                </c:pt>
                <c:pt idx="2">
                  <c:v>8.2279999999999992E-2</c:v>
                </c:pt>
                <c:pt idx="3">
                  <c:v>0.22152000000000002</c:v>
                </c:pt>
              </c:numCache>
            </c:numRef>
          </c:val>
          <c:extLst>
            <c:ext xmlns:c16="http://schemas.microsoft.com/office/drawing/2014/chart" uri="{C3380CC4-5D6E-409C-BE32-E72D297353CC}">
              <c16:uniqueId val="{00000000-6EEE-4939-AB34-3FEF14941A78}"/>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5.357E-2</c:v>
                </c:pt>
                <c:pt idx="1">
                  <c:v>7.4529999999999999E-2</c:v>
                </c:pt>
                <c:pt idx="2">
                  <c:v>8.8610000000000008E-2</c:v>
                </c:pt>
                <c:pt idx="3">
                  <c:v>9.4939999999999997E-2</c:v>
                </c:pt>
              </c:numCache>
            </c:numRef>
          </c:val>
          <c:extLst>
            <c:ext xmlns:c16="http://schemas.microsoft.com/office/drawing/2014/chart" uri="{C3380CC4-5D6E-409C-BE32-E72D297353CC}">
              <c16:uniqueId val="{00000001-6EEE-4939-AB34-3FEF14941A78}"/>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2.3809999999999998E-2</c:v>
                </c:pt>
                <c:pt idx="1">
                  <c:v>3.7269999999999998E-2</c:v>
                </c:pt>
                <c:pt idx="2">
                  <c:v>3.1649999999999998E-2</c:v>
                </c:pt>
                <c:pt idx="3">
                  <c:v>1.899E-2</c:v>
                </c:pt>
              </c:numCache>
            </c:numRef>
          </c:val>
          <c:extLst>
            <c:ext xmlns:c16="http://schemas.microsoft.com/office/drawing/2014/chart" uri="{C3380CC4-5D6E-409C-BE32-E72D297353CC}">
              <c16:uniqueId val="{00000002-6EEE-4939-AB34-3FEF14941A78}"/>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Sheet1!$B$5:$E$5</c:f>
              <c:numCache>
                <c:formatCode>0%</c:formatCode>
                <c:ptCount val="4"/>
                <c:pt idx="0">
                  <c:v>0.29762</c:v>
                </c:pt>
                <c:pt idx="1">
                  <c:v>0.29814000000000002</c:v>
                </c:pt>
                <c:pt idx="2">
                  <c:v>0.25949</c:v>
                </c:pt>
                <c:pt idx="3">
                  <c:v>0.22785</c:v>
                </c:pt>
              </c:numCache>
            </c:numRef>
          </c:val>
          <c:extLst>
            <c:ext xmlns:c16="http://schemas.microsoft.com/office/drawing/2014/chart" uri="{C3380CC4-5D6E-409C-BE32-E72D297353CC}">
              <c16:uniqueId val="{00000003-6EEE-4939-AB34-3FEF14941A78}"/>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Sheet1!$B$6:$E$6</c:f>
              <c:numCache>
                <c:formatCode>0%</c:formatCode>
                <c:ptCount val="4"/>
                <c:pt idx="0">
                  <c:v>0.48810000000000003</c:v>
                </c:pt>
                <c:pt idx="1">
                  <c:v>0.50310999999999995</c:v>
                </c:pt>
                <c:pt idx="2">
                  <c:v>0.53796999999999995</c:v>
                </c:pt>
                <c:pt idx="3">
                  <c:v>0.43670999999999999</c:v>
                </c:pt>
              </c:numCache>
            </c:numRef>
          </c:val>
          <c:extLst>
            <c:ext xmlns:c16="http://schemas.microsoft.com/office/drawing/2014/chart" uri="{C3380CC4-5D6E-409C-BE32-E72D297353CC}">
              <c16:uniqueId val="{00000004-6EEE-4939-AB34-3FEF14941A7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Diet Coke</c:v>
                </c:pt>
              </c:strCache>
            </c:strRef>
          </c:tx>
          <c:spPr>
            <a:solidFill>
              <a:srgbClr val="FFCA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Sheet1!$B$2:$E$2</c:f>
              <c:numCache>
                <c:formatCode>0%</c:formatCode>
                <c:ptCount val="4"/>
                <c:pt idx="0">
                  <c:v>0.20603000000000002</c:v>
                </c:pt>
                <c:pt idx="1">
                  <c:v>0.14904000000000001</c:v>
                </c:pt>
                <c:pt idx="2">
                  <c:v>0.17143</c:v>
                </c:pt>
                <c:pt idx="3">
                  <c:v>0.16</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Coca-Cola Zero Sugar</c:v>
                </c:pt>
              </c:strCache>
            </c:strRef>
          </c:tx>
          <c:spPr>
            <a:solidFill>
              <a:srgbClr val="FF95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Sheet1!$B$3:$E$3</c:f>
              <c:numCache>
                <c:formatCode>0%</c:formatCode>
                <c:ptCount val="4"/>
                <c:pt idx="0">
                  <c:v>0.23617999999999997</c:v>
                </c:pt>
                <c:pt idx="1">
                  <c:v>0.30768999999999996</c:v>
                </c:pt>
                <c:pt idx="2">
                  <c:v>0.22857</c:v>
                </c:pt>
                <c:pt idx="3">
                  <c:v>0.255</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Coca-Cola Original Taste</c:v>
                </c:pt>
              </c:strCache>
            </c:strRef>
          </c:tx>
          <c:spPr>
            <a:solidFill>
              <a:srgbClr val="FF5F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Sheet1!$B$4:$E$4</c:f>
              <c:numCache>
                <c:formatCode>0%</c:formatCode>
                <c:ptCount val="4"/>
                <c:pt idx="0">
                  <c:v>0.21607999999999999</c:v>
                </c:pt>
                <c:pt idx="1">
                  <c:v>0.21635000000000001</c:v>
                </c:pt>
                <c:pt idx="2">
                  <c:v>0.21428999999999998</c:v>
                </c:pt>
                <c:pt idx="3">
                  <c:v>0.17</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Diet Coke</c:v>
                </c:pt>
              </c:strCache>
            </c:strRef>
          </c:tx>
          <c:spPr>
            <a:solidFill>
              <a:srgbClr val="FFCA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Sheet1!$B$2:$E$2</c:f>
              <c:numCache>
                <c:formatCode>0%</c:formatCode>
                <c:ptCount val="4"/>
                <c:pt idx="0">
                  <c:v>0.18939</c:v>
                </c:pt>
                <c:pt idx="1">
                  <c:v>0.18604999999999999</c:v>
                </c:pt>
                <c:pt idx="2">
                  <c:v>0.16667000000000001</c:v>
                </c:pt>
                <c:pt idx="3">
                  <c:v>0.21905000000000002</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Coca-Cola Zero Sugar</c:v>
                </c:pt>
              </c:strCache>
            </c:strRef>
          </c:tx>
          <c:spPr>
            <a:solidFill>
              <a:srgbClr val="FF95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Sheet1!$B$3:$E$3</c:f>
              <c:numCache>
                <c:formatCode>0%</c:formatCode>
                <c:ptCount val="4"/>
                <c:pt idx="0">
                  <c:v>0.23485</c:v>
                </c:pt>
                <c:pt idx="1">
                  <c:v>0.1938</c:v>
                </c:pt>
                <c:pt idx="2">
                  <c:v>0.22222</c:v>
                </c:pt>
                <c:pt idx="3">
                  <c:v>0.21905000000000002</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Coca-Cola Original Taste</c:v>
                </c:pt>
              </c:strCache>
            </c:strRef>
          </c:tx>
          <c:spPr>
            <a:solidFill>
              <a:srgbClr val="FF5F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Sheet1!$B$4:$E$4</c:f>
              <c:numCache>
                <c:formatCode>0%</c:formatCode>
                <c:ptCount val="4"/>
                <c:pt idx="0">
                  <c:v>0.16667000000000001</c:v>
                </c:pt>
                <c:pt idx="1">
                  <c:v>0.22481000000000001</c:v>
                </c:pt>
                <c:pt idx="2">
                  <c:v>0.25396999999999997</c:v>
                </c:pt>
                <c:pt idx="3">
                  <c:v>0.2</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Pepsi Original</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Sheet1!$B$2:$E$2</c:f>
              <c:numCache>
                <c:formatCode>0%</c:formatCode>
                <c:ptCount val="4"/>
                <c:pt idx="0">
                  <c:v>4.5229999999999999E-2</c:v>
                </c:pt>
                <c:pt idx="1">
                  <c:v>7.6920000000000002E-2</c:v>
                </c:pt>
                <c:pt idx="2">
                  <c:v>8.0950000000000008E-2</c:v>
                </c:pt>
                <c:pt idx="3">
                  <c:v>0.09</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Diet Pepsi</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Sheet1!$B$3:$E$3</c:f>
              <c:numCache>
                <c:formatCode>0%</c:formatCode>
                <c:ptCount val="4"/>
                <c:pt idx="0">
                  <c:v>0.14069999999999999</c:v>
                </c:pt>
                <c:pt idx="1">
                  <c:v>0.10577</c:v>
                </c:pt>
                <c:pt idx="2">
                  <c:v>0.15237999999999999</c:v>
                </c:pt>
                <c:pt idx="3">
                  <c:v>0.125</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Pepsi Max</c:v>
                </c:pt>
              </c:strCache>
            </c:strRef>
          </c:tx>
          <c:spPr>
            <a:solidFill>
              <a:srgbClr val="1D9E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Sheet1!$B$4:$E$4</c:f>
              <c:numCache>
                <c:formatCode>0%</c:formatCode>
                <c:ptCount val="4"/>
                <c:pt idx="0">
                  <c:v>0.12563000000000002</c:v>
                </c:pt>
                <c:pt idx="1">
                  <c:v>0.11058</c:v>
                </c:pt>
                <c:pt idx="2">
                  <c:v>0.12381</c:v>
                </c:pt>
                <c:pt idx="3">
                  <c:v>0.17</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Pepsi Original</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Sheet1!$B$2:$E$2</c:f>
              <c:numCache>
                <c:formatCode>0%</c:formatCode>
                <c:ptCount val="4"/>
                <c:pt idx="0">
                  <c:v>8.3330000000000001E-2</c:v>
                </c:pt>
                <c:pt idx="1">
                  <c:v>5.4260000000000003E-2</c:v>
                </c:pt>
                <c:pt idx="2">
                  <c:v>0.11904999999999999</c:v>
                </c:pt>
                <c:pt idx="3">
                  <c:v>5.7140000000000003E-2</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Diet Pepsi</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Sheet1!$B$3:$E$3</c:f>
              <c:numCache>
                <c:formatCode>0%</c:formatCode>
                <c:ptCount val="4"/>
                <c:pt idx="0">
                  <c:v>0.12878999999999999</c:v>
                </c:pt>
                <c:pt idx="1">
                  <c:v>0.11627999999999999</c:v>
                </c:pt>
                <c:pt idx="2">
                  <c:v>0.12698000000000001</c:v>
                </c:pt>
                <c:pt idx="3">
                  <c:v>0.18095</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Pepsi Max</c:v>
                </c:pt>
              </c:strCache>
            </c:strRef>
          </c:tx>
          <c:spPr>
            <a:solidFill>
              <a:srgbClr val="1D9E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Sheet1!$B$4:$E$4</c:f>
              <c:numCache>
                <c:formatCode>0%</c:formatCode>
                <c:ptCount val="4"/>
                <c:pt idx="0">
                  <c:v>0.16667000000000001</c:v>
                </c:pt>
                <c:pt idx="1">
                  <c:v>0.1938</c:v>
                </c:pt>
                <c:pt idx="2">
                  <c:v>7.9369999999999996E-2</c:v>
                </c:pt>
                <c:pt idx="3">
                  <c:v>0.10476000000000001</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Sheet1!$B$2:$D$2</c:f>
              <c:numCache>
                <c:formatCode>0%</c:formatCode>
                <c:ptCount val="3"/>
                <c:pt idx="0">
                  <c:v>0.15789</c:v>
                </c:pt>
                <c:pt idx="1">
                  <c:v>0.15441000000000002</c:v>
                </c:pt>
                <c:pt idx="2">
                  <c:v>0.14015</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Sheet1!$B$3:$D$3</c:f>
              <c:numCache>
                <c:formatCode>0%</c:formatCode>
                <c:ptCount val="3"/>
                <c:pt idx="0">
                  <c:v>0.39097999999999999</c:v>
                </c:pt>
                <c:pt idx="1">
                  <c:v>0.38234999999999997</c:v>
                </c:pt>
                <c:pt idx="2">
                  <c:v>0.39773000000000003</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dLbl>
              <c:idx val="0"/>
              <c:tx>
                <c:rich>
                  <a:bodyPr/>
                  <a:lstStyle/>
                  <a:p>
                    <a:fld id="{52CC2148-B0EC-49FB-9919-9DC55AF01087}" type="VALUE">
                      <a:rPr lang="en-US" smtClean="0"/>
                      <a:pPr/>
                      <a:t>[VALUE]</a:t>
                    </a:fld>
                    <a:r>
                      <a:rPr lang="en-US"/>
                      <a:t> </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C624-4DE9-935C-03A69DAF899C}"/>
                </c:ext>
              </c:extLst>
            </c:dLbl>
            <c:dLbl>
              <c:idx val="2"/>
              <c:tx>
                <c:rich>
                  <a:bodyPr/>
                  <a:lstStyle/>
                  <a:p>
                    <a:fld id="{466EE9CF-C33D-4364-8EF2-349DAC3B591F}" type="VALUE">
                      <a:rPr lang="en-US" smtClean="0"/>
                      <a:pPr/>
                      <a:t>[VALUE]</a:t>
                    </a:fld>
                    <a:r>
                      <a:rPr lang="en-US"/>
                      <a:t> </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C624-4DE9-935C-03A69DAF899C}"/>
                </c:ext>
              </c:extLst>
            </c:dLbl>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Sheet1!$B$4:$D$4</c:f>
              <c:numCache>
                <c:formatCode>0%</c:formatCode>
                <c:ptCount val="3"/>
                <c:pt idx="0">
                  <c:v>0.28571000000000002</c:v>
                </c:pt>
                <c:pt idx="1">
                  <c:v>0.30146999999999996</c:v>
                </c:pt>
                <c:pt idx="2">
                  <c:v>0.31818000000000002</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Sheet1!$B$5:$D$5</c:f>
              <c:numCache>
                <c:formatCode>0%</c:formatCode>
                <c:ptCount val="3"/>
                <c:pt idx="0">
                  <c:v>0.16541</c:v>
                </c:pt>
                <c:pt idx="1">
                  <c:v>0.16175999999999999</c:v>
                </c:pt>
                <c:pt idx="2">
                  <c:v>0.14394000000000001</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Sheet1!$B$2:$D$2</c:f>
              <c:numCache>
                <c:formatCode>0%</c:formatCode>
                <c:ptCount val="3"/>
                <c:pt idx="0">
                  <c:v>0.13095000000000001</c:v>
                </c:pt>
                <c:pt idx="1">
                  <c:v>0.14285999999999999</c:v>
                </c:pt>
                <c:pt idx="2">
                  <c:v>0.12025000000000001</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Sheet1!$B$3:$D$3</c:f>
              <c:numCache>
                <c:formatCode>0%</c:formatCode>
                <c:ptCount val="3"/>
                <c:pt idx="0">
                  <c:v>0.49404999999999999</c:v>
                </c:pt>
                <c:pt idx="1">
                  <c:v>0.40372999999999998</c:v>
                </c:pt>
                <c:pt idx="2">
                  <c:v>0.45569999999999999</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Sheet1!$B$4:$D$4</c:f>
              <c:numCache>
                <c:formatCode>0%</c:formatCode>
                <c:ptCount val="3"/>
                <c:pt idx="0">
                  <c:v>0.26190000000000002</c:v>
                </c:pt>
                <c:pt idx="1">
                  <c:v>0.28571000000000002</c:v>
                </c:pt>
                <c:pt idx="2">
                  <c:v>0.26582</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Sheet1!$B$5:$D$5</c:f>
              <c:numCache>
                <c:formatCode>0%</c:formatCode>
                <c:ptCount val="3"/>
                <c:pt idx="0">
                  <c:v>0.11310000000000001</c:v>
                </c:pt>
                <c:pt idx="1">
                  <c:v>0.16769999999999999</c:v>
                </c:pt>
                <c:pt idx="2">
                  <c:v>0.15823000000000001</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Sheet1!$B$2:$D$2</c:f>
              <c:numCache>
                <c:formatCode>0%</c:formatCode>
                <c:ptCount val="3"/>
                <c:pt idx="0">
                  <c:v>0.53571000000000002</c:v>
                </c:pt>
                <c:pt idx="1">
                  <c:v>0.44719999999999999</c:v>
                </c:pt>
                <c:pt idx="2">
                  <c:v>0.47468000000000005</c:v>
                </c:pt>
              </c:numCache>
            </c:numRef>
          </c:val>
          <c:extLst>
            <c:ext xmlns:c16="http://schemas.microsoft.com/office/drawing/2014/chart" uri="{C3380CC4-5D6E-409C-BE32-E72D297353CC}">
              <c16:uniqueId val="{00000000-BC44-4E40-9864-A6FCB0785111}"/>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Sheet1!$B$3:$D$3</c:f>
              <c:numCache>
                <c:formatCode>0%</c:formatCode>
                <c:ptCount val="3"/>
                <c:pt idx="0">
                  <c:v>0.31547999999999998</c:v>
                </c:pt>
                <c:pt idx="1">
                  <c:v>0.35404000000000002</c:v>
                </c:pt>
                <c:pt idx="2">
                  <c:v>0.32911000000000001</c:v>
                </c:pt>
              </c:numCache>
            </c:numRef>
          </c:val>
          <c:extLst>
            <c:ext xmlns:c16="http://schemas.microsoft.com/office/drawing/2014/chart" uri="{C3380CC4-5D6E-409C-BE32-E72D297353CC}">
              <c16:uniqueId val="{00000001-BC44-4E40-9864-A6FCB0785111}"/>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Sheet1!$B$4:$D$4</c:f>
              <c:numCache>
                <c:formatCode>0%</c:formatCode>
                <c:ptCount val="3"/>
                <c:pt idx="0">
                  <c:v>0.14881</c:v>
                </c:pt>
                <c:pt idx="1">
                  <c:v>0.19876000000000002</c:v>
                </c:pt>
                <c:pt idx="2">
                  <c:v>0.19620000000000001</c:v>
                </c:pt>
              </c:numCache>
            </c:numRef>
          </c:val>
          <c:extLst>
            <c:ext xmlns:c16="http://schemas.microsoft.com/office/drawing/2014/chart" uri="{C3380CC4-5D6E-409C-BE32-E72D297353CC}">
              <c16:uniqueId val="{00000002-BC44-4E40-9864-A6FCB0785111}"/>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Sheet1!$B$2:$D$2</c:f>
              <c:numCache>
                <c:formatCode>0%</c:formatCode>
                <c:ptCount val="3"/>
                <c:pt idx="0">
                  <c:v>0.45112999999999998</c:v>
                </c:pt>
                <c:pt idx="1">
                  <c:v>0.46691000000000005</c:v>
                </c:pt>
                <c:pt idx="2">
                  <c:v>0.44317999999999996</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Sheet1!$B$3:$D$3</c:f>
              <c:numCache>
                <c:formatCode>0%</c:formatCode>
                <c:ptCount val="3"/>
                <c:pt idx="0">
                  <c:v>0.33834999999999998</c:v>
                </c:pt>
                <c:pt idx="1">
                  <c:v>0.31984999999999997</c:v>
                </c:pt>
                <c:pt idx="2">
                  <c:v>0.35606000000000004</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Sheet1!$B$4:$D$4</c:f>
              <c:numCache>
                <c:formatCode>0%</c:formatCode>
                <c:ptCount val="3"/>
                <c:pt idx="0">
                  <c:v>0.21052999999999999</c:v>
                </c:pt>
                <c:pt idx="1">
                  <c:v>0.21324000000000001</c:v>
                </c:pt>
                <c:pt idx="2">
                  <c:v>0.20075999999999999</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Sheet1!$B$2:$D$2</c:f>
              <c:numCache>
                <c:formatCode>0%</c:formatCode>
                <c:ptCount val="3"/>
                <c:pt idx="0">
                  <c:v>0.48496</c:v>
                </c:pt>
                <c:pt idx="1">
                  <c:v>0.49631999999999998</c:v>
                </c:pt>
                <c:pt idx="2">
                  <c:v>0.44697000000000003</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dLbl>
              <c:idx val="0"/>
              <c:tx>
                <c:rich>
                  <a:bodyPr/>
                  <a:lstStyle/>
                  <a:p>
                    <a:r>
                      <a:rPr lang="en-US" dirty="0"/>
                      <a:t>50%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37DD-4732-B02B-144F43ED69F7}"/>
                </c:ext>
              </c:extLst>
            </c:dLbl>
            <c:dLbl>
              <c:idx val="1"/>
              <c:tx>
                <c:rich>
                  <a:bodyPr/>
                  <a:lstStyle/>
                  <a:p>
                    <a:r>
                      <a:rPr lang="en-US"/>
                      <a:t>56%</a:t>
                    </a:r>
                    <a:endParaRPr lang="en-US"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37DD-4732-B02B-144F43ED69F7}"/>
                </c:ext>
              </c:extLst>
            </c:dLbl>
            <c:dLbl>
              <c:idx val="2"/>
              <c:tx>
                <c:rich>
                  <a:bodyPr/>
                  <a:lstStyle/>
                  <a:p>
                    <a:r>
                      <a:rPr lang="en-US" dirty="0"/>
                      <a:t>59%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37DD-4732-B02B-144F43ED69F7}"/>
                </c:ext>
              </c:extLst>
            </c:dLbl>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Sheet1!$B$3:$D$3</c:f>
              <c:numCache>
                <c:formatCode>0%</c:formatCode>
                <c:ptCount val="3"/>
                <c:pt idx="0">
                  <c:v>0.39473999999999998</c:v>
                </c:pt>
                <c:pt idx="1">
                  <c:v>0.36765000000000003</c:v>
                </c:pt>
                <c:pt idx="2">
                  <c:v>0.41667000000000004</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Sheet1!$B$4:$D$4</c:f>
              <c:numCache>
                <c:formatCode>0%</c:formatCode>
                <c:ptCount val="3"/>
                <c:pt idx="0">
                  <c:v>0.12029999999999999</c:v>
                </c:pt>
                <c:pt idx="1">
                  <c:v>0.13602999999999998</c:v>
                </c:pt>
                <c:pt idx="2">
                  <c:v>0.13635999999999998</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Sheet1!$B$2:$D$2</c:f>
              <c:numCache>
                <c:formatCode>0%</c:formatCode>
                <c:ptCount val="3"/>
                <c:pt idx="0">
                  <c:v>0.53571000000000002</c:v>
                </c:pt>
                <c:pt idx="1">
                  <c:v>0.43478</c:v>
                </c:pt>
                <c:pt idx="2">
                  <c:v>0.44936999999999999</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Sheet1!$B$3:$D$3</c:f>
              <c:numCache>
                <c:formatCode>0%</c:formatCode>
                <c:ptCount val="3"/>
                <c:pt idx="0">
                  <c:v>0.33332999999999996</c:v>
                </c:pt>
                <c:pt idx="1">
                  <c:v>0.41615000000000002</c:v>
                </c:pt>
                <c:pt idx="2">
                  <c:v>0.43037999999999998</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Sheet1!$B$4:$D$4</c:f>
              <c:numCache>
                <c:formatCode>0%</c:formatCode>
                <c:ptCount val="3"/>
                <c:pt idx="0">
                  <c:v>0.13095000000000001</c:v>
                </c:pt>
                <c:pt idx="1">
                  <c:v>0.14907000000000001</c:v>
                </c:pt>
                <c:pt idx="2">
                  <c:v>0.12025000000000001</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0.16327000000000003</c:v>
                </c:pt>
                <c:pt idx="1">
                  <c:v>9.3329999999999996E-2</c:v>
                </c:pt>
                <c:pt idx="2">
                  <c:v>9.3329999999999996E-2</c:v>
                </c:pt>
                <c:pt idx="3">
                  <c:v>0.16667000000000001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0.40136000000000005</c:v>
                </c:pt>
                <c:pt idx="1">
                  <c:v>0.40667000000000003</c:v>
                </c:pt>
                <c:pt idx="2">
                  <c:v>0.44</c:v>
                </c:pt>
                <c:pt idx="3">
                  <c:v>0.36110999999999999</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0.29252</c:v>
                </c:pt>
                <c:pt idx="1">
                  <c:v>0.37333</c:v>
                </c:pt>
                <c:pt idx="2">
                  <c:v>0.37333</c:v>
                </c:pt>
                <c:pt idx="3">
                  <c:v>0.34027999999999997</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Sheet1!$B$5:$E$5</c:f>
              <c:numCache>
                <c:formatCode>0%</c:formatCode>
                <c:ptCount val="4"/>
                <c:pt idx="0">
                  <c:v>0.14285999999999999</c:v>
                </c:pt>
                <c:pt idx="1">
                  <c:v>0.12667</c:v>
                </c:pt>
                <c:pt idx="2">
                  <c:v>9.3329999999999996E-2</c:v>
                </c:pt>
                <c:pt idx="3">
                  <c:v>0.13194</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0.18367</c:v>
                </c:pt>
                <c:pt idx="1">
                  <c:v>0.12</c:v>
                </c:pt>
                <c:pt idx="2">
                  <c:v>0.12</c:v>
                </c:pt>
                <c:pt idx="3">
                  <c:v>0.18056</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0.44218000000000002</c:v>
                </c:pt>
                <c:pt idx="1">
                  <c:v>0.43332999999999999</c:v>
                </c:pt>
                <c:pt idx="2">
                  <c:v>0.42666999999999999</c:v>
                </c:pt>
                <c:pt idx="3">
                  <c:v>0.38194</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0.23809999999999998</c:v>
                </c:pt>
                <c:pt idx="1">
                  <c:v>0.32</c:v>
                </c:pt>
                <c:pt idx="2">
                  <c:v>0.31333</c:v>
                </c:pt>
                <c:pt idx="3">
                  <c:v>0.30556</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Sheet1!$B$5:$E$5</c:f>
              <c:numCache>
                <c:formatCode>0%</c:formatCode>
                <c:ptCount val="4"/>
                <c:pt idx="0">
                  <c:v>0.13605</c:v>
                </c:pt>
                <c:pt idx="1">
                  <c:v>0.12667</c:v>
                </c:pt>
                <c:pt idx="2">
                  <c:v>0.14000000000000001</c:v>
                </c:pt>
                <c:pt idx="3">
                  <c:v>0.13194</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9.3329999999999996E-2</c:v>
                </c:pt>
                <c:pt idx="1">
                  <c:v>0.12</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0.40667000000000003</c:v>
                </c:pt>
                <c:pt idx="1">
                  <c:v>0.43332999999999999</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0.37333</c:v>
                </c:pt>
                <c:pt idx="1">
                  <c:v>0.32</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0.12667</c:v>
                </c:pt>
                <c:pt idx="1">
                  <c:v>0.12667</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0.16327000000000003</c:v>
                </c:pt>
                <c:pt idx="1">
                  <c:v>0.18367</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0.40136000000000005</c:v>
                </c:pt>
                <c:pt idx="1">
                  <c:v>0.44218000000000002</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0.29252</c:v>
                </c:pt>
                <c:pt idx="1">
                  <c:v>0.23809999999999998</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0.14285999999999999</c:v>
                </c:pt>
                <c:pt idx="1">
                  <c:v>0.13605</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9.3329999999999996E-2</c:v>
                </c:pt>
                <c:pt idx="1">
                  <c:v>0.12</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0.44</c:v>
                </c:pt>
                <c:pt idx="1">
                  <c:v>0.42666999999999999</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0.37333</c:v>
                </c:pt>
                <c:pt idx="1">
                  <c:v>0.31333</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9.3329999999999996E-2</c:v>
                </c:pt>
                <c:pt idx="1">
                  <c:v>0.14000000000000001</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0.16667000000000001</c:v>
                </c:pt>
                <c:pt idx="1">
                  <c:v>0.18056</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0.36110999999999999</c:v>
                </c:pt>
                <c:pt idx="1">
                  <c:v>0.38194</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0.34027999999999997</c:v>
                </c:pt>
                <c:pt idx="1">
                  <c:v>0.30556</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0.13194</c:v>
                </c:pt>
                <c:pt idx="1">
                  <c:v>0.13194</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0.51700999999999997</c:v>
                </c:pt>
                <c:pt idx="1">
                  <c:v>0.46667000000000003</c:v>
                </c:pt>
                <c:pt idx="2">
                  <c:v>0.44</c:v>
                </c:pt>
                <c:pt idx="3">
                  <c:v>0.52083000000000002</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0.32652999999999999</c:v>
                </c:pt>
                <c:pt idx="1">
                  <c:v>0.35332999999999998</c:v>
                </c:pt>
                <c:pt idx="2">
                  <c:v>0.4</c:v>
                </c:pt>
                <c:pt idx="3">
                  <c:v>0.27082999999999996</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0.15646000000000002</c:v>
                </c:pt>
                <c:pt idx="1">
                  <c:v>0.18</c:v>
                </c:pt>
                <c:pt idx="2">
                  <c:v>0.16</c:v>
                </c:pt>
                <c:pt idx="3">
                  <c:v>0.20832999999999999</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147)</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0.7210899999999999</c:v>
                </c:pt>
                <c:pt idx="1">
                  <c:v>0.61224000000000001</c:v>
                </c:pt>
                <c:pt idx="2">
                  <c:v>0.59183999999999992</c:v>
                </c:pt>
                <c:pt idx="3">
                  <c:v>0.65305999999999997</c:v>
                </c:pt>
                <c:pt idx="4">
                  <c:v>0.7210899999999999</c:v>
                </c:pt>
                <c:pt idx="5">
                  <c:v>0.78230999999999995</c:v>
                </c:pt>
                <c:pt idx="6">
                  <c:v>0.66666999999999998</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150)</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0.71333000000000002</c:v>
                </c:pt>
                <c:pt idx="1">
                  <c:v>0.67332999999999998</c:v>
                </c:pt>
                <c:pt idx="2">
                  <c:v>0.65332999999999997</c:v>
                </c:pt>
                <c:pt idx="3">
                  <c:v>0.68</c:v>
                </c:pt>
                <c:pt idx="4">
                  <c:v>0.74667000000000006</c:v>
                </c:pt>
                <c:pt idx="5">
                  <c:v>0.84</c:v>
                </c:pt>
                <c:pt idx="6">
                  <c:v>0.68667</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150)</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c:v>
                </c:pt>
                <c:pt idx="1">
                  <c:v>0.68667</c:v>
                </c:pt>
                <c:pt idx="2">
                  <c:v>0.66</c:v>
                </c:pt>
                <c:pt idx="3">
                  <c:v>0.65332999999999997</c:v>
                </c:pt>
                <c:pt idx="4">
                  <c:v>0.75332999999999994</c:v>
                </c:pt>
                <c:pt idx="5">
                  <c:v>0.84</c:v>
                </c:pt>
                <c:pt idx="6">
                  <c:v>0.64666999999999997</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144)</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0.73611000000000004</c:v>
                </c:pt>
                <c:pt idx="1">
                  <c:v>0.54860999999999993</c:v>
                </c:pt>
                <c:pt idx="2">
                  <c:v>0.51389000000000007</c:v>
                </c:pt>
                <c:pt idx="3">
                  <c:v>0.63194000000000006</c:v>
                </c:pt>
                <c:pt idx="4">
                  <c:v>0.77778000000000003</c:v>
                </c:pt>
                <c:pt idx="5">
                  <c:v>0.8125</c:v>
                </c:pt>
                <c:pt idx="6">
                  <c:v>0.56944000000000006</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sz="1600" b="1" i="0" u="none" strike="noStrike" kern="1200" baseline="0" dirty="0">
                <a:solidFill>
                  <a:srgbClr val="7030A0"/>
                </a:solidFill>
                <a:latin typeface="Avenir Next LT Pro" panose="020B0504020202020204" pitchFamily="34" charset="0"/>
              </a:rPr>
              <a:t>Neutrals To Cola </a:t>
            </a:r>
            <a:r>
              <a:rPr lang="en-US" dirty="0"/>
              <a:t>(N = 147)</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EC19D7CF-7610-44E1-92DC-D239EC9B617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26A6E675-4673-4E7C-9695-357E76BBC34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3A5E8666-2641-479E-8707-F108A786CDFE}"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E0C19EAA-AE40-4AE0-81DF-EF58167555F5}"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41A359FA-D603-4547-B40B-6995AF5B2E8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C5CF384B-A4A7-4FE4-8DD7-DF1809A44488}"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1515E56F-7BB9-4A55-852B-B075E3E01A6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55A6A7C3-BEBF-4668-89FA-280E75E8E311}"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3DBD64FE-3219-4889-9A9D-8362DEE8D893}"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349178A8-EBE4-4594-8328-DF8CB70C15B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4E598B85-55EA-4FF6-B432-5A3A660161F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FFE6FFB9-0921-4567-B7E9-E5A19658BA7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E1ED17FD-2793-4C27-AF0C-7741A88253B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D0032F2D-6D4A-4CB0-B012-77A5AD3F9C7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7030A0"/>
                </a:solidFill>
                <a:latin typeface="Avenir Next LT Pro" panose="020B0504020202020204" pitchFamily="34" charset="0"/>
              </a:rPr>
              <a:t>Neutrals To Cola </a:t>
            </a:r>
            <a:r>
              <a:rPr lang="en-US" dirty="0"/>
              <a:t>(N = 150)</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88D7BAD4-5BA1-492A-AA9A-1FA335D4A44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2DB4D525-9A79-4262-96DB-9C0A51D1458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0F33AE14-8EB1-4AE1-A30E-39A47BB07A5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DC59AE77-6345-4FCF-8ED9-21C648B2871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01CA7F99-964D-410A-AE96-7DBDB2AB5BE2}"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DB6F680F-0D9F-4426-9919-A1425314A66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D1EE7302-A599-4649-B8A8-DC9E22F571F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D8D4D73D-B77E-4713-A7B0-9B197D3EF74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46924B5D-6FDB-4635-B694-33E657E22C8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98C40103-926D-40CC-8587-2F3B56E69C3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C01253A2-A190-4EAE-89EB-324C6AF09CA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E2564FC4-FE88-428D-BB1F-A4DCA0BC6C6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D9EC0BE6-6D8B-46E4-8F62-E91168FCB66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F5CE4389-B581-429C-81E2-D180383C994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7030A0"/>
                </a:solidFill>
                <a:latin typeface="Avenir Next LT Pro" panose="020B0504020202020204" pitchFamily="34" charset="0"/>
              </a:rPr>
              <a:t>Neutrals To Cola </a:t>
            </a:r>
            <a:r>
              <a:rPr lang="en-US" dirty="0"/>
              <a:t>(N = 150)</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313BF161-F567-408C-A874-58F82DF4BA62}"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B7D21C3B-FABB-4E7E-B17E-0D340B7A0B2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4EA10CBC-B741-4C6B-B077-D48DB8DE5EA7}"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7030A0"/>
                </a:solidFill>
                <a:latin typeface="Avenir Next LT Pro" panose="020B0504020202020204" pitchFamily="34" charset="0"/>
              </a:rPr>
              <a:t>Neutrals To Cola </a:t>
            </a:r>
            <a:r>
              <a:rPr lang="en-US" dirty="0"/>
              <a:t>(N = 144)</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DBBDF360-B881-422C-8900-EABB4BCAE78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FA03F6CF-9958-42F6-A6EA-D286C2BA787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F5197BC0-AF05-402D-A127-A82E305E7B5F}"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0.37414999999999998</c:v>
                </c:pt>
                <c:pt idx="1">
                  <c:v>0.46667000000000003</c:v>
                </c:pt>
                <c:pt idx="2">
                  <c:v>0.42</c:v>
                </c:pt>
                <c:pt idx="3">
                  <c:v>0.44444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0.44898000000000005</c:v>
                </c:pt>
                <c:pt idx="1">
                  <c:v>0.38667000000000001</c:v>
                </c:pt>
                <c:pt idx="2">
                  <c:v>0.43332999999999999</c:v>
                </c:pt>
                <c:pt idx="3">
                  <c:v>0.42360999999999999</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0.17687</c:v>
                </c:pt>
                <c:pt idx="1">
                  <c:v>0.14666999999999999</c:v>
                </c:pt>
                <c:pt idx="2">
                  <c:v>0.14666999999999999</c:v>
                </c:pt>
                <c:pt idx="3">
                  <c:v>0.13194</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0.39456000000000002</c:v>
                </c:pt>
                <c:pt idx="1">
                  <c:v>0.42</c:v>
                </c:pt>
                <c:pt idx="2">
                  <c:v>0.43332999999999999</c:v>
                </c:pt>
                <c:pt idx="3">
                  <c:v>0.44444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0.44218000000000002</c:v>
                </c:pt>
                <c:pt idx="1">
                  <c:v>0.42</c:v>
                </c:pt>
                <c:pt idx="2">
                  <c:v>0.42666999999999999</c:v>
                </c:pt>
                <c:pt idx="3">
                  <c:v>0.4375</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0.16327000000000003</c:v>
                </c:pt>
                <c:pt idx="1">
                  <c:v>0.16</c:v>
                </c:pt>
                <c:pt idx="2">
                  <c:v>0.14000000000000001</c:v>
                </c:pt>
                <c:pt idx="3">
                  <c:v>0.11806</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0.46667000000000003</c:v>
                </c:pt>
                <c:pt idx="1">
                  <c:v>0.42</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0.38667000000000001</c:v>
                </c:pt>
                <c:pt idx="1">
                  <c:v>0.42</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0.14666999999999999</c:v>
                </c:pt>
                <c:pt idx="1">
                  <c:v>0.16</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0.37414999999999998</c:v>
                </c:pt>
                <c:pt idx="1">
                  <c:v>0.39456000000000002</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0.44898000000000005</c:v>
                </c:pt>
                <c:pt idx="1">
                  <c:v>0.44218000000000002</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0.17687</c:v>
                </c:pt>
                <c:pt idx="1">
                  <c:v>0.16327000000000003</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0.42</c:v>
                </c:pt>
                <c:pt idx="1">
                  <c:v>0.43332999999999999</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0.43332999999999999</c:v>
                </c:pt>
                <c:pt idx="1">
                  <c:v>0.42666999999999999</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0.14666999999999999</c:v>
                </c:pt>
                <c:pt idx="1">
                  <c:v>0.14000000000000001</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0.44444</c:v>
                </c:pt>
                <c:pt idx="1">
                  <c:v>0.44444</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0.42360999999999999</c:v>
                </c:pt>
                <c:pt idx="1">
                  <c:v>0.4375</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0.13194</c:v>
                </c:pt>
                <c:pt idx="1">
                  <c:v>0.11806</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0.10884000000000001</c:v>
                </c:pt>
                <c:pt idx="1">
                  <c:v>8.6669999999999997E-2</c:v>
                </c:pt>
                <c:pt idx="2">
                  <c:v>0.08</c:v>
                </c:pt>
                <c:pt idx="3">
                  <c:v>0.10417</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0.13605</c:v>
                </c:pt>
                <c:pt idx="1">
                  <c:v>8.6669999999999997E-2</c:v>
                </c:pt>
                <c:pt idx="2">
                  <c:v>0.08</c:v>
                </c:pt>
                <c:pt idx="3">
                  <c:v>0.15972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0.16327000000000003</c:v>
                </c:pt>
                <c:pt idx="1">
                  <c:v>0.18667</c:v>
                </c:pt>
                <c:pt idx="2">
                  <c:v>0.19332999999999997</c:v>
                </c:pt>
                <c:pt idx="3">
                  <c:v>0.15278</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Sheet1!$B$5:$E$5</c:f>
              <c:numCache>
                <c:formatCode>0%</c:formatCode>
                <c:ptCount val="4"/>
                <c:pt idx="0">
                  <c:v>0.33332999999999996</c:v>
                </c:pt>
                <c:pt idx="1">
                  <c:v>0.36667</c:v>
                </c:pt>
                <c:pt idx="2">
                  <c:v>0.39332999999999996</c:v>
                </c:pt>
                <c:pt idx="3">
                  <c:v>0.34722000000000003</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Sheet1!$B$6:$E$6</c:f>
              <c:numCache>
                <c:formatCode>0%</c:formatCode>
                <c:ptCount val="4"/>
                <c:pt idx="0">
                  <c:v>0.25850000000000001</c:v>
                </c:pt>
                <c:pt idx="1">
                  <c:v>0.27332999999999996</c:v>
                </c:pt>
                <c:pt idx="2">
                  <c:v>0.25333</c:v>
                </c:pt>
                <c:pt idx="3">
                  <c:v>0.23611000000000001</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0.44218000000000002</c:v>
                </c:pt>
                <c:pt idx="1">
                  <c:v>0.37333</c:v>
                </c:pt>
                <c:pt idx="2">
                  <c:v>0.34667000000000003</c:v>
                </c:pt>
                <c:pt idx="3">
                  <c:v>0.43056</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0.29252</c:v>
                </c:pt>
                <c:pt idx="1">
                  <c:v>0.3</c:v>
                </c:pt>
                <c:pt idx="2">
                  <c:v>0.32667000000000002</c:v>
                </c:pt>
                <c:pt idx="3">
                  <c:v>0.27082999999999996</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0.26530999999999999</c:v>
                </c:pt>
                <c:pt idx="1">
                  <c:v>0.32667000000000002</c:v>
                </c:pt>
                <c:pt idx="2">
                  <c:v>0.32667000000000002</c:v>
                </c:pt>
                <c:pt idx="3">
                  <c:v>0.29860999999999999</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0.14285999999999999</c:v>
                </c:pt>
                <c:pt idx="1">
                  <c:v>8.6669999999999997E-2</c:v>
                </c:pt>
                <c:pt idx="2">
                  <c:v>0.13333</c:v>
                </c:pt>
                <c:pt idx="3">
                  <c:v>0.15972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4.7619999999999996E-2</c:v>
                </c:pt>
                <c:pt idx="1">
                  <c:v>6.6669999999999993E-2</c:v>
                </c:pt>
                <c:pt idx="2">
                  <c:v>4.6669999999999996E-2</c:v>
                </c:pt>
                <c:pt idx="3">
                  <c:v>7.639E-2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2.0409999999999998E-2</c:v>
                </c:pt>
                <c:pt idx="1">
                  <c:v>0.02</c:v>
                </c:pt>
                <c:pt idx="2">
                  <c:v>2.6669999999999999E-2</c:v>
                </c:pt>
                <c:pt idx="3">
                  <c:v>2.0830000000000001E-2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Sheet1!$B$5:$E$5</c:f>
              <c:numCache>
                <c:formatCode>0%</c:formatCode>
                <c:ptCount val="4"/>
                <c:pt idx="0">
                  <c:v>0.23809999999999998</c:v>
                </c:pt>
                <c:pt idx="1">
                  <c:v>0.25333</c:v>
                </c:pt>
                <c:pt idx="2">
                  <c:v>0.27332999999999996</c:v>
                </c:pt>
                <c:pt idx="3">
                  <c:v>0.27082999999999996</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Sheet1!$B$6:$E$6</c:f>
              <c:numCache>
                <c:formatCode>0%</c:formatCode>
                <c:ptCount val="4"/>
                <c:pt idx="0">
                  <c:v>0.55101999999999995</c:v>
                </c:pt>
                <c:pt idx="1">
                  <c:v>0.57333000000000001</c:v>
                </c:pt>
                <c:pt idx="2">
                  <c:v>0.52</c:v>
                </c:pt>
                <c:pt idx="3">
                  <c:v>0.47222000000000003</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Diet Coke</c:v>
                </c:pt>
              </c:strCache>
            </c:strRef>
          </c:tx>
          <c:spPr>
            <a:solidFill>
              <a:schemeClr val="tx2">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0.21551999999999999</c:v>
                </c:pt>
                <c:pt idx="1">
                  <c:v>0.16935</c:v>
                </c:pt>
                <c:pt idx="2">
                  <c:v>0.21848999999999999</c:v>
                </c:pt>
                <c:pt idx="3">
                  <c:v>0.18692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Coca-Cola Zero Sugar</c:v>
                </c:pt>
              </c:strCache>
            </c:strRef>
          </c:tx>
          <c:spPr>
            <a:solidFill>
              <a:schemeClr val="tx2">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0.25</c:v>
                </c:pt>
                <c:pt idx="1">
                  <c:v>0.26612999999999998</c:v>
                </c:pt>
                <c:pt idx="2">
                  <c:v>0.26050000000000001</c:v>
                </c:pt>
                <c:pt idx="3">
                  <c:v>0.2243</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Coca-Cola Original Taste</c:v>
                </c:pt>
              </c:strCache>
            </c:strRef>
          </c:tx>
          <c:spPr>
            <a:solidFill>
              <a:schemeClr val="tx2">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0.19827999999999998</c:v>
                </c:pt>
                <c:pt idx="1">
                  <c:v>0.23386999999999999</c:v>
                </c:pt>
                <c:pt idx="2">
                  <c:v>0.15126000000000001</c:v>
                </c:pt>
                <c:pt idx="3">
                  <c:v>0.20560999999999999</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Pepsi Original</c:v>
                </c:pt>
              </c:strCache>
            </c:strRef>
          </c:tx>
          <c:spPr>
            <a:solidFill>
              <a:srgbClr val="CCEC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7.7590000000000006E-2</c:v>
                </c:pt>
                <c:pt idx="1">
                  <c:v>4.0320000000000002E-2</c:v>
                </c:pt>
                <c:pt idx="2">
                  <c:v>0.15126000000000001</c:v>
                </c:pt>
                <c:pt idx="3">
                  <c:v>7.4770000000000003E-2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Diet Pepsi</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0.10345</c:v>
                </c:pt>
                <c:pt idx="1">
                  <c:v>8.8710000000000011E-2</c:v>
                </c:pt>
                <c:pt idx="2">
                  <c:v>0.10084</c:v>
                </c:pt>
                <c:pt idx="3">
                  <c:v>0.16821999999999998</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Pepsi Max</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0.11207</c:v>
                </c:pt>
                <c:pt idx="1">
                  <c:v>0.16935</c:v>
                </c:pt>
                <c:pt idx="2">
                  <c:v>9.2439999999999994E-2</c:v>
                </c:pt>
                <c:pt idx="3">
                  <c:v>0.1215</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147)</c:v>
                </c:pt>
                <c:pt idx="1">
                  <c:v>296: Prototype 2
(N = 150)</c:v>
                </c:pt>
                <c:pt idx="2">
                  <c:v>892: Prototype 3
(N = 150)</c:v>
                </c:pt>
              </c:strCache>
            </c:strRef>
          </c:cat>
          <c:val>
            <c:numRef>
              <c:f>Sheet1!$B$2:$D$2</c:f>
              <c:numCache>
                <c:formatCode>0%</c:formatCode>
                <c:ptCount val="3"/>
                <c:pt idx="0">
                  <c:v>0.18367</c:v>
                </c:pt>
                <c:pt idx="1">
                  <c:v>0.12</c:v>
                </c:pt>
                <c:pt idx="2">
                  <c:v>0.12</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147)</c:v>
                </c:pt>
                <c:pt idx="1">
                  <c:v>296: Prototype 2
(N = 150)</c:v>
                </c:pt>
                <c:pt idx="2">
                  <c:v>892: Prototype 3
(N = 150)</c:v>
                </c:pt>
              </c:strCache>
            </c:strRef>
          </c:cat>
          <c:val>
            <c:numRef>
              <c:f>Sheet1!$B$3:$D$3</c:f>
              <c:numCache>
                <c:formatCode>0%</c:formatCode>
                <c:ptCount val="3"/>
                <c:pt idx="0">
                  <c:v>0.44218000000000002</c:v>
                </c:pt>
                <c:pt idx="1">
                  <c:v>0.43332999999999999</c:v>
                </c:pt>
                <c:pt idx="2">
                  <c:v>0.42666999999999999</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147)</c:v>
                </c:pt>
                <c:pt idx="1">
                  <c:v>296: Prototype 2
(N = 150)</c:v>
                </c:pt>
                <c:pt idx="2">
                  <c:v>892: Prototype 3
(N = 150)</c:v>
                </c:pt>
              </c:strCache>
            </c:strRef>
          </c:cat>
          <c:val>
            <c:numRef>
              <c:f>Sheet1!$B$4:$D$4</c:f>
              <c:numCache>
                <c:formatCode>0%</c:formatCode>
                <c:ptCount val="3"/>
                <c:pt idx="0">
                  <c:v>0.23809999999999998</c:v>
                </c:pt>
                <c:pt idx="1">
                  <c:v>0.32</c:v>
                </c:pt>
                <c:pt idx="2">
                  <c:v>0.31333</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147)</c:v>
                </c:pt>
                <c:pt idx="1">
                  <c:v>296: Prototype 2
(N = 150)</c:v>
                </c:pt>
                <c:pt idx="2">
                  <c:v>892: Prototype 3
(N = 150)</c:v>
                </c:pt>
              </c:strCache>
            </c:strRef>
          </c:cat>
          <c:val>
            <c:numRef>
              <c:f>Sheet1!$B$5:$D$5</c:f>
              <c:numCache>
                <c:formatCode>0%</c:formatCode>
                <c:ptCount val="3"/>
                <c:pt idx="0">
                  <c:v>0.13605</c:v>
                </c:pt>
                <c:pt idx="1">
                  <c:v>0.12667</c:v>
                </c:pt>
                <c:pt idx="2">
                  <c:v>0.14000000000000001</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Sheet1!$B$2:$D$2</c:f>
              <c:numCache>
                <c:formatCode>0%</c:formatCode>
                <c:ptCount val="3"/>
                <c:pt idx="0">
                  <c:v>0.51700999999999997</c:v>
                </c:pt>
                <c:pt idx="1">
                  <c:v>0.46667000000000003</c:v>
                </c:pt>
                <c:pt idx="2">
                  <c:v>0.44</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Sheet1!$B$3:$D$3</c:f>
              <c:numCache>
                <c:formatCode>0%</c:formatCode>
                <c:ptCount val="3"/>
                <c:pt idx="0">
                  <c:v>0.32652999999999999</c:v>
                </c:pt>
                <c:pt idx="1">
                  <c:v>0.35332999999999998</c:v>
                </c:pt>
                <c:pt idx="2">
                  <c:v>0.4</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Sheet1!$B$4:$D$4</c:f>
              <c:numCache>
                <c:formatCode>0%</c:formatCode>
                <c:ptCount val="3"/>
                <c:pt idx="0">
                  <c:v>0.15646000000000002</c:v>
                </c:pt>
                <c:pt idx="1">
                  <c:v>0.18</c:v>
                </c:pt>
                <c:pt idx="2">
                  <c:v>0.16</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Sheet1!$B$2:$D$2</c:f>
              <c:numCache>
                <c:formatCode>0%</c:formatCode>
                <c:ptCount val="3"/>
                <c:pt idx="0">
                  <c:v>0.39456000000000002</c:v>
                </c:pt>
                <c:pt idx="1">
                  <c:v>0.42</c:v>
                </c:pt>
                <c:pt idx="2">
                  <c:v>0.43332999999999999</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Sheet1!$B$3:$D$3</c:f>
              <c:numCache>
                <c:formatCode>0%</c:formatCode>
                <c:ptCount val="3"/>
                <c:pt idx="0">
                  <c:v>0.44218000000000002</c:v>
                </c:pt>
                <c:pt idx="1">
                  <c:v>0.42</c:v>
                </c:pt>
                <c:pt idx="2">
                  <c:v>0.42666999999999999</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Sheet1!$B$4:$D$4</c:f>
              <c:numCache>
                <c:formatCode>0%</c:formatCode>
                <c:ptCount val="3"/>
                <c:pt idx="0">
                  <c:v>0.16327000000000003</c:v>
                </c:pt>
                <c:pt idx="1">
                  <c:v>0.16</c:v>
                </c:pt>
                <c:pt idx="2">
                  <c:v>0.14000000000000001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withinLinear" id="19">
  <a:schemeClr val="accent6"/>
</cs:colorStyle>
</file>

<file path=ppt/charts/colors11.xml><?xml version="1.0" encoding="utf-8"?>
<cs:colorStyle xmlns:cs="http://schemas.microsoft.com/office/drawing/2012/chartStyle" xmlns:a="http://schemas.openxmlformats.org/drawingml/2006/main" meth="withinLinear" id="19">
  <a:schemeClr val="accent6"/>
</cs:colorStyle>
</file>

<file path=ppt/charts/colors12.xml><?xml version="1.0" encoding="utf-8"?>
<cs:colorStyle xmlns:cs="http://schemas.microsoft.com/office/drawing/2012/chartStyle" xmlns:a="http://schemas.openxmlformats.org/drawingml/2006/main" meth="withinLinear" id="19">
  <a:schemeClr val="accent6"/>
</cs:colorStyle>
</file>

<file path=ppt/charts/colors13.xml><?xml version="1.0" encoding="utf-8"?>
<cs:colorStyle xmlns:cs="http://schemas.microsoft.com/office/drawing/2012/chartStyle" xmlns:a="http://schemas.openxmlformats.org/drawingml/2006/main" meth="withinLinear" id="19">
  <a:schemeClr val="accent6"/>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withinLinearReversed" id="23">
  <a:schemeClr val="accent3"/>
</cs:colorStyle>
</file>

<file path=ppt/charts/colors24.xml><?xml version="1.0" encoding="utf-8"?>
<cs:colorStyle xmlns:cs="http://schemas.microsoft.com/office/drawing/2012/chartStyle" xmlns:a="http://schemas.openxmlformats.org/drawingml/2006/main" meth="withinLinearReversed" id="23">
  <a:schemeClr val="accent3"/>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withinLinear" id="19">
  <a:schemeClr val="accent6"/>
</cs:colorStyle>
</file>

<file path=ppt/charts/colors38.xml><?xml version="1.0" encoding="utf-8"?>
<cs:colorStyle xmlns:cs="http://schemas.microsoft.com/office/drawing/2012/chartStyle" xmlns:a="http://schemas.openxmlformats.org/drawingml/2006/main" meth="withinLinear" id="19">
  <a:schemeClr val="accent6"/>
</cs:colorStyle>
</file>

<file path=ppt/charts/colors39.xml><?xml version="1.0" encoding="utf-8"?>
<cs:colorStyle xmlns:cs="http://schemas.microsoft.com/office/drawing/2012/chartStyle" xmlns:a="http://schemas.openxmlformats.org/drawingml/2006/main" meth="withinLinear" id="19">
  <a:schemeClr val="accent6"/>
</cs:colorStyle>
</file>

<file path=ppt/charts/colors40.xml><?xml version="1.0" encoding="utf-8"?>
<cs:colorStyle xmlns:cs="http://schemas.microsoft.com/office/drawing/2012/chartStyle" xmlns:a="http://schemas.openxmlformats.org/drawingml/2006/main" meth="withinLinear" id="19">
  <a:schemeClr val="accent6"/>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withinLinearReversed" id="23">
  <a:schemeClr val="accent3"/>
</cs:colorStyle>
</file>

<file path=ppt/charts/colors51.xml><?xml version="1.0" encoding="utf-8"?>
<cs:colorStyle xmlns:cs="http://schemas.microsoft.com/office/drawing/2012/chartStyle" xmlns:a="http://schemas.openxmlformats.org/drawingml/2006/main" meth="withinLinearReversed" id="23">
  <a:schemeClr val="accent3"/>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withinLinear" id="19">
  <a:schemeClr val="accent6"/>
</cs:colorStyle>
</file>

<file path=ppt/charts/colors65.xml><?xml version="1.0" encoding="utf-8"?>
<cs:colorStyle xmlns:cs="http://schemas.microsoft.com/office/drawing/2012/chartStyle" xmlns:a="http://schemas.openxmlformats.org/drawingml/2006/main" meth="withinLinear" id="19">
  <a:schemeClr val="accent6"/>
</cs:colorStyle>
</file>

<file path=ppt/charts/colors66.xml><?xml version="1.0" encoding="utf-8"?>
<cs:colorStyle xmlns:cs="http://schemas.microsoft.com/office/drawing/2012/chartStyle" xmlns:a="http://schemas.openxmlformats.org/drawingml/2006/main" meth="withinLinear" id="19">
  <a:schemeClr val="accent6"/>
</cs:colorStyle>
</file>

<file path=ppt/charts/colors67.xml><?xml version="1.0" encoding="utf-8"?>
<cs:colorStyle xmlns:cs="http://schemas.microsoft.com/office/drawing/2012/chartStyle" xmlns:a="http://schemas.openxmlformats.org/drawingml/2006/main" meth="withinLinear" id="19">
  <a:schemeClr val="accent6"/>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withinLinearReversed" id="23">
  <a:schemeClr val="accent3"/>
</cs:colorStyle>
</file>

<file path=ppt/charts/colors78.xml><?xml version="1.0" encoding="utf-8"?>
<cs:colorStyle xmlns:cs="http://schemas.microsoft.com/office/drawing/2012/chartStyle" xmlns:a="http://schemas.openxmlformats.org/drawingml/2006/main" meth="withinLinearReversed" id="23">
  <a:schemeClr val="accent3"/>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7.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8.xml><?xml version="1.0" encoding="utf-8"?>
<cs:colorStyle xmlns:cs="http://schemas.microsoft.com/office/drawing/2012/chartStyle" xmlns:a="http://schemas.openxmlformats.org/drawingml/2006/main" meth="withinLinear" id="19">
  <a:schemeClr val="accent6"/>
</cs:colorStyle>
</file>

<file path=ppt/charts/colors99.xml><?xml version="1.0" encoding="utf-8"?>
<cs:colorStyle xmlns:cs="http://schemas.microsoft.com/office/drawing/2012/chartStyle" xmlns:a="http://schemas.openxmlformats.org/drawingml/2006/main" meth="withinLinear" id="19">
  <a:schemeClr val="accent6"/>
</cs:colorStyle>
</file>

<file path=ppt/charts/colors100.xml><?xml version="1.0" encoding="utf-8"?>
<cs:colorStyle xmlns:cs="http://schemas.microsoft.com/office/drawing/2012/chartStyle" xmlns:a="http://schemas.openxmlformats.org/drawingml/2006/main" meth="withinLinear" id="19">
  <a:schemeClr val="accent6"/>
</cs:colorStyle>
</file>

<file path=ppt/charts/colors101.xml><?xml version="1.0" encoding="utf-8"?>
<cs:colorStyle xmlns:cs="http://schemas.microsoft.com/office/drawing/2012/chartStyle" xmlns:a="http://schemas.openxmlformats.org/drawingml/2006/main" meth="withinLinear" id="19">
  <a:schemeClr val="accent6"/>
</cs:colorStyle>
</file>

<file path=ppt/charts/colors10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3.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4.xml><?xml version="1.0" encoding="utf-8"?>
<cs:colorStyle xmlns:cs="http://schemas.microsoft.com/office/drawing/2012/chartStyle" xmlns:a="http://schemas.openxmlformats.org/drawingml/2006/main" meth="withinLinear" id="19">
  <a:schemeClr val="accent6"/>
</cs:colorStyle>
</file>

<file path=ppt/charts/colors105.xml><?xml version="1.0" encoding="utf-8"?>
<cs:colorStyle xmlns:cs="http://schemas.microsoft.com/office/drawing/2012/chartStyle" xmlns:a="http://schemas.openxmlformats.org/drawingml/2006/main" meth="withinLinear" id="19">
  <a:schemeClr val="accent6"/>
</cs:colorStyle>
</file>

<file path=ppt/charts/colors106.xml><?xml version="1.0" encoding="utf-8"?>
<cs:colorStyle xmlns:cs="http://schemas.microsoft.com/office/drawing/2012/chartStyle" xmlns:a="http://schemas.openxmlformats.org/drawingml/2006/main" meth="withinLinear" id="19">
  <a:schemeClr val="accent6"/>
</cs:colorStyle>
</file>

<file path=ppt/charts/colors107.xml><?xml version="1.0" encoding="utf-8"?>
<cs:colorStyle xmlns:cs="http://schemas.microsoft.com/office/drawing/2012/chartStyle" xmlns:a="http://schemas.openxmlformats.org/drawingml/2006/main" meth="withinLinear" id="19">
  <a:schemeClr val="accent6"/>
</cs:colorStyle>
</file>

<file path=ppt/charts/colors10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1.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2.xml><?xml version="1.0" encoding="utf-8"?>
<cs:colorStyle xmlns:cs="http://schemas.microsoft.com/office/drawing/2012/chartStyle" xmlns:a="http://schemas.openxmlformats.org/drawingml/2006/main" meth="withinLinear" id="19">
  <a:schemeClr val="accent6"/>
</cs:colorStyle>
</file>

<file path=ppt/charts/colors153.xml><?xml version="1.0" encoding="utf-8"?>
<cs:colorStyle xmlns:cs="http://schemas.microsoft.com/office/drawing/2012/chartStyle" xmlns:a="http://schemas.openxmlformats.org/drawingml/2006/main" meth="withinLinear" id="19">
  <a:schemeClr val="accent6"/>
</cs:colorStyle>
</file>

<file path=ppt/charts/colors154.xml><?xml version="1.0" encoding="utf-8"?>
<cs:colorStyle xmlns:cs="http://schemas.microsoft.com/office/drawing/2012/chartStyle" xmlns:a="http://schemas.openxmlformats.org/drawingml/2006/main" meth="withinLinear" id="19">
  <a:schemeClr val="accent6"/>
</cs:colorStyle>
</file>

<file path=ppt/charts/colors155.xml><?xml version="1.0" encoding="utf-8"?>
<cs:colorStyle xmlns:cs="http://schemas.microsoft.com/office/drawing/2012/chartStyle" xmlns:a="http://schemas.openxmlformats.org/drawingml/2006/main" meth="withinLinear" id="19">
  <a:schemeClr val="accent6"/>
</cs:colorStyle>
</file>

<file path=ppt/charts/colors1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7.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8.xml><?xml version="1.0" encoding="utf-8"?>
<cs:colorStyle xmlns:cs="http://schemas.microsoft.com/office/drawing/2012/chartStyle" xmlns:a="http://schemas.openxmlformats.org/drawingml/2006/main" meth="withinLinear" id="19">
  <a:schemeClr val="accent6"/>
</cs:colorStyle>
</file>

<file path=ppt/charts/colors159.xml><?xml version="1.0" encoding="utf-8"?>
<cs:colorStyle xmlns:cs="http://schemas.microsoft.com/office/drawing/2012/chartStyle" xmlns:a="http://schemas.openxmlformats.org/drawingml/2006/main" meth="withinLinear" id="19">
  <a:schemeClr val="accent6"/>
</cs:colorStyle>
</file>

<file path=ppt/charts/colors160.xml><?xml version="1.0" encoding="utf-8"?>
<cs:colorStyle xmlns:cs="http://schemas.microsoft.com/office/drawing/2012/chartStyle" xmlns:a="http://schemas.openxmlformats.org/drawingml/2006/main" meth="withinLinear" id="19">
  <a:schemeClr val="accent6"/>
</cs:colorStyle>
</file>

<file path=ppt/charts/colors161.xml><?xml version="1.0" encoding="utf-8"?>
<cs:colorStyle xmlns:cs="http://schemas.microsoft.com/office/drawing/2012/chartStyle" xmlns:a="http://schemas.openxmlformats.org/drawingml/2006/main" meth="withinLinear" id="19">
  <a:schemeClr val="accent6"/>
</cs:colorStyle>
</file>

<file path=ppt/charts/colors1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8.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9.xml><?xml version="1.0" encoding="utf-8"?>
<cs:colorStyle xmlns:cs="http://schemas.microsoft.com/office/drawing/2012/chartStyle" xmlns:a="http://schemas.openxmlformats.org/drawingml/2006/main" meth="withinLinear" id="19">
  <a:schemeClr val="accent6"/>
</cs:colorStyle>
</file>

<file path=ppt/charts/colors200.xml><?xml version="1.0" encoding="utf-8"?>
<cs:colorStyle xmlns:cs="http://schemas.microsoft.com/office/drawing/2012/chartStyle" xmlns:a="http://schemas.openxmlformats.org/drawingml/2006/main" meth="withinLinear" id="19">
  <a:schemeClr val="accent6"/>
</cs:colorStyle>
</file>

<file path=ppt/charts/colors201.xml><?xml version="1.0" encoding="utf-8"?>
<cs:colorStyle xmlns:cs="http://schemas.microsoft.com/office/drawing/2012/chartStyle" xmlns:a="http://schemas.openxmlformats.org/drawingml/2006/main" meth="withinLinear" id="19">
  <a:schemeClr val="accent6"/>
</cs:colorStyle>
</file>

<file path=ppt/charts/colors202.xml><?xml version="1.0" encoding="utf-8"?>
<cs:colorStyle xmlns:cs="http://schemas.microsoft.com/office/drawing/2012/chartStyle" xmlns:a="http://schemas.openxmlformats.org/drawingml/2006/main" meth="withinLinear" id="19">
  <a:schemeClr val="accent6"/>
</cs:colorStyle>
</file>

<file path=ppt/charts/colors20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2.xml><?xml version="1.0" encoding="utf-8"?>
<cs:colorStyle xmlns:cs="http://schemas.microsoft.com/office/drawing/2012/chartStyle" xmlns:a="http://schemas.openxmlformats.org/drawingml/2006/main" meth="withinLinearReversed" id="23">
  <a:schemeClr val="accent3"/>
</cs:colorStyle>
</file>

<file path=ppt/charts/colors213.xml><?xml version="1.0" encoding="utf-8"?>
<cs:colorStyle xmlns:cs="http://schemas.microsoft.com/office/drawing/2012/chartStyle" xmlns:a="http://schemas.openxmlformats.org/drawingml/2006/main" meth="withinLinearReversed" id="23">
  <a:schemeClr val="accent3"/>
</cs:colorStyle>
</file>

<file path=ppt/charts/colors2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0.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1.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2.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3.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37.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38.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39.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40.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4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64.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65.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66.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67.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6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6.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7.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98.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99.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0.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1.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3.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04.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5.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6.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7.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0.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1.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52.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53.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54.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55.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56.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7.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58.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59.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60.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61.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8.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99.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200.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201.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202.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20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omments/modernComment_7FFFF4F3_5FA9CE7A.xml><?xml version="1.0" encoding="utf-8"?>
<p188:cmLst xmlns:a="http://schemas.openxmlformats.org/drawingml/2006/main" xmlns:r="http://schemas.openxmlformats.org/officeDocument/2006/relationships" xmlns:p188="http://schemas.microsoft.com/office/powerpoint/2018/8/main">
  <p188:cm id="{37D1F022-F575-4346-949C-7B6A1CDFB8FC}" authorId="{33D141A6-4191-81BF-2F76-C9BF661037D8}" created="2026-08-25T10:40:37.573">
    <pc:sldMkLst xmlns:pc="http://schemas.microsoft.com/office/powerpoint/2013/main/command">
      <pc:docMk/>
      <pc:sldMk cId="3925193791" sldId="2147480414"/>
    </pc:sldMkLst>
    <p188:txBody>
      <a:bodyPr/>
      <a:lstStyle/>
      <a:p>
        <a:r>
          <a:rPr lang="en-IN"/>
          <a:t>To add Nets</a:t>
        </a:r>
      </a:p>
    </p188:txBody>
  </p188:cm>
</p188:cmLst>
</file>

<file path=ppt/comments/modernComment_7FFFF4FC_B8D048AD.xml><?xml version="1.0" encoding="utf-8"?>
<p188:cmLst xmlns:a="http://schemas.openxmlformats.org/drawingml/2006/main" xmlns:r="http://schemas.openxmlformats.org/officeDocument/2006/relationships" xmlns:p188="http://schemas.microsoft.com/office/powerpoint/2018/8/main">
  <p188:cm id="{2005EB6B-8EFE-463C-9A65-7FB619D7AE03}" authorId="{13C10ED1-EF65-BA7E-E9C4-F0ED135F5949}" created="2026-08-07T15:10:05.213">
    <pc:sldMkLst xmlns:pc="http://schemas.microsoft.com/office/powerpoint/2013/main/command">
      <pc:docMk/>
      <pc:sldMk cId="2397438414" sldId="2147480627"/>
    </pc:sldMkLst>
    <p188:txBody>
      <a:bodyPr/>
      <a:lstStyle/>
      <a:p>
        <a:r>
          <a:rPr lang="en-US"/>
          <a:t>Removed first sip for aftertaste and liking. Kept it exactly the same as last round.</a:t>
        </a:r>
      </a:p>
    </p188:txBody>
  </p188:cm>
</p188:cmLst>
</file>

<file path=ppt/comments/modernComment_7FFFF35E_E9F5B43F.xml><?xml version="1.0" encoding="utf-8"?>
<p188:cmLst xmlns:a="http://schemas.openxmlformats.org/drawingml/2006/main" xmlns:r="http://schemas.openxmlformats.org/officeDocument/2006/relationships" xmlns:p188="http://schemas.microsoft.com/office/powerpoint/2018/8/main">
  <p188:cm id="{75E2440E-93E8-42B9-BB4A-3705F051153C}" authorId="{33D141A6-4191-81BF-2F76-C9BF661037D8}" created="2026-08-25T10:40:37.573">
    <pc:sldMkLst xmlns:pc="http://schemas.microsoft.com/office/powerpoint/2013/main/command">
      <pc:docMk/>
      <pc:sldMk cId="3925193791" sldId="2147480414"/>
    </pc:sldMkLst>
    <p188:txBody>
      <a:bodyPr/>
      <a:lstStyle/>
      <a:p>
        <a:r>
          <a:rPr lang="en-IN"/>
          <a:t>To add Nets</a:t>
        </a:r>
      </a:p>
    </p188:txBody>
  </p188:cm>
</p188:cmLst>
</file>

<file path=ppt/comments/modernComment_7FFFF45E_EE8E2397.xml><?xml version="1.0" encoding="utf-8"?>
<p188:cmLst xmlns:a="http://schemas.openxmlformats.org/drawingml/2006/main" xmlns:r="http://schemas.openxmlformats.org/officeDocument/2006/relationships" xmlns:p188="http://schemas.microsoft.com/office/powerpoint/2018/8/main">
  <p188:cm id="{4D4BFDA1-6C7F-41E7-8869-D0C0CD3E6AED}" authorId="{33D141A6-4191-81BF-2F76-C9BF661037D8}" created="2026-08-25T10:40:37.573">
    <pc:sldMkLst xmlns:pc="http://schemas.microsoft.com/office/powerpoint/2013/main/command">
      <pc:docMk/>
      <pc:sldMk cId="3925193791" sldId="2147480414"/>
    </pc:sldMkLst>
    <p188:txBody>
      <a:bodyPr/>
      <a:lstStyle/>
      <a:p>
        <a:r>
          <a:rPr lang="en-IN"/>
          <a:t>To add Nets</a:t>
        </a:r>
      </a:p>
    </p188:txBody>
  </p188:cm>
</p188:cmLst>
</file>

<file path=ppt/comments/modernComment_7FFFF48A_2E1A856.xml><?xml version="1.0" encoding="utf-8"?>
<p188:cmLst xmlns:a="http://schemas.openxmlformats.org/drawingml/2006/main" xmlns:r="http://schemas.openxmlformats.org/officeDocument/2006/relationships" xmlns:p188="http://schemas.microsoft.com/office/powerpoint/2018/8/main">
  <p188:cm id="{15B70087-DA9E-4AFA-AA7B-A39B7036AA21}" authorId="{13C10ED1-EF65-BA7E-E9C4-F0ED135F5949}" created="2026-08-07T15:10:05.213">
    <pc:sldMkLst xmlns:pc="http://schemas.microsoft.com/office/powerpoint/2013/main/command">
      <pc:docMk/>
      <pc:sldMk cId="2397438414" sldId="2147480627"/>
    </pc:sldMkLst>
    <p188:txBody>
      <a:bodyPr/>
      <a:lstStyle/>
      <a:p>
        <a:r>
          <a:rPr lang="en-US"/>
          <a:t>Removed first sip for aftertaste and liking. Kept it exactly the same as last round.</a:t>
        </a:r>
      </a:p>
    </p188:txBody>
  </p188:cm>
</p188:cmLst>
</file>

<file path=ppt/comments/modernComment_7FFFF433_8EE601CE.xml><?xml version="1.0" encoding="utf-8"?>
<p188:cmLst xmlns:a="http://schemas.openxmlformats.org/drawingml/2006/main" xmlns:r="http://schemas.openxmlformats.org/officeDocument/2006/relationships" xmlns:p188="http://schemas.microsoft.com/office/powerpoint/2018/8/main">
  <p188:cm id="{FE716641-456C-4819-AF70-2CFB5FA639FA}" authorId="{13C10ED1-EF65-BA7E-E9C4-F0ED135F5949}" created="2026-08-07T15:10:05.213">
    <pc:sldMkLst xmlns:pc="http://schemas.microsoft.com/office/powerpoint/2013/main/command">
      <pc:docMk/>
      <pc:sldMk cId="2397438414" sldId="2147480627"/>
    </pc:sldMkLst>
    <p188:txBody>
      <a:bodyPr/>
      <a:lstStyle/>
      <a:p>
        <a:r>
          <a:rPr lang="en-US"/>
          <a:t>Removed first sip for aftertaste and liking. Kept it exactly the same as last round.</a:t>
        </a:r>
      </a:p>
    </p188:txBody>
  </p188:cm>
</p188:cmLst>
</file>

<file path=ppt/comments/modernComment_7FFFF467_773E7F93.xml><?xml version="1.0" encoding="utf-8"?>
<p188:cmLst xmlns:a="http://schemas.openxmlformats.org/drawingml/2006/main" xmlns:r="http://schemas.openxmlformats.org/officeDocument/2006/relationships" xmlns:p188="http://schemas.microsoft.com/office/powerpoint/2018/8/main">
  <p188:cm id="{887D08FE-D458-482C-8BBF-D736C2E680C1}" authorId="{13C10ED1-EF65-BA7E-E9C4-F0ED135F5949}" created="2026-08-07T15:10:05.213">
    <pc:sldMkLst xmlns:pc="http://schemas.microsoft.com/office/powerpoint/2013/main/command">
      <pc:docMk/>
      <pc:sldMk cId="2397438414" sldId="2147480627"/>
    </pc:sldMkLst>
    <p188:txBody>
      <a:bodyPr/>
      <a:lstStyle/>
      <a:p>
        <a:r>
          <a:rPr lang="en-US"/>
          <a:t>Removed first sip for aftertaste and liking. Kept it exactly the same as last round.</a:t>
        </a:r>
      </a:p>
    </p188:txBody>
  </p188:cm>
</p188:cmLst>
</file>

<file path=ppt/comments/modernComment_7FFFF481_A4EA31F.xml><?xml version="1.0" encoding="utf-8"?>
<p188:cmLst xmlns:a="http://schemas.openxmlformats.org/drawingml/2006/main" xmlns:r="http://schemas.openxmlformats.org/officeDocument/2006/relationships" xmlns:p188="http://schemas.microsoft.com/office/powerpoint/2018/8/main">
  <p188:cm id="{88130F75-66E2-4CC6-A28B-90FB86E9B135}" authorId="{33D141A6-4191-81BF-2F76-C9BF661037D8}" created="2026-08-25T10:40:37.573">
    <pc:sldMkLst xmlns:pc="http://schemas.microsoft.com/office/powerpoint/2013/main/command">
      <pc:docMk/>
      <pc:sldMk cId="3925193791" sldId="2147480414"/>
    </pc:sldMkLst>
    <p188:txBody>
      <a:bodyPr/>
      <a:lstStyle/>
      <a:p>
        <a:r>
          <a:rPr lang="en-IN"/>
          <a:t>To add Nets</a:t>
        </a:r>
      </a:p>
    </p188:txBody>
  </p188:cm>
</p188:cmLst>
</file>

<file path=ppt/diagrams/colors1.xml><?xml version="1.0" encoding="utf-8"?>
<dgm:colorsDef xmlns:dgm="http://schemas.openxmlformats.org/drawingml/2006/diagram" xmlns:a="http://schemas.openxmlformats.org/drawingml/2006/main" uniqueId="urn:microsoft.com/office/officeart/2005/8/colors/accent1_3#1">
  <dgm:title val=""/>
  <dgm:desc val=""/>
  <dgm:catLst>
    <dgm:cat type="accent1" pri="11300"/>
  </dgm:catLst>
  <dgm:styleLbl name="node0">
    <dgm:fillClrLst meth="repeat">
      <a:schemeClr val="accent1">
        <a:shade val="80000"/>
      </a:schemeClr>
    </dgm:fillClrLst>
    <dgm:linClrLst meth="repeat">
      <a:schemeClr val="lt1"/>
    </dgm:linClrLst>
    <dgm:effectClrLst/>
    <dgm:txLinClrLst/>
    <dgm:txFillClrLst/>
    <dgm:txEffectClrLst/>
  </dgm:styleLbl>
  <dgm:styleLbl name="alignNode1">
    <dgm:fillClrLst>
      <a:schemeClr val="accent1">
        <a:shade val="80000"/>
      </a:schemeClr>
      <a:schemeClr val="accent1">
        <a:tint val="70000"/>
      </a:schemeClr>
    </dgm:fillClrLst>
    <dgm:linClrLst>
      <a:schemeClr val="accent1">
        <a:shade val="80000"/>
      </a:schemeClr>
      <a:schemeClr val="accent1">
        <a:tint val="70000"/>
      </a:schemeClr>
    </dgm:linClrLst>
    <dgm:effectClrLst/>
    <dgm:txLinClrLst/>
    <dgm:txFillClrLst/>
    <dgm:txEffectClrLst/>
  </dgm:styleLbl>
  <dgm:styleLbl name="node1">
    <dgm:fillClrLst>
      <a:schemeClr val="accent1">
        <a:shade val="80000"/>
      </a:schemeClr>
      <a:schemeClr val="accent1">
        <a:tint val="70000"/>
      </a:schemeClr>
    </dgm:fillClrLst>
    <dgm:linClrLst meth="repeat">
      <a:schemeClr val="lt1"/>
    </dgm:linClrLst>
    <dgm:effectClrLst/>
    <dgm:txLinClrLst/>
    <dgm:txFillClrLst/>
    <dgm:txEffectClrLst/>
  </dgm:styleLbl>
  <dgm:styleLbl name="lnNode1">
    <dgm:fillClrLst>
      <a:schemeClr val="accent1">
        <a:shade val="80000"/>
      </a:schemeClr>
      <a:schemeClr val="accent1">
        <a:tint val="7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tint val="70000"/>
        <a:alpha val="50000"/>
      </a:schemeClr>
    </dgm:fillClrLst>
    <dgm:linClrLst meth="repeat">
      <a:schemeClr val="lt1"/>
    </dgm:linClrLst>
    <dgm:effectClrLst/>
    <dgm:txLinClrLst/>
    <dgm:txFillClrLst/>
    <dgm:txEffectClrLst/>
  </dgm:styleLbl>
  <dgm:styleLbl name="node2">
    <dgm:fillClrLst>
      <a:schemeClr val="accent1">
        <a:tint val="99000"/>
      </a:schemeClr>
    </dgm:fillClrLst>
    <dgm:linClrLst meth="repeat">
      <a:schemeClr val="lt1"/>
    </dgm:linClrLst>
    <dgm:effectClrLst/>
    <dgm:txLinClrLst/>
    <dgm:txFillClrLst/>
    <dgm:txEffectClrLst/>
  </dgm:styleLbl>
  <dgm:styleLbl name="node3">
    <dgm:fillClrLst>
      <a:schemeClr val="accent1">
        <a:tint val="80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dgm:txEffectClrLst/>
  </dgm:styleLbl>
  <dgm:styleLbl name="f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b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sibTrans1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9000"/>
      </a:schemeClr>
    </dgm:fillClrLst>
    <dgm:linClrLst meth="repeat">
      <a:schemeClr val="lt1"/>
    </dgm:linClrLst>
    <dgm:effectClrLst/>
    <dgm:txLinClrLst/>
    <dgm:txFillClrLst/>
    <dgm:txEffectClrLst/>
  </dgm:styleLbl>
  <dgm:styleLbl name="asst3">
    <dgm:fillClrLst>
      <a:schemeClr val="accent1">
        <a:tint val="80000"/>
      </a:schemeClr>
    </dgm:fillClrLst>
    <dgm:linClrLst meth="repeat">
      <a:schemeClr val="lt1"/>
    </dgm:linClrLst>
    <dgm:effectClrLst/>
    <dgm:txLinClrLst/>
    <dgm:txFillClrLst/>
    <dgm:txEffectClrLst/>
  </dgm:styleLbl>
  <dgm:styleLbl name="asst4">
    <dgm:fillClrLst>
      <a:schemeClr val="accent1">
        <a:tint val="7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lt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9000"/>
      </a:schemeClr>
    </dgm:fillClrLst>
    <dgm:linClrLst meth="repeat">
      <a:schemeClr val="accent1">
        <a:tint val="99000"/>
      </a:schemeClr>
    </dgm:linClrLst>
    <dgm:effectClrLst/>
    <dgm:txLinClrLst/>
    <dgm:txFillClrLst meth="repeat">
      <a:schemeClr val="tx1"/>
    </dgm:txFillClrLst>
    <dgm:txEffectClrLst/>
  </dgm:styleLbl>
  <dgm:styleLbl name="parChTrans1D3">
    <dgm:fillClrLst meth="repeat">
      <a:schemeClr val="accent1">
        <a:tint val="80000"/>
      </a:schemeClr>
    </dgm:fillClrLst>
    <dgm:linClrLst meth="repeat">
      <a:schemeClr val="accent1">
        <a:tint val="80000"/>
      </a:schemeClr>
    </dgm:linClrLst>
    <dgm:effectClrLst/>
    <dgm:txLinClrLst/>
    <dgm:txFillClrLst meth="repeat">
      <a:schemeClr val="tx1"/>
    </dgm:txFillClrLst>
    <dgm:txEffectClrLst/>
  </dgm:styleLbl>
  <dgm:styleLbl name="parChTrans1D4">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4A9BF58-C08B-4ABA-A86D-B422B659638C}" type="doc">
      <dgm:prSet loTypeId="urn:microsoft.com/office/officeart/2005/8/layout/process2" loCatId="process" qsTypeId="urn:microsoft.com/office/officeart/2005/8/quickstyle/simple1#1" qsCatId="simple" csTypeId="urn:microsoft.com/office/officeart/2005/8/colors/accent1_3#1" csCatId="accent1" phldr="1"/>
      <dgm:spPr/>
      <dgm:t>
        <a:bodyPr/>
        <a:lstStyle/>
        <a:p>
          <a:endParaRPr lang="en-US"/>
        </a:p>
      </dgm:t>
    </dgm:pt>
    <dgm:pt modelId="{01EE196A-49D9-4CA3-826B-E9957032F7BA}">
      <dgm:prSet phldrT="[Text]"/>
      <dgm:spPr/>
      <dgm:t>
        <a:bodyPr/>
        <a:lstStyle/>
        <a:p>
          <a:r>
            <a:rPr lang="en-US" b="1">
              <a:latin typeface="Avenir Next LT Pro" panose="020B0504020202020204" pitchFamily="34" charset="0"/>
            </a:rPr>
            <a:t>Screening</a:t>
          </a:r>
        </a:p>
      </dgm:t>
    </dgm:pt>
    <dgm:pt modelId="{7BAB19F9-8802-4613-94B5-E42504141353}" type="parTrans" cxnId="{835CE8C6-8203-4821-9435-E56CDDA1A5CF}">
      <dgm:prSet/>
      <dgm:spPr/>
      <dgm:t>
        <a:bodyPr/>
        <a:lstStyle/>
        <a:p>
          <a:endParaRPr lang="en-US"/>
        </a:p>
      </dgm:t>
    </dgm:pt>
    <dgm:pt modelId="{F4EB8E1D-592F-472B-AFDD-A7747EB41BC2}" type="sibTrans" cxnId="{835CE8C6-8203-4821-9435-E56CDDA1A5CF}">
      <dgm:prSet/>
      <dgm:spPr/>
      <dgm:t>
        <a:bodyPr/>
        <a:lstStyle/>
        <a:p>
          <a:endParaRPr lang="en-US"/>
        </a:p>
      </dgm:t>
    </dgm:pt>
    <dgm:pt modelId="{6FCE720D-DD56-4B06-B180-C63AC09A4290}">
      <dgm:prSet phldrT="[Text]"/>
      <dgm:spPr/>
      <dgm:t>
        <a:bodyPr/>
        <a:lstStyle/>
        <a:p>
          <a:r>
            <a:rPr lang="en-US" b="1">
              <a:latin typeface="Avenir Next LT Pro" panose="020B0504020202020204" pitchFamily="34" charset="0"/>
            </a:rPr>
            <a:t>First Sip</a:t>
          </a:r>
        </a:p>
      </dgm:t>
    </dgm:pt>
    <dgm:pt modelId="{7C9780DB-B2E5-4A94-AA90-A45DA549DCF2}" type="parTrans" cxnId="{6DF47C75-0B71-40C3-88A7-9C8C5595E563}">
      <dgm:prSet/>
      <dgm:spPr/>
      <dgm:t>
        <a:bodyPr/>
        <a:lstStyle/>
        <a:p>
          <a:endParaRPr lang="en-US"/>
        </a:p>
      </dgm:t>
    </dgm:pt>
    <dgm:pt modelId="{E2EFB808-38EE-4379-A9C0-B5899236D66E}" type="sibTrans" cxnId="{6DF47C75-0B71-40C3-88A7-9C8C5595E563}">
      <dgm:prSet/>
      <dgm:spPr/>
      <dgm:t>
        <a:bodyPr/>
        <a:lstStyle/>
        <a:p>
          <a:endParaRPr lang="en-US"/>
        </a:p>
      </dgm:t>
    </dgm:pt>
    <dgm:pt modelId="{F70D2B70-D959-4C93-9C85-7DB853819728}">
      <dgm:prSet phldrT="[Text]"/>
      <dgm:spPr/>
      <dgm:t>
        <a:bodyPr/>
        <a:lstStyle/>
        <a:p>
          <a:r>
            <a:rPr lang="en-US" b="1">
              <a:latin typeface="Avenir Next LT Pro" panose="020B0504020202020204" pitchFamily="34" charset="0"/>
            </a:rPr>
            <a:t>Emotion</a:t>
          </a:r>
        </a:p>
      </dgm:t>
    </dgm:pt>
    <dgm:pt modelId="{220F71F7-453F-4D78-A647-F5A0259934C6}" type="parTrans" cxnId="{04949957-D41D-4B75-A266-A5C03C7B96D3}">
      <dgm:prSet/>
      <dgm:spPr/>
      <dgm:t>
        <a:bodyPr/>
        <a:lstStyle/>
        <a:p>
          <a:endParaRPr lang="en-US"/>
        </a:p>
      </dgm:t>
    </dgm:pt>
    <dgm:pt modelId="{52E77C5E-3C82-45DD-AB64-D17FCF2E9A26}" type="sibTrans" cxnId="{04949957-D41D-4B75-A266-A5C03C7B96D3}">
      <dgm:prSet/>
      <dgm:spPr/>
      <dgm:t>
        <a:bodyPr/>
        <a:lstStyle/>
        <a:p>
          <a:endParaRPr lang="en-US"/>
        </a:p>
      </dgm:t>
    </dgm:pt>
    <dgm:pt modelId="{DE1E3D05-5A3E-44C5-B237-D8300DFC4113}">
      <dgm:prSet phldrT="[Text]"/>
      <dgm:spPr/>
      <dgm:t>
        <a:bodyPr/>
        <a:lstStyle/>
        <a:p>
          <a:r>
            <a:rPr lang="en-US" b="1">
              <a:latin typeface="Avenir Next LT Pro" panose="020B0504020202020204" pitchFamily="34" charset="0"/>
            </a:rPr>
            <a:t>Last Sip</a:t>
          </a:r>
        </a:p>
      </dgm:t>
    </dgm:pt>
    <dgm:pt modelId="{B45284AB-AA83-4EB3-B9B2-0B99178A23E7}" type="parTrans" cxnId="{90AABB31-CB75-4C70-A56B-0AD56057A7B9}">
      <dgm:prSet/>
      <dgm:spPr/>
      <dgm:t>
        <a:bodyPr/>
        <a:lstStyle/>
        <a:p>
          <a:endParaRPr lang="en-US"/>
        </a:p>
      </dgm:t>
    </dgm:pt>
    <dgm:pt modelId="{D4CEF373-8AF2-4E1F-9AA0-630AC0E18B0C}" type="sibTrans" cxnId="{90AABB31-CB75-4C70-A56B-0AD56057A7B9}">
      <dgm:prSet/>
      <dgm:spPr/>
      <dgm:t>
        <a:bodyPr/>
        <a:lstStyle/>
        <a:p>
          <a:endParaRPr lang="en-US"/>
        </a:p>
      </dgm:t>
    </dgm:pt>
    <dgm:pt modelId="{7991E546-D860-4D80-950F-0D6204B572BB}">
      <dgm:prSet phldrT="[Text]"/>
      <dgm:spPr/>
      <dgm:t>
        <a:bodyPr/>
        <a:lstStyle/>
        <a:p>
          <a:r>
            <a:rPr lang="en-US" b="1">
              <a:latin typeface="Avenir Next LT Pro" panose="020B0504020202020204" pitchFamily="34" charset="0"/>
            </a:rPr>
            <a:t>Sensory</a:t>
          </a:r>
        </a:p>
      </dgm:t>
    </dgm:pt>
    <dgm:pt modelId="{59E9DCC3-BC16-4923-BD35-E84D8015DE3B}" type="parTrans" cxnId="{1B2034DB-161F-4412-9617-9C8FC883F6D6}">
      <dgm:prSet/>
      <dgm:spPr/>
      <dgm:t>
        <a:bodyPr/>
        <a:lstStyle/>
        <a:p>
          <a:endParaRPr lang="en-US"/>
        </a:p>
      </dgm:t>
    </dgm:pt>
    <dgm:pt modelId="{1BFEB6D5-327A-4757-8276-C4254F70B779}" type="sibTrans" cxnId="{1B2034DB-161F-4412-9617-9C8FC883F6D6}">
      <dgm:prSet/>
      <dgm:spPr/>
      <dgm:t>
        <a:bodyPr/>
        <a:lstStyle/>
        <a:p>
          <a:endParaRPr lang="en-US"/>
        </a:p>
      </dgm:t>
    </dgm:pt>
    <dgm:pt modelId="{FA01FC74-5E1E-4B85-89FC-AC0B8F62B391}">
      <dgm:prSet phldrT="[Text]"/>
      <dgm:spPr/>
      <dgm:t>
        <a:bodyPr/>
        <a:lstStyle/>
        <a:p>
          <a:r>
            <a:rPr lang="en-US" b="1">
              <a:latin typeface="Avenir Next LT Pro" panose="020B0504020202020204" pitchFamily="34" charset="0"/>
            </a:rPr>
            <a:t>Jobs to be Done</a:t>
          </a:r>
        </a:p>
      </dgm:t>
    </dgm:pt>
    <dgm:pt modelId="{164813A6-85E9-4E0D-8346-43E5E345B470}" type="parTrans" cxnId="{36684F4B-0CB0-4C18-959F-C94BC6426191}">
      <dgm:prSet/>
      <dgm:spPr/>
      <dgm:t>
        <a:bodyPr/>
        <a:lstStyle/>
        <a:p>
          <a:endParaRPr lang="en-US"/>
        </a:p>
      </dgm:t>
    </dgm:pt>
    <dgm:pt modelId="{1F7C8708-4CAA-4E1B-ABD1-1FA328688B71}" type="sibTrans" cxnId="{36684F4B-0CB0-4C18-959F-C94BC6426191}">
      <dgm:prSet/>
      <dgm:spPr/>
      <dgm:t>
        <a:bodyPr/>
        <a:lstStyle/>
        <a:p>
          <a:endParaRPr lang="en-US"/>
        </a:p>
      </dgm:t>
    </dgm:pt>
    <dgm:pt modelId="{5ABF0B73-6343-4988-8896-9EF9E41E68A5}">
      <dgm:prSet phldrT="[Text]"/>
      <dgm:spPr/>
      <dgm:t>
        <a:bodyPr/>
        <a:lstStyle/>
        <a:p>
          <a:r>
            <a:rPr lang="en-US" b="1">
              <a:latin typeface="Avenir Next LT Pro" panose="020B0504020202020204" pitchFamily="34" charset="0"/>
            </a:rPr>
            <a:t>Priming Exercise</a:t>
          </a:r>
        </a:p>
      </dgm:t>
    </dgm:pt>
    <dgm:pt modelId="{03046571-AC24-44CB-98B5-4DF8EE823C38}" type="parTrans" cxnId="{07CCC390-4A21-4D46-A6CF-2D08BAAB849E}">
      <dgm:prSet/>
      <dgm:spPr/>
      <dgm:t>
        <a:bodyPr/>
        <a:lstStyle/>
        <a:p>
          <a:endParaRPr lang="en-US"/>
        </a:p>
      </dgm:t>
    </dgm:pt>
    <dgm:pt modelId="{F37A5DA3-B722-4347-8283-EE1D363DB008}" type="sibTrans" cxnId="{07CCC390-4A21-4D46-A6CF-2D08BAAB849E}">
      <dgm:prSet/>
      <dgm:spPr/>
      <dgm:t>
        <a:bodyPr/>
        <a:lstStyle/>
        <a:p>
          <a:endParaRPr lang="en-US"/>
        </a:p>
      </dgm:t>
    </dgm:pt>
    <dgm:pt modelId="{C3BA4CB3-BBAD-44FA-9697-6E4624BDD714}" type="pres">
      <dgm:prSet presAssocID="{A4A9BF58-C08B-4ABA-A86D-B422B659638C}" presName="linearFlow" presStyleCnt="0">
        <dgm:presLayoutVars>
          <dgm:resizeHandles val="exact"/>
        </dgm:presLayoutVars>
      </dgm:prSet>
      <dgm:spPr/>
    </dgm:pt>
    <dgm:pt modelId="{ADF318CB-4E2D-4711-9935-8A8083DEC0F7}" type="pres">
      <dgm:prSet presAssocID="{01EE196A-49D9-4CA3-826B-E9957032F7BA}" presName="node" presStyleLbl="node1" presStyleIdx="0" presStyleCnt="7">
        <dgm:presLayoutVars>
          <dgm:bulletEnabled val="1"/>
        </dgm:presLayoutVars>
      </dgm:prSet>
      <dgm:spPr/>
    </dgm:pt>
    <dgm:pt modelId="{6CB0F7AF-2000-409B-9AF9-B87BCDAB4727}" type="pres">
      <dgm:prSet presAssocID="{F4EB8E1D-592F-472B-AFDD-A7747EB41BC2}" presName="sibTrans" presStyleLbl="sibTrans2D1" presStyleIdx="0" presStyleCnt="6"/>
      <dgm:spPr/>
    </dgm:pt>
    <dgm:pt modelId="{CD8DBA8D-C138-4031-94D0-87C776688D1F}" type="pres">
      <dgm:prSet presAssocID="{F4EB8E1D-592F-472B-AFDD-A7747EB41BC2}" presName="connectorText" presStyleLbl="sibTrans2D1" presStyleIdx="0" presStyleCnt="6"/>
      <dgm:spPr/>
    </dgm:pt>
    <dgm:pt modelId="{75429F3D-1D9C-4D14-97BA-5766D1D41230}" type="pres">
      <dgm:prSet presAssocID="{5ABF0B73-6343-4988-8896-9EF9E41E68A5}" presName="node" presStyleLbl="node1" presStyleIdx="1" presStyleCnt="7">
        <dgm:presLayoutVars>
          <dgm:bulletEnabled val="1"/>
        </dgm:presLayoutVars>
      </dgm:prSet>
      <dgm:spPr/>
    </dgm:pt>
    <dgm:pt modelId="{9220D5DA-9E99-4AAD-A9F9-8C8A17D8E5B7}" type="pres">
      <dgm:prSet presAssocID="{F37A5DA3-B722-4347-8283-EE1D363DB008}" presName="sibTrans" presStyleLbl="sibTrans2D1" presStyleIdx="1" presStyleCnt="6"/>
      <dgm:spPr/>
    </dgm:pt>
    <dgm:pt modelId="{F00A4816-085A-4B17-960E-4A239297B5DD}" type="pres">
      <dgm:prSet presAssocID="{F37A5DA3-B722-4347-8283-EE1D363DB008}" presName="connectorText" presStyleLbl="sibTrans2D1" presStyleIdx="1" presStyleCnt="6"/>
      <dgm:spPr/>
    </dgm:pt>
    <dgm:pt modelId="{26A8D206-D48B-4270-9773-967E480635C2}" type="pres">
      <dgm:prSet presAssocID="{6FCE720D-DD56-4B06-B180-C63AC09A4290}" presName="node" presStyleLbl="node1" presStyleIdx="2" presStyleCnt="7">
        <dgm:presLayoutVars>
          <dgm:bulletEnabled val="1"/>
        </dgm:presLayoutVars>
      </dgm:prSet>
      <dgm:spPr/>
    </dgm:pt>
    <dgm:pt modelId="{4A5ABB4C-D4AD-4FE2-90BB-5B6FD991561D}" type="pres">
      <dgm:prSet presAssocID="{E2EFB808-38EE-4379-A9C0-B5899236D66E}" presName="sibTrans" presStyleLbl="sibTrans2D1" presStyleIdx="2" presStyleCnt="6"/>
      <dgm:spPr/>
    </dgm:pt>
    <dgm:pt modelId="{15CB23D2-D9FF-44BE-82DE-F9BC27D9ED0E}" type="pres">
      <dgm:prSet presAssocID="{E2EFB808-38EE-4379-A9C0-B5899236D66E}" presName="connectorText" presStyleLbl="sibTrans2D1" presStyleIdx="2" presStyleCnt="6"/>
      <dgm:spPr/>
    </dgm:pt>
    <dgm:pt modelId="{EADB4E4F-00BF-4F68-9F6F-2CBC4DFA19ED}" type="pres">
      <dgm:prSet presAssocID="{F70D2B70-D959-4C93-9C85-7DB853819728}" presName="node" presStyleLbl="node1" presStyleIdx="3" presStyleCnt="7">
        <dgm:presLayoutVars>
          <dgm:bulletEnabled val="1"/>
        </dgm:presLayoutVars>
      </dgm:prSet>
      <dgm:spPr/>
    </dgm:pt>
    <dgm:pt modelId="{27BE4F14-1649-4D0E-A0B7-751533E49570}" type="pres">
      <dgm:prSet presAssocID="{52E77C5E-3C82-45DD-AB64-D17FCF2E9A26}" presName="sibTrans" presStyleLbl="sibTrans2D1" presStyleIdx="3" presStyleCnt="6"/>
      <dgm:spPr/>
    </dgm:pt>
    <dgm:pt modelId="{F6B20F70-87EE-48C8-B283-63D6D5FABF78}" type="pres">
      <dgm:prSet presAssocID="{52E77C5E-3C82-45DD-AB64-D17FCF2E9A26}" presName="connectorText" presStyleLbl="sibTrans2D1" presStyleIdx="3" presStyleCnt="6"/>
      <dgm:spPr/>
    </dgm:pt>
    <dgm:pt modelId="{7893C1BE-BFCF-4AA9-AB6D-704FE9C01404}" type="pres">
      <dgm:prSet presAssocID="{DE1E3D05-5A3E-44C5-B237-D8300DFC4113}" presName="node" presStyleLbl="node1" presStyleIdx="4" presStyleCnt="7">
        <dgm:presLayoutVars>
          <dgm:bulletEnabled val="1"/>
        </dgm:presLayoutVars>
      </dgm:prSet>
      <dgm:spPr/>
    </dgm:pt>
    <dgm:pt modelId="{4FEA6EED-C500-43FE-AA3E-2C3B52DB0C91}" type="pres">
      <dgm:prSet presAssocID="{D4CEF373-8AF2-4E1F-9AA0-630AC0E18B0C}" presName="sibTrans" presStyleLbl="sibTrans2D1" presStyleIdx="4" presStyleCnt="6"/>
      <dgm:spPr/>
    </dgm:pt>
    <dgm:pt modelId="{09708A59-ADEA-4C1A-B234-BEC67AD3467F}" type="pres">
      <dgm:prSet presAssocID="{D4CEF373-8AF2-4E1F-9AA0-630AC0E18B0C}" presName="connectorText" presStyleLbl="sibTrans2D1" presStyleIdx="4" presStyleCnt="6"/>
      <dgm:spPr/>
    </dgm:pt>
    <dgm:pt modelId="{C94B3B76-38D2-4B3F-AE85-B88C35D17480}" type="pres">
      <dgm:prSet presAssocID="{7991E546-D860-4D80-950F-0D6204B572BB}" presName="node" presStyleLbl="node1" presStyleIdx="5" presStyleCnt="7">
        <dgm:presLayoutVars>
          <dgm:bulletEnabled val="1"/>
        </dgm:presLayoutVars>
      </dgm:prSet>
      <dgm:spPr/>
    </dgm:pt>
    <dgm:pt modelId="{E6692173-1B18-433F-9B76-BFBA002ADC3C}" type="pres">
      <dgm:prSet presAssocID="{1BFEB6D5-327A-4757-8276-C4254F70B779}" presName="sibTrans" presStyleLbl="sibTrans2D1" presStyleIdx="5" presStyleCnt="6"/>
      <dgm:spPr/>
    </dgm:pt>
    <dgm:pt modelId="{45432864-8519-4155-B0A1-805C6902158B}" type="pres">
      <dgm:prSet presAssocID="{1BFEB6D5-327A-4757-8276-C4254F70B779}" presName="connectorText" presStyleLbl="sibTrans2D1" presStyleIdx="5" presStyleCnt="6"/>
      <dgm:spPr/>
    </dgm:pt>
    <dgm:pt modelId="{AD59055F-E071-4126-87B8-575AE5DCD42A}" type="pres">
      <dgm:prSet presAssocID="{FA01FC74-5E1E-4B85-89FC-AC0B8F62B391}" presName="node" presStyleLbl="node1" presStyleIdx="6" presStyleCnt="7">
        <dgm:presLayoutVars>
          <dgm:bulletEnabled val="1"/>
        </dgm:presLayoutVars>
      </dgm:prSet>
      <dgm:spPr/>
    </dgm:pt>
  </dgm:ptLst>
  <dgm:cxnLst>
    <dgm:cxn modelId="{BBB51F0A-5792-40BA-B1F4-C76E26451321}" type="presOf" srcId="{7991E546-D860-4D80-950F-0D6204B572BB}" destId="{C94B3B76-38D2-4B3F-AE85-B88C35D17480}" srcOrd="0" destOrd="0" presId="urn:microsoft.com/office/officeart/2005/8/layout/process2"/>
    <dgm:cxn modelId="{98881F14-CA58-44DB-9B43-89A71C2E5132}" type="presOf" srcId="{1BFEB6D5-327A-4757-8276-C4254F70B779}" destId="{45432864-8519-4155-B0A1-805C6902158B}" srcOrd="1" destOrd="0" presId="urn:microsoft.com/office/officeart/2005/8/layout/process2"/>
    <dgm:cxn modelId="{90AABB31-CB75-4C70-A56B-0AD56057A7B9}" srcId="{A4A9BF58-C08B-4ABA-A86D-B422B659638C}" destId="{DE1E3D05-5A3E-44C5-B237-D8300DFC4113}" srcOrd="4" destOrd="0" parTransId="{B45284AB-AA83-4EB3-B9B2-0B99178A23E7}" sibTransId="{D4CEF373-8AF2-4E1F-9AA0-630AC0E18B0C}"/>
    <dgm:cxn modelId="{977C783F-F1AC-4797-8447-44AE3999E163}" type="presOf" srcId="{E2EFB808-38EE-4379-A9C0-B5899236D66E}" destId="{15CB23D2-D9FF-44BE-82DE-F9BC27D9ED0E}" srcOrd="1" destOrd="0" presId="urn:microsoft.com/office/officeart/2005/8/layout/process2"/>
    <dgm:cxn modelId="{6BFA5366-A1A9-4393-BCCB-F06A22C515A7}" type="presOf" srcId="{1BFEB6D5-327A-4757-8276-C4254F70B779}" destId="{E6692173-1B18-433F-9B76-BFBA002ADC3C}" srcOrd="0" destOrd="0" presId="urn:microsoft.com/office/officeart/2005/8/layout/process2"/>
    <dgm:cxn modelId="{4AA24E69-FCE7-446D-8303-0D80CE7BC76E}" type="presOf" srcId="{A4A9BF58-C08B-4ABA-A86D-B422B659638C}" destId="{C3BA4CB3-BBAD-44FA-9697-6E4624BDD714}" srcOrd="0" destOrd="0" presId="urn:microsoft.com/office/officeart/2005/8/layout/process2"/>
    <dgm:cxn modelId="{EDA47C69-AF7A-4963-9809-ACB86454D87F}" type="presOf" srcId="{FA01FC74-5E1E-4B85-89FC-AC0B8F62B391}" destId="{AD59055F-E071-4126-87B8-575AE5DCD42A}" srcOrd="0" destOrd="0" presId="urn:microsoft.com/office/officeart/2005/8/layout/process2"/>
    <dgm:cxn modelId="{36684F4B-0CB0-4C18-959F-C94BC6426191}" srcId="{A4A9BF58-C08B-4ABA-A86D-B422B659638C}" destId="{FA01FC74-5E1E-4B85-89FC-AC0B8F62B391}" srcOrd="6" destOrd="0" parTransId="{164813A6-85E9-4E0D-8346-43E5E345B470}" sibTransId="{1F7C8708-4CAA-4E1B-ABD1-1FA328688B71}"/>
    <dgm:cxn modelId="{DAF37B4B-E56C-4F69-BF66-E37950C218F2}" type="presOf" srcId="{F37A5DA3-B722-4347-8283-EE1D363DB008}" destId="{9220D5DA-9E99-4AAD-A9F9-8C8A17D8E5B7}" srcOrd="0" destOrd="0" presId="urn:microsoft.com/office/officeart/2005/8/layout/process2"/>
    <dgm:cxn modelId="{F521EA6E-A0D3-4065-B095-92BDAB9067B7}" type="presOf" srcId="{F4EB8E1D-592F-472B-AFDD-A7747EB41BC2}" destId="{6CB0F7AF-2000-409B-9AF9-B87BCDAB4727}" srcOrd="0" destOrd="0" presId="urn:microsoft.com/office/officeart/2005/8/layout/process2"/>
    <dgm:cxn modelId="{36661150-9521-4DC5-9926-9D58FF9DE8E9}" type="presOf" srcId="{52E77C5E-3C82-45DD-AB64-D17FCF2E9A26}" destId="{27BE4F14-1649-4D0E-A0B7-751533E49570}" srcOrd="0" destOrd="0" presId="urn:microsoft.com/office/officeart/2005/8/layout/process2"/>
    <dgm:cxn modelId="{E4B02174-FCDC-4B28-86FF-1A161F209A1A}" type="presOf" srcId="{F4EB8E1D-592F-472B-AFDD-A7747EB41BC2}" destId="{CD8DBA8D-C138-4031-94D0-87C776688D1F}" srcOrd="1" destOrd="0" presId="urn:microsoft.com/office/officeart/2005/8/layout/process2"/>
    <dgm:cxn modelId="{6DF47C75-0B71-40C3-88A7-9C8C5595E563}" srcId="{A4A9BF58-C08B-4ABA-A86D-B422B659638C}" destId="{6FCE720D-DD56-4B06-B180-C63AC09A4290}" srcOrd="2" destOrd="0" parTransId="{7C9780DB-B2E5-4A94-AA90-A45DA549DCF2}" sibTransId="{E2EFB808-38EE-4379-A9C0-B5899236D66E}"/>
    <dgm:cxn modelId="{04949957-D41D-4B75-A266-A5C03C7B96D3}" srcId="{A4A9BF58-C08B-4ABA-A86D-B422B659638C}" destId="{F70D2B70-D959-4C93-9C85-7DB853819728}" srcOrd="3" destOrd="0" parTransId="{220F71F7-453F-4D78-A647-F5A0259934C6}" sibTransId="{52E77C5E-3C82-45DD-AB64-D17FCF2E9A26}"/>
    <dgm:cxn modelId="{D5A15759-44FA-4D40-90D4-3C246D0C5398}" type="presOf" srcId="{5ABF0B73-6343-4988-8896-9EF9E41E68A5}" destId="{75429F3D-1D9C-4D14-97BA-5766D1D41230}" srcOrd="0" destOrd="0" presId="urn:microsoft.com/office/officeart/2005/8/layout/process2"/>
    <dgm:cxn modelId="{1AFFB68B-AA4D-493F-AF30-5E573492B8B7}" type="presOf" srcId="{E2EFB808-38EE-4379-A9C0-B5899236D66E}" destId="{4A5ABB4C-D4AD-4FE2-90BB-5B6FD991561D}" srcOrd="0" destOrd="0" presId="urn:microsoft.com/office/officeart/2005/8/layout/process2"/>
    <dgm:cxn modelId="{07CCC390-4A21-4D46-A6CF-2D08BAAB849E}" srcId="{A4A9BF58-C08B-4ABA-A86D-B422B659638C}" destId="{5ABF0B73-6343-4988-8896-9EF9E41E68A5}" srcOrd="1" destOrd="0" parTransId="{03046571-AC24-44CB-98B5-4DF8EE823C38}" sibTransId="{F37A5DA3-B722-4347-8283-EE1D363DB008}"/>
    <dgm:cxn modelId="{ECBFDB95-46B3-4850-AB82-21293CC66EA0}" type="presOf" srcId="{D4CEF373-8AF2-4E1F-9AA0-630AC0E18B0C}" destId="{09708A59-ADEA-4C1A-B234-BEC67AD3467F}" srcOrd="1" destOrd="0" presId="urn:microsoft.com/office/officeart/2005/8/layout/process2"/>
    <dgm:cxn modelId="{0629129F-1705-4A0E-8AA3-1EC2D86A5BD9}" type="presOf" srcId="{52E77C5E-3C82-45DD-AB64-D17FCF2E9A26}" destId="{F6B20F70-87EE-48C8-B283-63D6D5FABF78}" srcOrd="1" destOrd="0" presId="urn:microsoft.com/office/officeart/2005/8/layout/process2"/>
    <dgm:cxn modelId="{186189A9-BB1B-4D22-A6C3-5894D6B6578A}" type="presOf" srcId="{F70D2B70-D959-4C93-9C85-7DB853819728}" destId="{EADB4E4F-00BF-4F68-9F6F-2CBC4DFA19ED}" srcOrd="0" destOrd="0" presId="urn:microsoft.com/office/officeart/2005/8/layout/process2"/>
    <dgm:cxn modelId="{406DEFBB-F9F7-4E89-BD2D-33B4E6F4A4D3}" type="presOf" srcId="{F37A5DA3-B722-4347-8283-EE1D363DB008}" destId="{F00A4816-085A-4B17-960E-4A239297B5DD}" srcOrd="1" destOrd="0" presId="urn:microsoft.com/office/officeart/2005/8/layout/process2"/>
    <dgm:cxn modelId="{820B3BBD-8B48-4254-8308-C7AFE33548BA}" type="presOf" srcId="{6FCE720D-DD56-4B06-B180-C63AC09A4290}" destId="{26A8D206-D48B-4270-9773-967E480635C2}" srcOrd="0" destOrd="0" presId="urn:microsoft.com/office/officeart/2005/8/layout/process2"/>
    <dgm:cxn modelId="{89967CC5-F14E-498A-8FFC-4586A6A7F233}" type="presOf" srcId="{DE1E3D05-5A3E-44C5-B237-D8300DFC4113}" destId="{7893C1BE-BFCF-4AA9-AB6D-704FE9C01404}" srcOrd="0" destOrd="0" presId="urn:microsoft.com/office/officeart/2005/8/layout/process2"/>
    <dgm:cxn modelId="{9FC472C6-22A6-4DD0-80BE-48B5B61DEBE5}" type="presOf" srcId="{D4CEF373-8AF2-4E1F-9AA0-630AC0E18B0C}" destId="{4FEA6EED-C500-43FE-AA3E-2C3B52DB0C91}" srcOrd="0" destOrd="0" presId="urn:microsoft.com/office/officeart/2005/8/layout/process2"/>
    <dgm:cxn modelId="{835CE8C6-8203-4821-9435-E56CDDA1A5CF}" srcId="{A4A9BF58-C08B-4ABA-A86D-B422B659638C}" destId="{01EE196A-49D9-4CA3-826B-E9957032F7BA}" srcOrd="0" destOrd="0" parTransId="{7BAB19F9-8802-4613-94B5-E42504141353}" sibTransId="{F4EB8E1D-592F-472B-AFDD-A7747EB41BC2}"/>
    <dgm:cxn modelId="{68AF0FDB-C84B-456A-AAEA-AA229E3DD6B8}" type="presOf" srcId="{01EE196A-49D9-4CA3-826B-E9957032F7BA}" destId="{ADF318CB-4E2D-4711-9935-8A8083DEC0F7}" srcOrd="0" destOrd="0" presId="urn:microsoft.com/office/officeart/2005/8/layout/process2"/>
    <dgm:cxn modelId="{1B2034DB-161F-4412-9617-9C8FC883F6D6}" srcId="{A4A9BF58-C08B-4ABA-A86D-B422B659638C}" destId="{7991E546-D860-4D80-950F-0D6204B572BB}" srcOrd="5" destOrd="0" parTransId="{59E9DCC3-BC16-4923-BD35-E84D8015DE3B}" sibTransId="{1BFEB6D5-327A-4757-8276-C4254F70B779}"/>
    <dgm:cxn modelId="{F9232330-CE17-4858-8806-DB89BA5CFDDE}" type="presParOf" srcId="{C3BA4CB3-BBAD-44FA-9697-6E4624BDD714}" destId="{ADF318CB-4E2D-4711-9935-8A8083DEC0F7}" srcOrd="0" destOrd="0" presId="urn:microsoft.com/office/officeart/2005/8/layout/process2"/>
    <dgm:cxn modelId="{2201E8B0-F5C9-49C9-B92F-6A5C6ECB903B}" type="presParOf" srcId="{C3BA4CB3-BBAD-44FA-9697-6E4624BDD714}" destId="{6CB0F7AF-2000-409B-9AF9-B87BCDAB4727}" srcOrd="1" destOrd="0" presId="urn:microsoft.com/office/officeart/2005/8/layout/process2"/>
    <dgm:cxn modelId="{F46273FC-A249-48AA-BEC0-D625480BD6D8}" type="presParOf" srcId="{6CB0F7AF-2000-409B-9AF9-B87BCDAB4727}" destId="{CD8DBA8D-C138-4031-94D0-87C776688D1F}" srcOrd="0" destOrd="0" presId="urn:microsoft.com/office/officeart/2005/8/layout/process2"/>
    <dgm:cxn modelId="{AA72AA32-25C9-4514-8C66-C039A8E425E9}" type="presParOf" srcId="{C3BA4CB3-BBAD-44FA-9697-6E4624BDD714}" destId="{75429F3D-1D9C-4D14-97BA-5766D1D41230}" srcOrd="2" destOrd="0" presId="urn:microsoft.com/office/officeart/2005/8/layout/process2"/>
    <dgm:cxn modelId="{7B332E88-9708-4381-8795-EA4E45BE151A}" type="presParOf" srcId="{C3BA4CB3-BBAD-44FA-9697-6E4624BDD714}" destId="{9220D5DA-9E99-4AAD-A9F9-8C8A17D8E5B7}" srcOrd="3" destOrd="0" presId="urn:microsoft.com/office/officeart/2005/8/layout/process2"/>
    <dgm:cxn modelId="{69392408-1D8E-4CE4-A3BA-A059D0B83680}" type="presParOf" srcId="{9220D5DA-9E99-4AAD-A9F9-8C8A17D8E5B7}" destId="{F00A4816-085A-4B17-960E-4A239297B5DD}" srcOrd="0" destOrd="0" presId="urn:microsoft.com/office/officeart/2005/8/layout/process2"/>
    <dgm:cxn modelId="{580F3E1C-D315-45A6-9136-57AB48029BCF}" type="presParOf" srcId="{C3BA4CB3-BBAD-44FA-9697-6E4624BDD714}" destId="{26A8D206-D48B-4270-9773-967E480635C2}" srcOrd="4" destOrd="0" presId="urn:microsoft.com/office/officeart/2005/8/layout/process2"/>
    <dgm:cxn modelId="{2DD29CA8-822B-4D93-89C8-10A7C35CC173}" type="presParOf" srcId="{C3BA4CB3-BBAD-44FA-9697-6E4624BDD714}" destId="{4A5ABB4C-D4AD-4FE2-90BB-5B6FD991561D}" srcOrd="5" destOrd="0" presId="urn:microsoft.com/office/officeart/2005/8/layout/process2"/>
    <dgm:cxn modelId="{58D32BB6-5FB1-499C-A997-8C08E38C0F6E}" type="presParOf" srcId="{4A5ABB4C-D4AD-4FE2-90BB-5B6FD991561D}" destId="{15CB23D2-D9FF-44BE-82DE-F9BC27D9ED0E}" srcOrd="0" destOrd="0" presId="urn:microsoft.com/office/officeart/2005/8/layout/process2"/>
    <dgm:cxn modelId="{14A09745-7057-486B-A31D-28514B46ECF2}" type="presParOf" srcId="{C3BA4CB3-BBAD-44FA-9697-6E4624BDD714}" destId="{EADB4E4F-00BF-4F68-9F6F-2CBC4DFA19ED}" srcOrd="6" destOrd="0" presId="urn:microsoft.com/office/officeart/2005/8/layout/process2"/>
    <dgm:cxn modelId="{BDBBBA6C-D137-41F1-9672-12641E5CD40C}" type="presParOf" srcId="{C3BA4CB3-BBAD-44FA-9697-6E4624BDD714}" destId="{27BE4F14-1649-4D0E-A0B7-751533E49570}" srcOrd="7" destOrd="0" presId="urn:microsoft.com/office/officeart/2005/8/layout/process2"/>
    <dgm:cxn modelId="{BD5B1190-9604-4331-AD74-E6055915B2D2}" type="presParOf" srcId="{27BE4F14-1649-4D0E-A0B7-751533E49570}" destId="{F6B20F70-87EE-48C8-B283-63D6D5FABF78}" srcOrd="0" destOrd="0" presId="urn:microsoft.com/office/officeart/2005/8/layout/process2"/>
    <dgm:cxn modelId="{64866732-128F-4D5C-9622-D3F8CF0292D2}" type="presParOf" srcId="{C3BA4CB3-BBAD-44FA-9697-6E4624BDD714}" destId="{7893C1BE-BFCF-4AA9-AB6D-704FE9C01404}" srcOrd="8" destOrd="0" presId="urn:microsoft.com/office/officeart/2005/8/layout/process2"/>
    <dgm:cxn modelId="{1E86AE9E-E48E-4BEF-B7EB-C0FB415530BA}" type="presParOf" srcId="{C3BA4CB3-BBAD-44FA-9697-6E4624BDD714}" destId="{4FEA6EED-C500-43FE-AA3E-2C3B52DB0C91}" srcOrd="9" destOrd="0" presId="urn:microsoft.com/office/officeart/2005/8/layout/process2"/>
    <dgm:cxn modelId="{49B1D3ED-C32E-4525-8FB8-80D5FAB0BAFA}" type="presParOf" srcId="{4FEA6EED-C500-43FE-AA3E-2C3B52DB0C91}" destId="{09708A59-ADEA-4C1A-B234-BEC67AD3467F}" srcOrd="0" destOrd="0" presId="urn:microsoft.com/office/officeart/2005/8/layout/process2"/>
    <dgm:cxn modelId="{14C5AA27-E7AA-4C9F-B118-48B847B0B73A}" type="presParOf" srcId="{C3BA4CB3-BBAD-44FA-9697-6E4624BDD714}" destId="{C94B3B76-38D2-4B3F-AE85-B88C35D17480}" srcOrd="10" destOrd="0" presId="urn:microsoft.com/office/officeart/2005/8/layout/process2"/>
    <dgm:cxn modelId="{00C619B1-28C5-4FCB-8136-377DB9AC7B44}" type="presParOf" srcId="{C3BA4CB3-BBAD-44FA-9697-6E4624BDD714}" destId="{E6692173-1B18-433F-9B76-BFBA002ADC3C}" srcOrd="11" destOrd="0" presId="urn:microsoft.com/office/officeart/2005/8/layout/process2"/>
    <dgm:cxn modelId="{2CA70B68-7C0C-4451-94C6-A9A97233B3ED}" type="presParOf" srcId="{E6692173-1B18-433F-9B76-BFBA002ADC3C}" destId="{45432864-8519-4155-B0A1-805C6902158B}" srcOrd="0" destOrd="0" presId="urn:microsoft.com/office/officeart/2005/8/layout/process2"/>
    <dgm:cxn modelId="{F4A84E70-FC73-4F30-BBEC-4CB8BADA09F3}" type="presParOf" srcId="{C3BA4CB3-BBAD-44FA-9697-6E4624BDD714}" destId="{AD59055F-E071-4126-87B8-575AE5DCD42A}" srcOrd="12" destOrd="0" presId="urn:microsoft.com/office/officeart/2005/8/layout/process2"/>
  </dgm:cxnLst>
  <dgm:bg/>
  <dgm:whole/>
  <dgm:extLst>
    <a:ext uri="http://schemas.microsoft.com/office/drawing/2008/diagram">
      <dsp:dataModelExt xmlns:dsp="http://schemas.microsoft.com/office/drawing/2008/diagram" relId="rId7" minVer="http://schemas.openxmlformats.org/drawingml/2006/diagram"/>
    </a:ext>
    <a:ext uri="{C62137D5-CB1D-491B-B009-E17868A290BF}">
      <dgm14:recolorImg xmlns:dgm14="http://schemas.microsoft.com/office/drawing/2010/diagram" val="1"/>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DF318CB-4E2D-4711-9935-8A8083DEC0F7}">
      <dsp:nvSpPr>
        <dsp:cNvPr id="0" name=""/>
        <dsp:cNvSpPr/>
      </dsp:nvSpPr>
      <dsp:spPr>
        <a:xfrm>
          <a:off x="396047" y="793"/>
          <a:ext cx="2033281" cy="650081"/>
        </a:xfrm>
        <a:prstGeom prst="roundRect">
          <a:avLst>
            <a:gd name="adj" fmla="val 10000"/>
          </a:avLst>
        </a:prstGeom>
        <a:solidFill>
          <a:schemeClr val="accent1">
            <a:shade val="8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Screening</a:t>
          </a:r>
        </a:p>
      </dsp:txBody>
      <dsp:txXfrm>
        <a:off x="415087" y="19833"/>
        <a:ext cx="1995201" cy="612001"/>
      </dsp:txXfrm>
    </dsp:sp>
    <dsp:sp modelId="{6CB0F7AF-2000-409B-9AF9-B87BCDAB4727}">
      <dsp:nvSpPr>
        <dsp:cNvPr id="0" name=""/>
        <dsp:cNvSpPr/>
      </dsp:nvSpPr>
      <dsp:spPr>
        <a:xfrm rot="5400000">
          <a:off x="1290798" y="667127"/>
          <a:ext cx="243780" cy="292536"/>
        </a:xfrm>
        <a:prstGeom prst="rightArrow">
          <a:avLst>
            <a:gd name="adj1" fmla="val 60000"/>
            <a:gd name="adj2" fmla="val 50000"/>
          </a:avLst>
        </a:prstGeom>
        <a:solidFill>
          <a:schemeClr val="accent1">
            <a:shade val="9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691505"/>
        <a:ext cx="175522" cy="170646"/>
      </dsp:txXfrm>
    </dsp:sp>
    <dsp:sp modelId="{75429F3D-1D9C-4D14-97BA-5766D1D41230}">
      <dsp:nvSpPr>
        <dsp:cNvPr id="0" name=""/>
        <dsp:cNvSpPr/>
      </dsp:nvSpPr>
      <dsp:spPr>
        <a:xfrm>
          <a:off x="396047" y="975915"/>
          <a:ext cx="2033281" cy="650081"/>
        </a:xfrm>
        <a:prstGeom prst="roundRect">
          <a:avLst>
            <a:gd name="adj" fmla="val 10000"/>
          </a:avLst>
        </a:prstGeom>
        <a:solidFill>
          <a:schemeClr val="accent1">
            <a:shade val="80000"/>
            <a:hueOff val="9263"/>
            <a:satOff val="-802"/>
            <a:lumOff val="5525"/>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Priming Exercise</a:t>
          </a:r>
        </a:p>
      </dsp:txBody>
      <dsp:txXfrm>
        <a:off x="415087" y="994955"/>
        <a:ext cx="1995201" cy="612001"/>
      </dsp:txXfrm>
    </dsp:sp>
    <dsp:sp modelId="{9220D5DA-9E99-4AAD-A9F9-8C8A17D8E5B7}">
      <dsp:nvSpPr>
        <dsp:cNvPr id="0" name=""/>
        <dsp:cNvSpPr/>
      </dsp:nvSpPr>
      <dsp:spPr>
        <a:xfrm rot="5400000">
          <a:off x="1290798" y="1642248"/>
          <a:ext cx="243780" cy="292536"/>
        </a:xfrm>
        <a:prstGeom prst="rightArrow">
          <a:avLst>
            <a:gd name="adj1" fmla="val 60000"/>
            <a:gd name="adj2" fmla="val 50000"/>
          </a:avLst>
        </a:prstGeom>
        <a:solidFill>
          <a:schemeClr val="accent1">
            <a:shade val="90000"/>
            <a:hueOff val="10809"/>
            <a:satOff val="-951"/>
            <a:lumOff val="6263"/>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1666626"/>
        <a:ext cx="175522" cy="170646"/>
      </dsp:txXfrm>
    </dsp:sp>
    <dsp:sp modelId="{26A8D206-D48B-4270-9773-967E480635C2}">
      <dsp:nvSpPr>
        <dsp:cNvPr id="0" name=""/>
        <dsp:cNvSpPr/>
      </dsp:nvSpPr>
      <dsp:spPr>
        <a:xfrm>
          <a:off x="396047" y="1951037"/>
          <a:ext cx="2033281" cy="650081"/>
        </a:xfrm>
        <a:prstGeom prst="roundRect">
          <a:avLst>
            <a:gd name="adj" fmla="val 10000"/>
          </a:avLst>
        </a:prstGeom>
        <a:solidFill>
          <a:schemeClr val="accent1">
            <a:shade val="80000"/>
            <a:hueOff val="18525"/>
            <a:satOff val="-1604"/>
            <a:lumOff val="11051"/>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First Sip</a:t>
          </a:r>
        </a:p>
      </dsp:txBody>
      <dsp:txXfrm>
        <a:off x="415087" y="1970077"/>
        <a:ext cx="1995201" cy="612001"/>
      </dsp:txXfrm>
    </dsp:sp>
    <dsp:sp modelId="{4A5ABB4C-D4AD-4FE2-90BB-5B6FD991561D}">
      <dsp:nvSpPr>
        <dsp:cNvPr id="0" name=""/>
        <dsp:cNvSpPr/>
      </dsp:nvSpPr>
      <dsp:spPr>
        <a:xfrm rot="5400000">
          <a:off x="1290798" y="2617370"/>
          <a:ext cx="243780" cy="292536"/>
        </a:xfrm>
        <a:prstGeom prst="rightArrow">
          <a:avLst>
            <a:gd name="adj1" fmla="val 60000"/>
            <a:gd name="adj2" fmla="val 50000"/>
          </a:avLst>
        </a:prstGeom>
        <a:solidFill>
          <a:schemeClr val="accent1">
            <a:shade val="90000"/>
            <a:hueOff val="21619"/>
            <a:satOff val="-1902"/>
            <a:lumOff val="12527"/>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2641748"/>
        <a:ext cx="175522" cy="170646"/>
      </dsp:txXfrm>
    </dsp:sp>
    <dsp:sp modelId="{EADB4E4F-00BF-4F68-9F6F-2CBC4DFA19ED}">
      <dsp:nvSpPr>
        <dsp:cNvPr id="0" name=""/>
        <dsp:cNvSpPr/>
      </dsp:nvSpPr>
      <dsp:spPr>
        <a:xfrm>
          <a:off x="396047" y="2926159"/>
          <a:ext cx="2033281" cy="650081"/>
        </a:xfrm>
        <a:prstGeom prst="roundRect">
          <a:avLst>
            <a:gd name="adj" fmla="val 10000"/>
          </a:avLst>
        </a:prstGeom>
        <a:solidFill>
          <a:schemeClr val="accent1">
            <a:shade val="80000"/>
            <a:hueOff val="27788"/>
            <a:satOff val="-2405"/>
            <a:lumOff val="16576"/>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Emotion</a:t>
          </a:r>
        </a:p>
      </dsp:txBody>
      <dsp:txXfrm>
        <a:off x="415087" y="2945199"/>
        <a:ext cx="1995201" cy="612001"/>
      </dsp:txXfrm>
    </dsp:sp>
    <dsp:sp modelId="{27BE4F14-1649-4D0E-A0B7-751533E49570}">
      <dsp:nvSpPr>
        <dsp:cNvPr id="0" name=""/>
        <dsp:cNvSpPr/>
      </dsp:nvSpPr>
      <dsp:spPr>
        <a:xfrm rot="5400000">
          <a:off x="1290798" y="3592492"/>
          <a:ext cx="243780" cy="292536"/>
        </a:xfrm>
        <a:prstGeom prst="rightArrow">
          <a:avLst>
            <a:gd name="adj1" fmla="val 60000"/>
            <a:gd name="adj2" fmla="val 50000"/>
          </a:avLst>
        </a:prstGeom>
        <a:solidFill>
          <a:schemeClr val="accent1">
            <a:shade val="90000"/>
            <a:hueOff val="32428"/>
            <a:satOff val="-2852"/>
            <a:lumOff val="1879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3616870"/>
        <a:ext cx="175522" cy="170646"/>
      </dsp:txXfrm>
    </dsp:sp>
    <dsp:sp modelId="{7893C1BE-BFCF-4AA9-AB6D-704FE9C01404}">
      <dsp:nvSpPr>
        <dsp:cNvPr id="0" name=""/>
        <dsp:cNvSpPr/>
      </dsp:nvSpPr>
      <dsp:spPr>
        <a:xfrm>
          <a:off x="396047" y="3901281"/>
          <a:ext cx="2033281" cy="650081"/>
        </a:xfrm>
        <a:prstGeom prst="roundRect">
          <a:avLst>
            <a:gd name="adj" fmla="val 10000"/>
          </a:avLst>
        </a:prstGeom>
        <a:solidFill>
          <a:schemeClr val="accent1">
            <a:shade val="80000"/>
            <a:hueOff val="37050"/>
            <a:satOff val="-3207"/>
            <a:lumOff val="22101"/>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Last Sip</a:t>
          </a:r>
        </a:p>
      </dsp:txBody>
      <dsp:txXfrm>
        <a:off x="415087" y="3920321"/>
        <a:ext cx="1995201" cy="612001"/>
      </dsp:txXfrm>
    </dsp:sp>
    <dsp:sp modelId="{4FEA6EED-C500-43FE-AA3E-2C3B52DB0C91}">
      <dsp:nvSpPr>
        <dsp:cNvPr id="0" name=""/>
        <dsp:cNvSpPr/>
      </dsp:nvSpPr>
      <dsp:spPr>
        <a:xfrm rot="5400000">
          <a:off x="1290798" y="4567614"/>
          <a:ext cx="243780" cy="292536"/>
        </a:xfrm>
        <a:prstGeom prst="rightArrow">
          <a:avLst>
            <a:gd name="adj1" fmla="val 60000"/>
            <a:gd name="adj2" fmla="val 50000"/>
          </a:avLst>
        </a:prstGeom>
        <a:solidFill>
          <a:schemeClr val="accent1">
            <a:shade val="90000"/>
            <a:hueOff val="43237"/>
            <a:satOff val="-3803"/>
            <a:lumOff val="25054"/>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4591992"/>
        <a:ext cx="175522" cy="170646"/>
      </dsp:txXfrm>
    </dsp:sp>
    <dsp:sp modelId="{C94B3B76-38D2-4B3F-AE85-B88C35D17480}">
      <dsp:nvSpPr>
        <dsp:cNvPr id="0" name=""/>
        <dsp:cNvSpPr/>
      </dsp:nvSpPr>
      <dsp:spPr>
        <a:xfrm>
          <a:off x="396047" y="4876403"/>
          <a:ext cx="2033281" cy="650081"/>
        </a:xfrm>
        <a:prstGeom prst="roundRect">
          <a:avLst>
            <a:gd name="adj" fmla="val 10000"/>
          </a:avLst>
        </a:prstGeom>
        <a:solidFill>
          <a:schemeClr val="accent1">
            <a:shade val="80000"/>
            <a:hueOff val="46313"/>
            <a:satOff val="-4009"/>
            <a:lumOff val="27627"/>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Sensory</a:t>
          </a:r>
        </a:p>
      </dsp:txBody>
      <dsp:txXfrm>
        <a:off x="415087" y="4895443"/>
        <a:ext cx="1995201" cy="612001"/>
      </dsp:txXfrm>
    </dsp:sp>
    <dsp:sp modelId="{E6692173-1B18-433F-9B76-BFBA002ADC3C}">
      <dsp:nvSpPr>
        <dsp:cNvPr id="0" name=""/>
        <dsp:cNvSpPr/>
      </dsp:nvSpPr>
      <dsp:spPr>
        <a:xfrm rot="5400000">
          <a:off x="1290798" y="5542736"/>
          <a:ext cx="243780" cy="292536"/>
        </a:xfrm>
        <a:prstGeom prst="rightArrow">
          <a:avLst>
            <a:gd name="adj1" fmla="val 60000"/>
            <a:gd name="adj2" fmla="val 50000"/>
          </a:avLst>
        </a:prstGeom>
        <a:solidFill>
          <a:schemeClr val="accent1">
            <a:shade val="90000"/>
            <a:hueOff val="54046"/>
            <a:satOff val="-4754"/>
            <a:lumOff val="31317"/>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5567114"/>
        <a:ext cx="175522" cy="170646"/>
      </dsp:txXfrm>
    </dsp:sp>
    <dsp:sp modelId="{AD59055F-E071-4126-87B8-575AE5DCD42A}">
      <dsp:nvSpPr>
        <dsp:cNvPr id="0" name=""/>
        <dsp:cNvSpPr/>
      </dsp:nvSpPr>
      <dsp:spPr>
        <a:xfrm>
          <a:off x="396047" y="5851524"/>
          <a:ext cx="2033281" cy="650081"/>
        </a:xfrm>
        <a:prstGeom prst="roundRect">
          <a:avLst>
            <a:gd name="adj" fmla="val 10000"/>
          </a:avLst>
        </a:prstGeom>
        <a:solidFill>
          <a:schemeClr val="accent1">
            <a:shade val="80000"/>
            <a:hueOff val="55575"/>
            <a:satOff val="-4811"/>
            <a:lumOff val="33152"/>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Jobs to be Done</a:t>
          </a:r>
        </a:p>
      </dsp:txBody>
      <dsp:txXfrm>
        <a:off x="415087" y="5870564"/>
        <a:ext cx="1995201" cy="612001"/>
      </dsp:txXfrm>
    </dsp:sp>
  </dsp:spTree>
</dsp:drawing>
</file>

<file path=ppt/diagrams/layout1.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684B623-60FB-43DD-81B3-BB03F86EAB08}"/>
              </a:ext>
            </a:extLst>
          </p:cNvPr>
          <p:cNvSpPr>
            <a:spLocks noGrp="1"/>
          </p:cNvSpPr>
          <p:nvPr>
            <p:ph type="hdr" sz="quarter"/>
          </p:nvPr>
        </p:nvSpPr>
        <p:spPr>
          <a:xfrm>
            <a:off x="0" y="3"/>
            <a:ext cx="6858000" cy="458788"/>
          </a:xfrm>
          <a:prstGeom prst="rect">
            <a:avLst/>
          </a:prstGeom>
        </p:spPr>
        <p:txBody>
          <a:bodyPr vert="horz" lIns="228600" tIns="228600" rIns="0" bIns="228600" rtlCol="0" anchor="ctr" anchorCtr="0"/>
          <a:lstStyle>
            <a:lvl1pPr algn="l">
              <a:defRPr sz="1200"/>
            </a:lvl1pPr>
          </a:lstStyle>
          <a:p>
            <a:endParaRPr lang="en-US" sz="700">
              <a:latin typeface="Unity" panose="020B0505030303020204" pitchFamily="34" charset="0"/>
            </a:endParaRPr>
          </a:p>
        </p:txBody>
      </p:sp>
    </p:spTree>
    <p:extLst>
      <p:ext uri="{BB962C8B-B14F-4D97-AF65-F5344CB8AC3E}">
        <p14:creationId xmlns:p14="http://schemas.microsoft.com/office/powerpoint/2010/main" val="110361677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Slide Image Placeholder 3"/>
          <p:cNvSpPr>
            <a:spLocks noGrp="1" noRot="1" noChangeAspect="1"/>
          </p:cNvSpPr>
          <p:nvPr>
            <p:ph type="sldImg" idx="2"/>
          </p:nvPr>
        </p:nvSpPr>
        <p:spPr>
          <a:xfrm>
            <a:off x="685800" y="4572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3886200"/>
            <a:ext cx="5486400" cy="4800600"/>
          </a:xfrm>
          <a:prstGeom prst="rect">
            <a:avLst/>
          </a:prstGeom>
        </p:spPr>
        <p:txBody>
          <a:bodyPr vert="horz" lIns="0" tIns="0" rIns="0" bIns="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345685417"/>
      </p:ext>
    </p:extLst>
  </p:cSld>
  <p:clrMap bg1="lt1" tx1="dk1" bg2="lt2" tx2="dk2" accent1="accent1" accent2="accent2" accent3="accent3" accent4="accent4" accent5="accent5" accent6="accent6" hlink="hlink" folHlink="folHlink"/>
  <p:notesStyle>
    <a:lvl1pPr marL="0" algn="l" defTabSz="914400" rtl="0" eaLnBrk="1" latinLnBrk="0" hangingPunct="1">
      <a:spcAft>
        <a:spcPts val="500"/>
      </a:spcAft>
      <a:defRPr sz="900" kern="1200">
        <a:solidFill>
          <a:schemeClr val="tx1"/>
        </a:solidFill>
        <a:latin typeface="+mn-lt"/>
        <a:ea typeface="+mn-ea"/>
        <a:cs typeface="+mn-cs"/>
      </a:defRPr>
    </a:lvl1pPr>
    <a:lvl2pPr marL="115888" indent="-115888" algn="l" defTabSz="914400" rtl="0" eaLnBrk="1" latinLnBrk="0" hangingPunct="1">
      <a:spcAft>
        <a:spcPts val="500"/>
      </a:spcAft>
      <a:buFont typeface="Arial" panose="020B0604020202020204" pitchFamily="34" charset="0"/>
      <a:buChar char="•"/>
      <a:defRPr sz="900" kern="1200">
        <a:solidFill>
          <a:schemeClr val="tx1"/>
        </a:solidFill>
        <a:latin typeface="+mn-lt"/>
        <a:ea typeface="+mn-ea"/>
        <a:cs typeface="+mn-cs"/>
      </a:defRPr>
    </a:lvl2pPr>
    <a:lvl3pPr marL="573088" indent="-115888" algn="l" defTabSz="914400" rtl="0" eaLnBrk="1" latinLnBrk="0" hangingPunct="1">
      <a:spcAft>
        <a:spcPts val="500"/>
      </a:spcAft>
      <a:buFont typeface="Arial" panose="020B0604020202020204" pitchFamily="34" charset="0"/>
      <a:buChar char="•"/>
      <a:defRPr sz="900" kern="1200">
        <a:solidFill>
          <a:schemeClr val="tx1"/>
        </a:solidFill>
        <a:latin typeface="+mn-lt"/>
        <a:ea typeface="+mn-ea"/>
        <a:cs typeface="+mn-cs"/>
      </a:defRPr>
    </a:lvl3pPr>
    <a:lvl4pPr marL="1030288" indent="-115888" algn="l" defTabSz="914400" rtl="0" eaLnBrk="1" latinLnBrk="0" hangingPunct="1">
      <a:spcAft>
        <a:spcPts val="500"/>
      </a:spcAft>
      <a:buFont typeface="Arial" panose="020B0604020202020204" pitchFamily="34" charset="0"/>
      <a:buChar char="•"/>
      <a:defRPr sz="900" kern="1200">
        <a:solidFill>
          <a:schemeClr val="tx1"/>
        </a:solidFill>
        <a:latin typeface="+mn-lt"/>
        <a:ea typeface="+mn-ea"/>
        <a:cs typeface="+mn-cs"/>
      </a:defRPr>
    </a:lvl4pPr>
    <a:lvl5pPr marL="1487488" indent="-114300" algn="l" defTabSz="914400" rtl="0" eaLnBrk="1" latinLnBrk="0" hangingPunct="1">
      <a:spcAft>
        <a:spcPts val="500"/>
      </a:spcAft>
      <a:buFont typeface="Arial" panose="020B0604020202020204" pitchFamily="34" charset="0"/>
      <a:buChar char="•"/>
      <a:defRPr sz="900" kern="1200">
        <a:solidFill>
          <a:schemeClr val="tx1"/>
        </a:solidFill>
        <a:latin typeface="+mn-lt"/>
        <a:ea typeface="+mn-ea"/>
        <a:cs typeface="+mn-cs"/>
      </a:defRPr>
    </a:lvl5pPr>
    <a:lvl6pPr marL="2743200" algn="l" defTabSz="1097280" rtl="0" eaLnBrk="1" latinLnBrk="0" hangingPunct="1">
      <a:defRPr sz="1440" kern="1200">
        <a:solidFill>
          <a:schemeClr val="tx1"/>
        </a:solidFill>
        <a:latin typeface="+mn-lt"/>
        <a:ea typeface="+mn-ea"/>
        <a:cs typeface="+mn-cs"/>
      </a:defRPr>
    </a:lvl6pPr>
    <a:lvl7pPr marL="3291840" algn="l" defTabSz="1097280" rtl="0" eaLnBrk="1" latinLnBrk="0" hangingPunct="1">
      <a:defRPr sz="1440" kern="1200">
        <a:solidFill>
          <a:schemeClr val="tx1"/>
        </a:solidFill>
        <a:latin typeface="+mn-lt"/>
        <a:ea typeface="+mn-ea"/>
        <a:cs typeface="+mn-cs"/>
      </a:defRPr>
    </a:lvl7pPr>
    <a:lvl8pPr marL="3840480" algn="l" defTabSz="1097280" rtl="0" eaLnBrk="1" latinLnBrk="0" hangingPunct="1">
      <a:defRPr sz="1440" kern="1200">
        <a:solidFill>
          <a:schemeClr val="tx1"/>
        </a:solidFill>
        <a:latin typeface="+mn-lt"/>
        <a:ea typeface="+mn-ea"/>
        <a:cs typeface="+mn-cs"/>
      </a:defRPr>
    </a:lvl8pPr>
    <a:lvl9pPr marL="4389120" algn="l" defTabSz="1097280" rtl="0" eaLnBrk="1" latinLnBrk="0" hangingPunct="1">
      <a:defRPr sz="144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C737841B-DECD-F142-7321-31E98DED877E}"/>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6B2F18D3-BA3C-70DD-965B-64802D32D1D4}"/>
              </a:ext>
            </a:extLst>
          </p:cNvPr>
          <p:cNvSpPr>
            <a:spLocks noGrp="1" noRot="1" noChangeAspect="1"/>
          </p:cNvSpPr>
          <p:nvPr>
            <p:ph type="sldImg" idx="2"/>
          </p:nvPr>
        </p:nvSpPr>
        <p:spPr/>
      </p:sp>
    </p:spTree>
    <p:extLst>
      <p:ext uri="{BB962C8B-B14F-4D97-AF65-F5344CB8AC3E}">
        <p14:creationId xmlns:p14="http://schemas.microsoft.com/office/powerpoint/2010/main" val="68815402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0FC4CDF8-20D9-0D8A-3793-D0023375D5C2}"/>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A03EDFB7-D0EE-E4CD-7266-64EBE7C81C05}"/>
              </a:ext>
            </a:extLst>
          </p:cNvPr>
          <p:cNvSpPr>
            <a:spLocks noGrp="1" noRot="1" noChangeAspect="1"/>
          </p:cNvSpPr>
          <p:nvPr>
            <p:ph type="sldImg" idx="2"/>
          </p:nvPr>
        </p:nvSpPr>
        <p:spPr/>
      </p:sp>
    </p:spTree>
    <p:extLst>
      <p:ext uri="{BB962C8B-B14F-4D97-AF65-F5344CB8AC3E}">
        <p14:creationId xmlns:p14="http://schemas.microsoft.com/office/powerpoint/2010/main" val="172559405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764B272F-BA6F-F888-09B7-2DF71A8E60C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84CE535-FE2D-1F55-6501-B03622F42E53}"/>
              </a:ext>
            </a:extLst>
          </p:cNvPr>
          <p:cNvSpPr>
            <a:spLocks noGrp="1" noRot="1" noChangeAspect="1"/>
          </p:cNvSpPr>
          <p:nvPr>
            <p:ph type="sldImg" idx="2"/>
          </p:nvPr>
        </p:nvSpPr>
        <p:spPr/>
      </p:sp>
    </p:spTree>
    <p:extLst>
      <p:ext uri="{BB962C8B-B14F-4D97-AF65-F5344CB8AC3E}">
        <p14:creationId xmlns:p14="http://schemas.microsoft.com/office/powerpoint/2010/main" val="48945944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48894CEF-9819-C74E-8546-B7660868EF79}"/>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0E410C43-FFE5-D477-0D8C-1930B8EF3FFF}"/>
              </a:ext>
            </a:extLst>
          </p:cNvPr>
          <p:cNvSpPr>
            <a:spLocks noGrp="1" noRot="1" noChangeAspect="1"/>
          </p:cNvSpPr>
          <p:nvPr>
            <p:ph type="sldImg" idx="2"/>
          </p:nvPr>
        </p:nvSpPr>
        <p:spPr/>
      </p:sp>
    </p:spTree>
    <p:extLst>
      <p:ext uri="{BB962C8B-B14F-4D97-AF65-F5344CB8AC3E}">
        <p14:creationId xmlns:p14="http://schemas.microsoft.com/office/powerpoint/2010/main" val="206618645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967FF9-FA1D-0172-7184-24F4C6B24E7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4520A6C-7CC0-089A-92A5-5EC43C170A7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C4F6E0D-3603-F6F3-50AA-554FB2CDC5B3}"/>
              </a:ext>
            </a:extLst>
          </p:cNvPr>
          <p:cNvSpPr>
            <a:spLocks noGrp="1" noRot="1" noChangeAspect="1"/>
          </p:cNvSpPr>
          <p:nvPr>
            <p:ph type="sldImg" idx="2"/>
          </p:nvPr>
        </p:nvSpPr>
        <p:spPr/>
      </p:sp>
    </p:spTree>
    <p:extLst>
      <p:ext uri="{BB962C8B-B14F-4D97-AF65-F5344CB8AC3E}">
        <p14:creationId xmlns:p14="http://schemas.microsoft.com/office/powerpoint/2010/main" val="52577436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33AEA9-95F8-5C50-6793-606D3190C87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069A924-F106-F280-C97C-6AB62560569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D390EED-68EF-510B-BB19-C4C1A4DC2F2E}"/>
              </a:ext>
            </a:extLst>
          </p:cNvPr>
          <p:cNvSpPr>
            <a:spLocks noGrp="1" noRot="1" noChangeAspect="1"/>
          </p:cNvSpPr>
          <p:nvPr>
            <p:ph type="sldImg" idx="2"/>
          </p:nvPr>
        </p:nvSpPr>
        <p:spPr/>
      </p:sp>
    </p:spTree>
    <p:extLst>
      <p:ext uri="{BB962C8B-B14F-4D97-AF65-F5344CB8AC3E}">
        <p14:creationId xmlns:p14="http://schemas.microsoft.com/office/powerpoint/2010/main" val="307495601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F81C6-F369-2820-7143-37A97591DBA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60DFCB0-7508-2BA0-8C18-5C9824273F1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DA31855-3DF4-5F87-6DBB-66F22F6D108A}"/>
              </a:ext>
            </a:extLst>
          </p:cNvPr>
          <p:cNvSpPr>
            <a:spLocks noGrp="1" noRot="1" noChangeAspect="1"/>
          </p:cNvSpPr>
          <p:nvPr>
            <p:ph type="sldImg" idx="2"/>
          </p:nvPr>
        </p:nvSpPr>
        <p:spPr/>
      </p:sp>
    </p:spTree>
    <p:extLst>
      <p:ext uri="{BB962C8B-B14F-4D97-AF65-F5344CB8AC3E}">
        <p14:creationId xmlns:p14="http://schemas.microsoft.com/office/powerpoint/2010/main" val="6592322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ED55AC13-FAB7-89AD-8A75-C06B0FB402A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E356D3C-C447-38E2-E62A-BB8AE6AB3EE3}"/>
              </a:ext>
            </a:extLst>
          </p:cNvPr>
          <p:cNvSpPr>
            <a:spLocks noGrp="1" noRot="1" noChangeAspect="1"/>
          </p:cNvSpPr>
          <p:nvPr>
            <p:ph type="sldImg" idx="2"/>
          </p:nvPr>
        </p:nvSpPr>
        <p:spPr/>
      </p:sp>
    </p:spTree>
    <p:extLst>
      <p:ext uri="{BB962C8B-B14F-4D97-AF65-F5344CB8AC3E}">
        <p14:creationId xmlns:p14="http://schemas.microsoft.com/office/powerpoint/2010/main" val="37501491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DFB5D8-1FBD-95C8-3A9C-F016C611AED0}"/>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63147525-C52A-AECC-AB47-9BF254E75BBE}"/>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18B85592-1BF5-7E76-A991-33BB53FA3FF0}"/>
              </a:ext>
            </a:extLst>
          </p:cNvPr>
          <p:cNvSpPr>
            <a:spLocks noGrp="1" noRot="1" noChangeAspect="1"/>
          </p:cNvSpPr>
          <p:nvPr>
            <p:ph type="sldImg" idx="2"/>
          </p:nvPr>
        </p:nvSpPr>
        <p:spPr/>
      </p:sp>
    </p:spTree>
    <p:extLst>
      <p:ext uri="{BB962C8B-B14F-4D97-AF65-F5344CB8AC3E}">
        <p14:creationId xmlns:p14="http://schemas.microsoft.com/office/powerpoint/2010/main" val="115591443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8BC430-C193-8CF6-3A4E-672CF1B6F2A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CAEAC57-50E0-553F-B933-E380828C663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5BC61CF-6C2E-6227-1F39-869E0B8A3553}"/>
              </a:ext>
            </a:extLst>
          </p:cNvPr>
          <p:cNvSpPr>
            <a:spLocks noGrp="1" noRot="1" noChangeAspect="1"/>
          </p:cNvSpPr>
          <p:nvPr>
            <p:ph type="sldImg" idx="2"/>
          </p:nvPr>
        </p:nvSpPr>
        <p:spPr/>
      </p:sp>
    </p:spTree>
    <p:extLst>
      <p:ext uri="{BB962C8B-B14F-4D97-AF65-F5344CB8AC3E}">
        <p14:creationId xmlns:p14="http://schemas.microsoft.com/office/powerpoint/2010/main" val="405244411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7B3E40-0B8C-BCB2-FEDB-58594130515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E57737A-2A38-53CD-403F-6B62E0495A8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8C4D2A2-79D8-FA3A-199A-FC46E426445D}"/>
              </a:ext>
            </a:extLst>
          </p:cNvPr>
          <p:cNvSpPr>
            <a:spLocks noGrp="1" noRot="1" noChangeAspect="1"/>
          </p:cNvSpPr>
          <p:nvPr>
            <p:ph type="sldImg" idx="2"/>
          </p:nvPr>
        </p:nvSpPr>
        <p:spPr/>
      </p:sp>
    </p:spTree>
    <p:extLst>
      <p:ext uri="{BB962C8B-B14F-4D97-AF65-F5344CB8AC3E}">
        <p14:creationId xmlns:p14="http://schemas.microsoft.com/office/powerpoint/2010/main" val="54408171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268D9F-969E-99FC-5FB3-53B8EB1D296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530A1B2-04EF-6699-B9B4-EF56B176DFA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7A6E3BB-909C-A715-CE74-25D70AF2310E}"/>
              </a:ext>
            </a:extLst>
          </p:cNvPr>
          <p:cNvSpPr>
            <a:spLocks noGrp="1" noRot="1" noChangeAspect="1"/>
          </p:cNvSpPr>
          <p:nvPr>
            <p:ph type="sldImg" idx="2"/>
          </p:nvPr>
        </p:nvSpPr>
        <p:spPr/>
      </p:sp>
    </p:spTree>
    <p:extLst>
      <p:ext uri="{BB962C8B-B14F-4D97-AF65-F5344CB8AC3E}">
        <p14:creationId xmlns:p14="http://schemas.microsoft.com/office/powerpoint/2010/main" val="58549477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3F08C-3A49-FFD9-FFC1-89291487991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6105C6E-C267-2EC2-E9D7-682173FF84B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363BEAA-6EB8-09CB-6C32-2E74873DD3D4}"/>
              </a:ext>
            </a:extLst>
          </p:cNvPr>
          <p:cNvSpPr>
            <a:spLocks noGrp="1" noRot="1" noChangeAspect="1"/>
          </p:cNvSpPr>
          <p:nvPr>
            <p:ph type="sldImg" idx="2"/>
          </p:nvPr>
        </p:nvSpPr>
        <p:spPr/>
      </p:sp>
    </p:spTree>
    <p:extLst>
      <p:ext uri="{BB962C8B-B14F-4D97-AF65-F5344CB8AC3E}">
        <p14:creationId xmlns:p14="http://schemas.microsoft.com/office/powerpoint/2010/main" val="28164096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38CBC6-FD96-C3FB-1A79-F745319D5833}"/>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69FC2A7F-C926-E86D-AEF5-B9C4CFFB8826}"/>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F5BECAD5-FD9C-6BC2-2C8E-2571CCF8BBD4}"/>
              </a:ext>
            </a:extLst>
          </p:cNvPr>
          <p:cNvSpPr>
            <a:spLocks noGrp="1" noRot="1" noChangeAspect="1"/>
          </p:cNvSpPr>
          <p:nvPr>
            <p:ph type="sldImg" idx="2"/>
          </p:nvPr>
        </p:nvSpPr>
        <p:spPr/>
      </p:sp>
    </p:spTree>
    <p:extLst>
      <p:ext uri="{BB962C8B-B14F-4D97-AF65-F5344CB8AC3E}">
        <p14:creationId xmlns:p14="http://schemas.microsoft.com/office/powerpoint/2010/main" val="200992068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EE899E-1068-B27A-D269-0E911BE570A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18C8F28-D6FB-D7B7-0535-1DEDAD28567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B754D8F-23DC-C367-B3BB-030FA2C67230}"/>
              </a:ext>
            </a:extLst>
          </p:cNvPr>
          <p:cNvSpPr>
            <a:spLocks noGrp="1" noRot="1" noChangeAspect="1"/>
          </p:cNvSpPr>
          <p:nvPr>
            <p:ph type="sldImg" idx="2"/>
          </p:nvPr>
        </p:nvSpPr>
        <p:spPr/>
      </p:sp>
    </p:spTree>
    <p:extLst>
      <p:ext uri="{BB962C8B-B14F-4D97-AF65-F5344CB8AC3E}">
        <p14:creationId xmlns:p14="http://schemas.microsoft.com/office/powerpoint/2010/main" val="156666325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E9563D-22F5-4BE8-2410-5978D019888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710D9D2-5C8C-A087-B7B1-91D76D1FEF3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4E858A9-E59E-72C2-601E-E96A2DD68164}"/>
              </a:ext>
            </a:extLst>
          </p:cNvPr>
          <p:cNvSpPr>
            <a:spLocks noGrp="1" noRot="1" noChangeAspect="1"/>
          </p:cNvSpPr>
          <p:nvPr>
            <p:ph type="sldImg" idx="2"/>
          </p:nvPr>
        </p:nvSpPr>
        <p:spPr/>
      </p:sp>
    </p:spTree>
    <p:extLst>
      <p:ext uri="{BB962C8B-B14F-4D97-AF65-F5344CB8AC3E}">
        <p14:creationId xmlns:p14="http://schemas.microsoft.com/office/powerpoint/2010/main" val="276343807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22B554-8E6B-1F56-DF0C-CBE35CBA207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009CD09-CB71-796A-D6BC-F7B7362DB75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CD0FC6D-11CA-72C9-5F1D-7F2543C172F1}"/>
              </a:ext>
            </a:extLst>
          </p:cNvPr>
          <p:cNvSpPr>
            <a:spLocks noGrp="1" noRot="1" noChangeAspect="1"/>
          </p:cNvSpPr>
          <p:nvPr>
            <p:ph type="sldImg" idx="2"/>
          </p:nvPr>
        </p:nvSpPr>
        <p:spPr/>
      </p:sp>
    </p:spTree>
    <p:extLst>
      <p:ext uri="{BB962C8B-B14F-4D97-AF65-F5344CB8AC3E}">
        <p14:creationId xmlns:p14="http://schemas.microsoft.com/office/powerpoint/2010/main" val="308845960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3945B9-DB45-C106-0ADE-1ED76D67E36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2E4017B-FBC6-D342-F3D3-721E2F0C0CD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BC60DB5-1761-C9A7-D210-97706CAB7413}"/>
              </a:ext>
            </a:extLst>
          </p:cNvPr>
          <p:cNvSpPr>
            <a:spLocks noGrp="1" noRot="1" noChangeAspect="1"/>
          </p:cNvSpPr>
          <p:nvPr>
            <p:ph type="sldImg" idx="2"/>
          </p:nvPr>
        </p:nvSpPr>
        <p:spPr/>
      </p:sp>
    </p:spTree>
    <p:extLst>
      <p:ext uri="{BB962C8B-B14F-4D97-AF65-F5344CB8AC3E}">
        <p14:creationId xmlns:p14="http://schemas.microsoft.com/office/powerpoint/2010/main" val="32964125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15CAF0-6EAD-0E79-AB1E-F6A05749DC3A}"/>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AB4799E9-A3EB-FFF4-0A27-3B7755637656}"/>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683723CC-B2E2-03C6-629D-619CC3E490D9}"/>
              </a:ext>
            </a:extLst>
          </p:cNvPr>
          <p:cNvSpPr>
            <a:spLocks noGrp="1" noRot="1" noChangeAspect="1"/>
          </p:cNvSpPr>
          <p:nvPr>
            <p:ph type="sldImg" idx="2"/>
          </p:nvPr>
        </p:nvSpPr>
        <p:spPr/>
      </p:sp>
    </p:spTree>
    <p:extLst>
      <p:ext uri="{BB962C8B-B14F-4D97-AF65-F5344CB8AC3E}">
        <p14:creationId xmlns:p14="http://schemas.microsoft.com/office/powerpoint/2010/main" val="99111746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8B5275-A4C3-35F2-0581-2CAAE8E05E2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B5A8E0E-BF3D-74EA-80C8-4D8A1B1AB9F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E7A6269-7B41-1146-3F9A-84AEA8E86073}"/>
              </a:ext>
            </a:extLst>
          </p:cNvPr>
          <p:cNvSpPr>
            <a:spLocks noGrp="1" noRot="1" noChangeAspect="1"/>
          </p:cNvSpPr>
          <p:nvPr>
            <p:ph type="sldImg" idx="2"/>
          </p:nvPr>
        </p:nvSpPr>
        <p:spPr/>
      </p:sp>
    </p:spTree>
    <p:extLst>
      <p:ext uri="{BB962C8B-B14F-4D97-AF65-F5344CB8AC3E}">
        <p14:creationId xmlns:p14="http://schemas.microsoft.com/office/powerpoint/2010/main" val="95672666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67F8CA-7880-99BB-7E8E-A4067B3ED9C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707171B-253C-7513-51B8-9EF5CF7C1D5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DD33002-A647-1D2B-793B-887C6E018ED5}"/>
              </a:ext>
            </a:extLst>
          </p:cNvPr>
          <p:cNvSpPr>
            <a:spLocks noGrp="1" noRot="1" noChangeAspect="1"/>
          </p:cNvSpPr>
          <p:nvPr>
            <p:ph type="sldImg" idx="2"/>
          </p:nvPr>
        </p:nvSpPr>
        <p:spPr/>
      </p:sp>
    </p:spTree>
    <p:extLst>
      <p:ext uri="{BB962C8B-B14F-4D97-AF65-F5344CB8AC3E}">
        <p14:creationId xmlns:p14="http://schemas.microsoft.com/office/powerpoint/2010/main" val="321814838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FF3DBC-5529-039F-4302-F63ADA08992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61857AD-589D-5250-2EC4-D672B4DED4A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7AA1ED8-08CE-5084-1A51-5E9A6F7140CE}"/>
              </a:ext>
            </a:extLst>
          </p:cNvPr>
          <p:cNvSpPr>
            <a:spLocks noGrp="1" noRot="1" noChangeAspect="1"/>
          </p:cNvSpPr>
          <p:nvPr>
            <p:ph type="sldImg" idx="2"/>
          </p:nvPr>
        </p:nvSpPr>
        <p:spPr/>
      </p:sp>
    </p:spTree>
    <p:extLst>
      <p:ext uri="{BB962C8B-B14F-4D97-AF65-F5344CB8AC3E}">
        <p14:creationId xmlns:p14="http://schemas.microsoft.com/office/powerpoint/2010/main" val="173965681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926C0F-EFF0-5B68-E658-6A90F565BC3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FC8CEB3-CA31-17BD-BE5F-E0B26210D29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C225E68-B1B8-7A4B-25DB-4D91246414E6}"/>
              </a:ext>
            </a:extLst>
          </p:cNvPr>
          <p:cNvSpPr>
            <a:spLocks noGrp="1" noRot="1" noChangeAspect="1"/>
          </p:cNvSpPr>
          <p:nvPr>
            <p:ph type="sldImg" idx="2"/>
          </p:nvPr>
        </p:nvSpPr>
        <p:spPr/>
      </p:sp>
    </p:spTree>
    <p:extLst>
      <p:ext uri="{BB962C8B-B14F-4D97-AF65-F5344CB8AC3E}">
        <p14:creationId xmlns:p14="http://schemas.microsoft.com/office/powerpoint/2010/main" val="47736341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42DE7C-4F3E-AEC1-BA71-899A832C626D}"/>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5590AFC4-E813-58D5-C626-96C6BA2512F2}"/>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598C7FFF-BEBE-824C-6582-5E33B72E9482}"/>
              </a:ext>
            </a:extLst>
          </p:cNvPr>
          <p:cNvSpPr>
            <a:spLocks noGrp="1" noRot="1" noChangeAspect="1"/>
          </p:cNvSpPr>
          <p:nvPr>
            <p:ph type="sldImg" idx="2"/>
          </p:nvPr>
        </p:nvSpPr>
        <p:spPr/>
      </p:sp>
    </p:spTree>
    <p:extLst>
      <p:ext uri="{BB962C8B-B14F-4D97-AF65-F5344CB8AC3E}">
        <p14:creationId xmlns:p14="http://schemas.microsoft.com/office/powerpoint/2010/main" val="185844006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F85CCF-C706-5888-BB92-073BF10313D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96C78B0-8E24-7368-7594-52444F6017E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C093650-6B7A-6B67-A841-9B7190EABFC8}"/>
              </a:ext>
            </a:extLst>
          </p:cNvPr>
          <p:cNvSpPr>
            <a:spLocks noGrp="1" noRot="1" noChangeAspect="1"/>
          </p:cNvSpPr>
          <p:nvPr>
            <p:ph type="sldImg" idx="2"/>
          </p:nvPr>
        </p:nvSpPr>
        <p:spPr/>
      </p:sp>
    </p:spTree>
    <p:extLst>
      <p:ext uri="{BB962C8B-B14F-4D97-AF65-F5344CB8AC3E}">
        <p14:creationId xmlns:p14="http://schemas.microsoft.com/office/powerpoint/2010/main" val="14081936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96F6E1-9B85-D178-1BA0-DCAC6832701E}"/>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6E86A143-50CF-7353-7F57-1BEA6F01D9DF}"/>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BF20742F-1F69-3423-09D6-A7D277D4E4F4}"/>
              </a:ext>
            </a:extLst>
          </p:cNvPr>
          <p:cNvSpPr>
            <a:spLocks noGrp="1" noRot="1" noChangeAspect="1"/>
          </p:cNvSpPr>
          <p:nvPr>
            <p:ph type="sldImg" idx="2"/>
          </p:nvPr>
        </p:nvSpPr>
        <p:spPr/>
      </p:sp>
    </p:spTree>
    <p:extLst>
      <p:ext uri="{BB962C8B-B14F-4D97-AF65-F5344CB8AC3E}">
        <p14:creationId xmlns:p14="http://schemas.microsoft.com/office/powerpoint/2010/main" val="64600384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DA4ECA-BE01-F31F-1BB3-4B93028FE4B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8D5285D-D4B5-D624-FB15-99B3702ECFD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FB1F8B9-28BE-3F8E-BAA1-5F21FA0C011B}"/>
              </a:ext>
            </a:extLst>
          </p:cNvPr>
          <p:cNvSpPr>
            <a:spLocks noGrp="1" noRot="1" noChangeAspect="1"/>
          </p:cNvSpPr>
          <p:nvPr>
            <p:ph type="sldImg" idx="2"/>
          </p:nvPr>
        </p:nvSpPr>
        <p:spPr/>
      </p:sp>
    </p:spTree>
    <p:extLst>
      <p:ext uri="{BB962C8B-B14F-4D97-AF65-F5344CB8AC3E}">
        <p14:creationId xmlns:p14="http://schemas.microsoft.com/office/powerpoint/2010/main" val="5863246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7037FF-4EDD-B75B-3C35-D7F4FE509926}"/>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DEEA1B2F-660D-8AC8-F185-FF1F41D778E8}"/>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C9962D52-7FA6-CCDF-4B3B-E1A170F35438}"/>
              </a:ext>
            </a:extLst>
          </p:cNvPr>
          <p:cNvSpPr>
            <a:spLocks noGrp="1" noRot="1" noChangeAspect="1"/>
          </p:cNvSpPr>
          <p:nvPr>
            <p:ph type="sldImg" idx="2"/>
          </p:nvPr>
        </p:nvSpPr>
        <p:spPr/>
      </p:sp>
    </p:spTree>
    <p:extLst>
      <p:ext uri="{BB962C8B-B14F-4D97-AF65-F5344CB8AC3E}">
        <p14:creationId xmlns:p14="http://schemas.microsoft.com/office/powerpoint/2010/main" val="185855409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1DB99C-A9F7-9979-1C18-079E5C05893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B6C1654-05A9-EB2E-B837-EBB39FAD294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F6A8B63-1A7B-5938-F774-67651F2086B6}"/>
              </a:ext>
            </a:extLst>
          </p:cNvPr>
          <p:cNvSpPr>
            <a:spLocks noGrp="1" noRot="1" noChangeAspect="1"/>
          </p:cNvSpPr>
          <p:nvPr>
            <p:ph type="sldImg" idx="2"/>
          </p:nvPr>
        </p:nvSpPr>
        <p:spPr/>
      </p:sp>
    </p:spTree>
    <p:extLst>
      <p:ext uri="{BB962C8B-B14F-4D97-AF65-F5344CB8AC3E}">
        <p14:creationId xmlns:p14="http://schemas.microsoft.com/office/powerpoint/2010/main" val="29248398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878D5C-B3AF-E520-84DD-7E59045B5A07}"/>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379E6DA8-06C7-B8DD-A331-9FBD2FA7B4B3}"/>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D16FD622-CBA9-AD0B-BB2C-F8B7BD8A3B3D}"/>
              </a:ext>
            </a:extLst>
          </p:cNvPr>
          <p:cNvSpPr>
            <a:spLocks noGrp="1" noRot="1" noChangeAspect="1"/>
          </p:cNvSpPr>
          <p:nvPr>
            <p:ph type="sldImg" idx="2"/>
          </p:nvPr>
        </p:nvSpPr>
        <p:spPr/>
      </p:sp>
    </p:spTree>
    <p:extLst>
      <p:ext uri="{BB962C8B-B14F-4D97-AF65-F5344CB8AC3E}">
        <p14:creationId xmlns:p14="http://schemas.microsoft.com/office/powerpoint/2010/main" val="22930090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6C4029-73CB-3DF9-3B5F-D22A599860B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6968446-9130-B627-38E4-1393DE5ADDA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E9E3D4D-F941-958F-7254-7F06BED08CF1}"/>
              </a:ext>
            </a:extLst>
          </p:cNvPr>
          <p:cNvSpPr>
            <a:spLocks noGrp="1" noRot="1" noChangeAspect="1"/>
          </p:cNvSpPr>
          <p:nvPr>
            <p:ph type="sldImg" idx="2"/>
          </p:nvPr>
        </p:nvSpPr>
        <p:spPr/>
      </p:sp>
    </p:spTree>
    <p:extLst>
      <p:ext uri="{BB962C8B-B14F-4D97-AF65-F5344CB8AC3E}">
        <p14:creationId xmlns:p14="http://schemas.microsoft.com/office/powerpoint/2010/main" val="96600761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259D1A-B60D-2564-7BA2-ABE70419BC1A}"/>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3797E3C3-F1BB-7782-2973-8F2BA88CD277}"/>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924BC4A1-F6B3-D006-86EB-FCF9BDD4BE64}"/>
              </a:ext>
            </a:extLst>
          </p:cNvPr>
          <p:cNvSpPr>
            <a:spLocks noGrp="1" noRot="1" noChangeAspect="1"/>
          </p:cNvSpPr>
          <p:nvPr>
            <p:ph type="sldImg" idx="2"/>
          </p:nvPr>
        </p:nvSpPr>
        <p:spPr/>
      </p:sp>
    </p:spTree>
    <p:extLst>
      <p:ext uri="{BB962C8B-B14F-4D97-AF65-F5344CB8AC3E}">
        <p14:creationId xmlns:p14="http://schemas.microsoft.com/office/powerpoint/2010/main" val="51283137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B764D193-293C-491D-8623-7CF6535390E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FB1EAFE-1B06-CD9F-4007-1CF46D813CDE}"/>
              </a:ext>
            </a:extLst>
          </p:cNvPr>
          <p:cNvSpPr>
            <a:spLocks noGrp="1" noRot="1" noChangeAspect="1"/>
          </p:cNvSpPr>
          <p:nvPr>
            <p:ph type="sldImg" idx="2"/>
          </p:nvPr>
        </p:nvSpPr>
        <p:spPr/>
      </p:sp>
    </p:spTree>
    <p:extLst>
      <p:ext uri="{BB962C8B-B14F-4D97-AF65-F5344CB8AC3E}">
        <p14:creationId xmlns:p14="http://schemas.microsoft.com/office/powerpoint/2010/main" val="276876985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B0E50E-3629-F2C0-DB50-F4A95822CDB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1F3E0AE-1D4A-CB4E-55CE-CA878C92ACB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546276B-070E-F3B5-386C-F4A879CAB0EA}"/>
              </a:ext>
            </a:extLst>
          </p:cNvPr>
          <p:cNvSpPr>
            <a:spLocks noGrp="1" noRot="1" noChangeAspect="1"/>
          </p:cNvSpPr>
          <p:nvPr>
            <p:ph type="sldImg" idx="2"/>
          </p:nvPr>
        </p:nvSpPr>
        <p:spPr/>
      </p:sp>
    </p:spTree>
    <p:extLst>
      <p:ext uri="{BB962C8B-B14F-4D97-AF65-F5344CB8AC3E}">
        <p14:creationId xmlns:p14="http://schemas.microsoft.com/office/powerpoint/2010/main" val="144250157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F8369024-5DB9-87ED-5CDA-0F484261046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5561E5D-B19B-6F46-2682-00E78E62F110}"/>
              </a:ext>
            </a:extLst>
          </p:cNvPr>
          <p:cNvSpPr>
            <a:spLocks noGrp="1" noRot="1" noChangeAspect="1"/>
          </p:cNvSpPr>
          <p:nvPr>
            <p:ph type="sldImg" idx="2"/>
          </p:nvPr>
        </p:nvSpPr>
        <p:spPr/>
      </p:sp>
    </p:spTree>
    <p:extLst>
      <p:ext uri="{BB962C8B-B14F-4D97-AF65-F5344CB8AC3E}">
        <p14:creationId xmlns:p14="http://schemas.microsoft.com/office/powerpoint/2010/main" val="159092341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02CA18-4018-CCAA-77D8-2110BC1C710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9581631-87FE-192C-8EB9-44CBCA84D48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799FBC1-F80A-D328-92A5-DC3C9BB26B03}"/>
              </a:ext>
            </a:extLst>
          </p:cNvPr>
          <p:cNvSpPr>
            <a:spLocks noGrp="1" noRot="1" noChangeAspect="1"/>
          </p:cNvSpPr>
          <p:nvPr>
            <p:ph type="sldImg" idx="2"/>
          </p:nvPr>
        </p:nvSpPr>
        <p:spPr/>
      </p:sp>
    </p:spTree>
    <p:extLst>
      <p:ext uri="{BB962C8B-B14F-4D97-AF65-F5344CB8AC3E}">
        <p14:creationId xmlns:p14="http://schemas.microsoft.com/office/powerpoint/2010/main" val="428851398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DD38C4-8011-1451-6725-9912EF3239B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B89628C-6E83-D256-103E-64461AAE2C2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7E1303D-5C64-9999-196F-6E94FE8C2D62}"/>
              </a:ext>
            </a:extLst>
          </p:cNvPr>
          <p:cNvSpPr>
            <a:spLocks noGrp="1" noRot="1" noChangeAspect="1"/>
          </p:cNvSpPr>
          <p:nvPr>
            <p:ph type="sldImg" idx="2"/>
          </p:nvPr>
        </p:nvSpPr>
        <p:spPr/>
      </p:sp>
    </p:spTree>
    <p:extLst>
      <p:ext uri="{BB962C8B-B14F-4D97-AF65-F5344CB8AC3E}">
        <p14:creationId xmlns:p14="http://schemas.microsoft.com/office/powerpoint/2010/main" val="150767038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238D6F44-B871-1787-FBF8-9A0D37337B3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B4C2079-C0ED-D9C9-7C68-EDDA7EE42B47}"/>
              </a:ext>
            </a:extLst>
          </p:cNvPr>
          <p:cNvSpPr>
            <a:spLocks noGrp="1" noRot="1" noChangeAspect="1"/>
          </p:cNvSpPr>
          <p:nvPr>
            <p:ph type="sldImg" idx="2"/>
          </p:nvPr>
        </p:nvSpPr>
        <p:spPr/>
      </p:sp>
    </p:spTree>
    <p:extLst>
      <p:ext uri="{BB962C8B-B14F-4D97-AF65-F5344CB8AC3E}">
        <p14:creationId xmlns:p14="http://schemas.microsoft.com/office/powerpoint/2010/main" val="205867603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4B7B1B30-7AEC-6575-6BA3-2A9E54E5505B}"/>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4E791A3B-7987-0776-603D-E171FD57A7BD}"/>
              </a:ext>
            </a:extLst>
          </p:cNvPr>
          <p:cNvSpPr>
            <a:spLocks noGrp="1" noRot="1" noChangeAspect="1"/>
          </p:cNvSpPr>
          <p:nvPr>
            <p:ph type="sldImg" idx="2"/>
          </p:nvPr>
        </p:nvSpPr>
        <p:spPr/>
      </p:sp>
    </p:spTree>
    <p:extLst>
      <p:ext uri="{BB962C8B-B14F-4D97-AF65-F5344CB8AC3E}">
        <p14:creationId xmlns:p14="http://schemas.microsoft.com/office/powerpoint/2010/main" val="408459085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A7EB280F-8A02-0459-F410-39E0D4A66C2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8CE3426-7392-9014-4A02-98E5B41D5B41}"/>
              </a:ext>
            </a:extLst>
          </p:cNvPr>
          <p:cNvSpPr>
            <a:spLocks noGrp="1" noRot="1" noChangeAspect="1"/>
          </p:cNvSpPr>
          <p:nvPr>
            <p:ph type="sldImg" idx="2"/>
          </p:nvPr>
        </p:nvSpPr>
        <p:spPr/>
      </p:sp>
    </p:spTree>
    <p:extLst>
      <p:ext uri="{BB962C8B-B14F-4D97-AF65-F5344CB8AC3E}">
        <p14:creationId xmlns:p14="http://schemas.microsoft.com/office/powerpoint/2010/main" val="229297405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EE1780-FBA8-4FFF-ED8F-BF10E0BBCDA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DCAE8B7-F93D-16D6-696F-3F899ED4882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69403CA-901E-394E-7493-AEE5F26EDA19}"/>
              </a:ext>
            </a:extLst>
          </p:cNvPr>
          <p:cNvSpPr>
            <a:spLocks noGrp="1" noRot="1" noChangeAspect="1"/>
          </p:cNvSpPr>
          <p:nvPr>
            <p:ph type="sldImg" idx="2"/>
          </p:nvPr>
        </p:nvSpPr>
        <p:spPr/>
      </p:sp>
    </p:spTree>
    <p:extLst>
      <p:ext uri="{BB962C8B-B14F-4D97-AF65-F5344CB8AC3E}">
        <p14:creationId xmlns:p14="http://schemas.microsoft.com/office/powerpoint/2010/main" val="397289852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0C9A0DF0-66E2-3823-91BE-6AFC0E89617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46FAFD9-1501-CF09-3CC0-2D789FF80363}"/>
              </a:ext>
            </a:extLst>
          </p:cNvPr>
          <p:cNvSpPr>
            <a:spLocks noGrp="1" noRot="1" noChangeAspect="1"/>
          </p:cNvSpPr>
          <p:nvPr>
            <p:ph type="sldImg" idx="2"/>
          </p:nvPr>
        </p:nvSpPr>
        <p:spPr/>
      </p:sp>
    </p:spTree>
    <p:extLst>
      <p:ext uri="{BB962C8B-B14F-4D97-AF65-F5344CB8AC3E}">
        <p14:creationId xmlns:p14="http://schemas.microsoft.com/office/powerpoint/2010/main" val="66379401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72824538-90CF-C386-4C84-5EDC0E917EA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3EB76B2-EE91-E175-86D0-554EB83D52C6}"/>
              </a:ext>
            </a:extLst>
          </p:cNvPr>
          <p:cNvSpPr>
            <a:spLocks noGrp="1" noRot="1" noChangeAspect="1"/>
          </p:cNvSpPr>
          <p:nvPr>
            <p:ph type="sldImg" idx="2"/>
          </p:nvPr>
        </p:nvSpPr>
        <p:spPr/>
      </p:sp>
    </p:spTree>
    <p:extLst>
      <p:ext uri="{BB962C8B-B14F-4D97-AF65-F5344CB8AC3E}">
        <p14:creationId xmlns:p14="http://schemas.microsoft.com/office/powerpoint/2010/main" val="322790231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1D6C7ADD-A50C-38E1-773A-67F97C418D7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AA5B5BC-0FBF-D171-C583-9A9BAA884E3B}"/>
              </a:ext>
            </a:extLst>
          </p:cNvPr>
          <p:cNvSpPr>
            <a:spLocks noGrp="1" noRot="1" noChangeAspect="1"/>
          </p:cNvSpPr>
          <p:nvPr>
            <p:ph type="sldImg" idx="2"/>
          </p:nvPr>
        </p:nvSpPr>
        <p:spPr/>
      </p:sp>
    </p:spTree>
    <p:extLst>
      <p:ext uri="{BB962C8B-B14F-4D97-AF65-F5344CB8AC3E}">
        <p14:creationId xmlns:p14="http://schemas.microsoft.com/office/powerpoint/2010/main" val="39317004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4D89E9-CA28-3E1E-1C2E-AC7E2D7FF09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BC74D88B-0872-A373-6A96-7DE244235A2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8F6DC50-14D4-E32D-0377-1E7F85FAE87E}"/>
              </a:ext>
            </a:extLst>
          </p:cNvPr>
          <p:cNvSpPr>
            <a:spLocks noGrp="1" noRot="1" noChangeAspect="1"/>
          </p:cNvSpPr>
          <p:nvPr>
            <p:ph type="sldImg" idx="2"/>
          </p:nvPr>
        </p:nvSpPr>
        <p:spPr/>
      </p:sp>
    </p:spTree>
    <p:extLst>
      <p:ext uri="{BB962C8B-B14F-4D97-AF65-F5344CB8AC3E}">
        <p14:creationId xmlns:p14="http://schemas.microsoft.com/office/powerpoint/2010/main" val="265487265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C0C71412-30B4-55E9-7C6A-6EA25BDBDDD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B4614F4-C2EB-E087-44EF-B15D6EA6ECD4}"/>
              </a:ext>
            </a:extLst>
          </p:cNvPr>
          <p:cNvSpPr>
            <a:spLocks noGrp="1" noRot="1" noChangeAspect="1"/>
          </p:cNvSpPr>
          <p:nvPr>
            <p:ph type="sldImg" idx="2"/>
          </p:nvPr>
        </p:nvSpPr>
        <p:spPr/>
      </p:sp>
    </p:spTree>
    <p:extLst>
      <p:ext uri="{BB962C8B-B14F-4D97-AF65-F5344CB8AC3E}">
        <p14:creationId xmlns:p14="http://schemas.microsoft.com/office/powerpoint/2010/main" val="24276531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B790B6-DDF9-6E10-2BBF-EE717F0FC72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1E17FC6-F560-1BD9-F43C-70630B1135A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5074023-7196-BE14-7E49-50798870A8F6}"/>
              </a:ext>
            </a:extLst>
          </p:cNvPr>
          <p:cNvSpPr>
            <a:spLocks noGrp="1" noRot="1" noChangeAspect="1"/>
          </p:cNvSpPr>
          <p:nvPr>
            <p:ph type="sldImg" idx="2"/>
          </p:nvPr>
        </p:nvSpPr>
        <p:spPr/>
      </p:sp>
    </p:spTree>
    <p:extLst>
      <p:ext uri="{BB962C8B-B14F-4D97-AF65-F5344CB8AC3E}">
        <p14:creationId xmlns:p14="http://schemas.microsoft.com/office/powerpoint/2010/main" val="394719515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46381705-1096-151E-B3FC-3A68959E345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300D4F0-279F-FA94-8420-C138564135CC}"/>
              </a:ext>
            </a:extLst>
          </p:cNvPr>
          <p:cNvSpPr>
            <a:spLocks noGrp="1" noRot="1" noChangeAspect="1"/>
          </p:cNvSpPr>
          <p:nvPr>
            <p:ph type="sldImg" idx="2"/>
          </p:nvPr>
        </p:nvSpPr>
        <p:spPr/>
      </p:sp>
    </p:spTree>
    <p:extLst>
      <p:ext uri="{BB962C8B-B14F-4D97-AF65-F5344CB8AC3E}">
        <p14:creationId xmlns:p14="http://schemas.microsoft.com/office/powerpoint/2010/main" val="357224168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437F456F-7033-B7E6-FABD-529FE6E2854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75090F6-7B18-4A90-A564-A9149E39B2ED}"/>
              </a:ext>
            </a:extLst>
          </p:cNvPr>
          <p:cNvSpPr>
            <a:spLocks noGrp="1" noRot="1" noChangeAspect="1"/>
          </p:cNvSpPr>
          <p:nvPr>
            <p:ph type="sldImg" idx="2"/>
          </p:nvPr>
        </p:nvSpPr>
        <p:spPr/>
      </p:sp>
    </p:spTree>
    <p:extLst>
      <p:ext uri="{BB962C8B-B14F-4D97-AF65-F5344CB8AC3E}">
        <p14:creationId xmlns:p14="http://schemas.microsoft.com/office/powerpoint/2010/main" val="139092013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1434C6C5-206F-9CB7-A264-509D31D98F1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790190B-CDE0-2B95-D4CE-28C1F46E34D3}"/>
              </a:ext>
            </a:extLst>
          </p:cNvPr>
          <p:cNvSpPr>
            <a:spLocks noGrp="1" noRot="1" noChangeAspect="1"/>
          </p:cNvSpPr>
          <p:nvPr>
            <p:ph type="sldImg" idx="2"/>
          </p:nvPr>
        </p:nvSpPr>
        <p:spPr/>
      </p:sp>
    </p:spTree>
    <p:extLst>
      <p:ext uri="{BB962C8B-B14F-4D97-AF65-F5344CB8AC3E}">
        <p14:creationId xmlns:p14="http://schemas.microsoft.com/office/powerpoint/2010/main" val="188247630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2D894C40-4C52-0FEF-EC19-159A1E6A602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9EEAA92-3E38-115F-71F1-91F1BE0CC7E6}"/>
              </a:ext>
            </a:extLst>
          </p:cNvPr>
          <p:cNvSpPr>
            <a:spLocks noGrp="1" noRot="1" noChangeAspect="1"/>
          </p:cNvSpPr>
          <p:nvPr>
            <p:ph type="sldImg" idx="2"/>
          </p:nvPr>
        </p:nvSpPr>
        <p:spPr/>
      </p:sp>
    </p:spTree>
    <p:extLst>
      <p:ext uri="{BB962C8B-B14F-4D97-AF65-F5344CB8AC3E}">
        <p14:creationId xmlns:p14="http://schemas.microsoft.com/office/powerpoint/2010/main" val="397101192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4E8296-5B59-7992-DA2D-BE042709182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A58EA5D-ED8D-45EF-C08D-6F9FD1F6691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FD86B57-10EB-1222-4110-7961BB03E032}"/>
              </a:ext>
            </a:extLst>
          </p:cNvPr>
          <p:cNvSpPr>
            <a:spLocks noGrp="1" noRot="1" noChangeAspect="1"/>
          </p:cNvSpPr>
          <p:nvPr>
            <p:ph type="sldImg" idx="2"/>
          </p:nvPr>
        </p:nvSpPr>
        <p:spPr/>
      </p:sp>
    </p:spTree>
    <p:extLst>
      <p:ext uri="{BB962C8B-B14F-4D97-AF65-F5344CB8AC3E}">
        <p14:creationId xmlns:p14="http://schemas.microsoft.com/office/powerpoint/2010/main" val="131696206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98BCFE-E7D6-B10E-844F-38828572653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8A07E4D-8FF8-2D88-CBA9-2AD1EBC998B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4E55BE1-65E4-5A33-232D-7F746C872AD2}"/>
              </a:ext>
            </a:extLst>
          </p:cNvPr>
          <p:cNvSpPr>
            <a:spLocks noGrp="1" noRot="1" noChangeAspect="1"/>
          </p:cNvSpPr>
          <p:nvPr>
            <p:ph type="sldImg" idx="2"/>
          </p:nvPr>
        </p:nvSpPr>
        <p:spPr/>
      </p:sp>
    </p:spTree>
    <p:extLst>
      <p:ext uri="{BB962C8B-B14F-4D97-AF65-F5344CB8AC3E}">
        <p14:creationId xmlns:p14="http://schemas.microsoft.com/office/powerpoint/2010/main" val="325732046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2F02CC-FE54-5E48-C4A7-F96408DC966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84A2FE-1761-3E74-7743-6148B43CA8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37979B3-646B-83C5-2535-3A2F086E1665}"/>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298291954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3CE520-B4D2-330F-8B4A-F0995373007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1FE9939-F329-4AB2-7734-E98E782B6FC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8E062DB-EE2A-CD2C-ADAF-01916D030827}"/>
              </a:ext>
            </a:extLst>
          </p:cNvPr>
          <p:cNvSpPr>
            <a:spLocks noGrp="1" noRot="1" noChangeAspect="1"/>
          </p:cNvSpPr>
          <p:nvPr>
            <p:ph type="sldImg" idx="2"/>
          </p:nvPr>
        </p:nvSpPr>
        <p:spPr/>
      </p:sp>
    </p:spTree>
    <p:extLst>
      <p:ext uri="{BB962C8B-B14F-4D97-AF65-F5344CB8AC3E}">
        <p14:creationId xmlns:p14="http://schemas.microsoft.com/office/powerpoint/2010/main" val="295586304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0682A4-60E7-7D9F-51BB-B5B938CA44B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F7561F0-0863-0650-D3A3-F1EF5A057DA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7F4371B-4030-72C8-8C7A-C14D6E832F55}"/>
              </a:ext>
            </a:extLst>
          </p:cNvPr>
          <p:cNvSpPr>
            <a:spLocks noGrp="1" noRot="1" noChangeAspect="1"/>
          </p:cNvSpPr>
          <p:nvPr>
            <p:ph type="sldImg" idx="2"/>
          </p:nvPr>
        </p:nvSpPr>
        <p:spPr/>
      </p:sp>
    </p:spTree>
    <p:extLst>
      <p:ext uri="{BB962C8B-B14F-4D97-AF65-F5344CB8AC3E}">
        <p14:creationId xmlns:p14="http://schemas.microsoft.com/office/powerpoint/2010/main" val="135135733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BB57CA-9311-6F9F-DBC7-FB22E8F5BBD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CF17BB0-402E-5B66-CFBF-7506D95A208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E6A8675-FE70-3AF2-1FBF-052CB082B596}"/>
              </a:ext>
            </a:extLst>
          </p:cNvPr>
          <p:cNvSpPr>
            <a:spLocks noGrp="1" noRot="1" noChangeAspect="1"/>
          </p:cNvSpPr>
          <p:nvPr>
            <p:ph type="sldImg" idx="2"/>
          </p:nvPr>
        </p:nvSpPr>
        <p:spPr/>
      </p:sp>
    </p:spTree>
    <p:extLst>
      <p:ext uri="{BB962C8B-B14F-4D97-AF65-F5344CB8AC3E}">
        <p14:creationId xmlns:p14="http://schemas.microsoft.com/office/powerpoint/2010/main" val="277754619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69693B-42B0-5840-F15D-7D68B8F4CE5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46FFBCD-144B-FC17-1F41-BC78DA48682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9687228-A7D8-6925-1DA5-BB1E61F5DE74}"/>
              </a:ext>
            </a:extLst>
          </p:cNvPr>
          <p:cNvSpPr>
            <a:spLocks noGrp="1" noRot="1" noChangeAspect="1"/>
          </p:cNvSpPr>
          <p:nvPr>
            <p:ph type="sldImg" idx="2"/>
          </p:nvPr>
        </p:nvSpPr>
        <p:spPr/>
      </p:sp>
    </p:spTree>
    <p:extLst>
      <p:ext uri="{BB962C8B-B14F-4D97-AF65-F5344CB8AC3E}">
        <p14:creationId xmlns:p14="http://schemas.microsoft.com/office/powerpoint/2010/main" val="366625150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0C6A54-B9D5-E239-7632-CCE7E39119C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C0C4C17-7A96-04ED-E882-5B4B8A3B961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0470947-D8F5-5F4F-4A2A-D4F41C7F7D13}"/>
              </a:ext>
            </a:extLst>
          </p:cNvPr>
          <p:cNvSpPr>
            <a:spLocks noGrp="1" noRot="1" noChangeAspect="1"/>
          </p:cNvSpPr>
          <p:nvPr>
            <p:ph type="sldImg" idx="2"/>
          </p:nvPr>
        </p:nvSpPr>
        <p:spPr/>
      </p:sp>
    </p:spTree>
    <p:extLst>
      <p:ext uri="{BB962C8B-B14F-4D97-AF65-F5344CB8AC3E}">
        <p14:creationId xmlns:p14="http://schemas.microsoft.com/office/powerpoint/2010/main" val="252049333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B4A6DD-F679-8CEC-8DE7-83378B55905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57CD43B-ECA7-5032-7F10-CB85464A6DB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3441E9B-D496-98D2-9F45-62629D6599D9}"/>
              </a:ext>
            </a:extLst>
          </p:cNvPr>
          <p:cNvSpPr>
            <a:spLocks noGrp="1" noRot="1" noChangeAspect="1"/>
          </p:cNvSpPr>
          <p:nvPr>
            <p:ph type="sldImg" idx="2"/>
          </p:nvPr>
        </p:nvSpPr>
        <p:spPr/>
      </p:sp>
    </p:spTree>
    <p:extLst>
      <p:ext uri="{BB962C8B-B14F-4D97-AF65-F5344CB8AC3E}">
        <p14:creationId xmlns:p14="http://schemas.microsoft.com/office/powerpoint/2010/main" val="128191933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1BA506-3301-19E2-DC33-10A9069C62FF}"/>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08B669B8-8D11-C7F9-B7C8-857EBD79436C}"/>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E17F5EB2-137C-028F-AFFE-98DB0E996BE1}"/>
              </a:ext>
            </a:extLst>
          </p:cNvPr>
          <p:cNvSpPr>
            <a:spLocks noGrp="1" noRot="1" noChangeAspect="1"/>
          </p:cNvSpPr>
          <p:nvPr>
            <p:ph type="sldImg" idx="2"/>
          </p:nvPr>
        </p:nvSpPr>
        <p:spPr/>
      </p:sp>
    </p:spTree>
    <p:extLst>
      <p:ext uri="{BB962C8B-B14F-4D97-AF65-F5344CB8AC3E}">
        <p14:creationId xmlns:p14="http://schemas.microsoft.com/office/powerpoint/2010/main" val="387206619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DEC859-AA88-A168-17BB-A1987F1A531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BE7D95B-D87B-FE29-99D8-71798EF3ABB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5173AB0-4183-CEAC-7C86-0760FCF5E84C}"/>
              </a:ext>
            </a:extLst>
          </p:cNvPr>
          <p:cNvSpPr>
            <a:spLocks noGrp="1" noRot="1" noChangeAspect="1"/>
          </p:cNvSpPr>
          <p:nvPr>
            <p:ph type="sldImg" idx="2"/>
          </p:nvPr>
        </p:nvSpPr>
        <p:spPr/>
      </p:sp>
    </p:spTree>
    <p:extLst>
      <p:ext uri="{BB962C8B-B14F-4D97-AF65-F5344CB8AC3E}">
        <p14:creationId xmlns:p14="http://schemas.microsoft.com/office/powerpoint/2010/main" val="334984873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EF4649-A1A9-7810-2704-9E7075B2A15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573007E-4505-4400-EC96-DE5C664907D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4CAC9FC-9263-3D55-1EE8-EADD46A0878F}"/>
              </a:ext>
            </a:extLst>
          </p:cNvPr>
          <p:cNvSpPr>
            <a:spLocks noGrp="1" noRot="1" noChangeAspect="1"/>
          </p:cNvSpPr>
          <p:nvPr>
            <p:ph type="sldImg" idx="2"/>
          </p:nvPr>
        </p:nvSpPr>
        <p:spPr/>
      </p:sp>
    </p:spTree>
    <p:extLst>
      <p:ext uri="{BB962C8B-B14F-4D97-AF65-F5344CB8AC3E}">
        <p14:creationId xmlns:p14="http://schemas.microsoft.com/office/powerpoint/2010/main" val="30880728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6E72CD-8D62-DE1C-C60C-0A59765D5C1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E613E9C-9C84-A442-074D-01C00B3ECA3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63B3BF5-E7BF-BFC5-A8E3-7A58C8DA8F93}"/>
              </a:ext>
            </a:extLst>
          </p:cNvPr>
          <p:cNvSpPr>
            <a:spLocks noGrp="1" noRot="1" noChangeAspect="1"/>
          </p:cNvSpPr>
          <p:nvPr>
            <p:ph type="sldImg" idx="2"/>
          </p:nvPr>
        </p:nvSpPr>
        <p:spPr/>
      </p:sp>
    </p:spTree>
    <p:extLst>
      <p:ext uri="{BB962C8B-B14F-4D97-AF65-F5344CB8AC3E}">
        <p14:creationId xmlns:p14="http://schemas.microsoft.com/office/powerpoint/2010/main" val="251210213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017CB8-1E02-11FD-21E6-1B7013177E0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255F83E-FCB1-3ED0-16F1-4BFBFB2F2A5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4655FFC-4CD3-405F-7957-7CD41D82958B}"/>
              </a:ext>
            </a:extLst>
          </p:cNvPr>
          <p:cNvSpPr>
            <a:spLocks noGrp="1" noRot="1" noChangeAspect="1"/>
          </p:cNvSpPr>
          <p:nvPr>
            <p:ph type="sldImg" idx="2"/>
          </p:nvPr>
        </p:nvSpPr>
        <p:spPr/>
      </p:sp>
    </p:spTree>
    <p:extLst>
      <p:ext uri="{BB962C8B-B14F-4D97-AF65-F5344CB8AC3E}">
        <p14:creationId xmlns:p14="http://schemas.microsoft.com/office/powerpoint/2010/main" val="369503087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D0EEAB-AE40-66F1-D782-D722775B612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D97D0C9-BFC2-46D5-26A8-5185B24B7E0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C1D5D02-1A4B-642E-AB26-2DC33AB53DC6}"/>
              </a:ext>
            </a:extLst>
          </p:cNvPr>
          <p:cNvSpPr>
            <a:spLocks noGrp="1" noRot="1" noChangeAspect="1"/>
          </p:cNvSpPr>
          <p:nvPr>
            <p:ph type="sldImg" idx="2"/>
          </p:nvPr>
        </p:nvSpPr>
        <p:spPr/>
      </p:sp>
    </p:spTree>
    <p:extLst>
      <p:ext uri="{BB962C8B-B14F-4D97-AF65-F5344CB8AC3E}">
        <p14:creationId xmlns:p14="http://schemas.microsoft.com/office/powerpoint/2010/main" val="405644101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8936DE-F048-9454-A685-E79370FD079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468B4B3-331B-8161-3E1B-DA498BF06DF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0F3F1F0-A010-FEF5-B15F-25315429CA0A}"/>
              </a:ext>
            </a:extLst>
          </p:cNvPr>
          <p:cNvSpPr>
            <a:spLocks noGrp="1" noRot="1" noChangeAspect="1"/>
          </p:cNvSpPr>
          <p:nvPr>
            <p:ph type="sldImg" idx="2"/>
          </p:nvPr>
        </p:nvSpPr>
        <p:spPr/>
      </p:sp>
    </p:spTree>
    <p:extLst>
      <p:ext uri="{BB962C8B-B14F-4D97-AF65-F5344CB8AC3E}">
        <p14:creationId xmlns:p14="http://schemas.microsoft.com/office/powerpoint/2010/main" val="406214146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CA375C-B1DB-F42A-6C97-5BFB6A4FEA3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06CF9B0-BCAF-A5C2-F3D7-763B046DB3E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CA3BCFC-0CE6-2869-2652-DEFEE297F102}"/>
              </a:ext>
            </a:extLst>
          </p:cNvPr>
          <p:cNvSpPr>
            <a:spLocks noGrp="1" noRot="1" noChangeAspect="1"/>
          </p:cNvSpPr>
          <p:nvPr>
            <p:ph type="sldImg" idx="2"/>
          </p:nvPr>
        </p:nvSpPr>
        <p:spPr/>
      </p:sp>
    </p:spTree>
    <p:extLst>
      <p:ext uri="{BB962C8B-B14F-4D97-AF65-F5344CB8AC3E}">
        <p14:creationId xmlns:p14="http://schemas.microsoft.com/office/powerpoint/2010/main" val="180096167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519F28-121A-5193-DEFB-26F3DAC59C1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33AF8A0-05A2-C0E1-87AA-A72CC8465BD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FA2EE0A-A788-569C-EBA7-42861513B989}"/>
              </a:ext>
            </a:extLst>
          </p:cNvPr>
          <p:cNvSpPr>
            <a:spLocks noGrp="1" noRot="1" noChangeAspect="1"/>
          </p:cNvSpPr>
          <p:nvPr>
            <p:ph type="sldImg" idx="2"/>
          </p:nvPr>
        </p:nvSpPr>
        <p:spPr/>
      </p:sp>
    </p:spTree>
    <p:extLst>
      <p:ext uri="{BB962C8B-B14F-4D97-AF65-F5344CB8AC3E}">
        <p14:creationId xmlns:p14="http://schemas.microsoft.com/office/powerpoint/2010/main" val="307361332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2B87C7-FE44-65DC-3196-288DD3D3701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4B1D6F7-9EDC-9FA1-77EC-5C9A1EA514E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B8559AF-4B46-6758-60C9-E3E9D70C993C}"/>
              </a:ext>
            </a:extLst>
          </p:cNvPr>
          <p:cNvSpPr>
            <a:spLocks noGrp="1" noRot="1" noChangeAspect="1"/>
          </p:cNvSpPr>
          <p:nvPr>
            <p:ph type="sldImg" idx="2"/>
          </p:nvPr>
        </p:nvSpPr>
        <p:spPr/>
      </p:sp>
    </p:spTree>
    <p:extLst>
      <p:ext uri="{BB962C8B-B14F-4D97-AF65-F5344CB8AC3E}">
        <p14:creationId xmlns:p14="http://schemas.microsoft.com/office/powerpoint/2010/main" val="226814842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1ACD03-58B7-A576-FA45-B5A601ED3D6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034ED69-B8DF-7CCA-233E-234FFAB59FD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B5801C2-88D3-5162-5F03-BE6EA5E41D37}"/>
              </a:ext>
            </a:extLst>
          </p:cNvPr>
          <p:cNvSpPr>
            <a:spLocks noGrp="1" noRot="1" noChangeAspect="1"/>
          </p:cNvSpPr>
          <p:nvPr>
            <p:ph type="sldImg" idx="2"/>
          </p:nvPr>
        </p:nvSpPr>
        <p:spPr/>
      </p:sp>
    </p:spTree>
    <p:extLst>
      <p:ext uri="{BB962C8B-B14F-4D97-AF65-F5344CB8AC3E}">
        <p14:creationId xmlns:p14="http://schemas.microsoft.com/office/powerpoint/2010/main" val="396151491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44A219-B8CE-49E3-FAEA-4D1FB336937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B8B4AB2-BDF5-2617-C3BA-76213A25B53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10010B6-81F9-CD64-C9EE-BF35ADDB3D31}"/>
              </a:ext>
            </a:extLst>
          </p:cNvPr>
          <p:cNvSpPr>
            <a:spLocks noGrp="1" noRot="1" noChangeAspect="1"/>
          </p:cNvSpPr>
          <p:nvPr>
            <p:ph type="sldImg" idx="2"/>
          </p:nvPr>
        </p:nvSpPr>
        <p:spPr/>
      </p:sp>
    </p:spTree>
    <p:extLst>
      <p:ext uri="{BB962C8B-B14F-4D97-AF65-F5344CB8AC3E}">
        <p14:creationId xmlns:p14="http://schemas.microsoft.com/office/powerpoint/2010/main" val="386794515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F50AF5-4677-D282-5FD0-43D80BA84E8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5253816-DD5A-A48F-2942-5D080DDDBF2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988C9D0-A26C-6646-369F-E1BDAEA27FFD}"/>
              </a:ext>
            </a:extLst>
          </p:cNvPr>
          <p:cNvSpPr>
            <a:spLocks noGrp="1" noRot="1" noChangeAspect="1"/>
          </p:cNvSpPr>
          <p:nvPr>
            <p:ph type="sldImg" idx="2"/>
          </p:nvPr>
        </p:nvSpPr>
        <p:spPr/>
      </p:sp>
    </p:spTree>
    <p:extLst>
      <p:ext uri="{BB962C8B-B14F-4D97-AF65-F5344CB8AC3E}">
        <p14:creationId xmlns:p14="http://schemas.microsoft.com/office/powerpoint/2010/main" val="78651943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0E60D2-6232-22A5-996F-638DB8576CF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F73B8DE-1C00-1769-78BF-5C5D451A598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290ADE4-03CB-378A-3A2B-E4945F834601}"/>
              </a:ext>
            </a:extLst>
          </p:cNvPr>
          <p:cNvSpPr>
            <a:spLocks noGrp="1" noRot="1" noChangeAspect="1"/>
          </p:cNvSpPr>
          <p:nvPr>
            <p:ph type="sldImg" idx="2"/>
          </p:nvPr>
        </p:nvSpPr>
        <p:spPr/>
      </p:sp>
    </p:spTree>
    <p:extLst>
      <p:ext uri="{BB962C8B-B14F-4D97-AF65-F5344CB8AC3E}">
        <p14:creationId xmlns:p14="http://schemas.microsoft.com/office/powerpoint/2010/main" val="391927479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15FEA5-1394-6B89-32D6-2EF87D62A7E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175572E-15D4-9237-CF89-90A7B278662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3CC66C8-94A1-D7DD-4966-44B7557D14A2}"/>
              </a:ext>
            </a:extLst>
          </p:cNvPr>
          <p:cNvSpPr>
            <a:spLocks noGrp="1" noRot="1" noChangeAspect="1"/>
          </p:cNvSpPr>
          <p:nvPr>
            <p:ph type="sldImg" idx="2"/>
          </p:nvPr>
        </p:nvSpPr>
        <p:spPr/>
      </p:sp>
    </p:spTree>
    <p:extLst>
      <p:ext uri="{BB962C8B-B14F-4D97-AF65-F5344CB8AC3E}">
        <p14:creationId xmlns:p14="http://schemas.microsoft.com/office/powerpoint/2010/main" val="208756541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621EDA-9F2A-CA4A-06DA-BC2C27E18D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5B2E540-FBFF-436B-44B2-E682D6BEDC4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F9C21AC-7EA5-9DC2-F10F-BF382A793323}"/>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193768233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E8C127-C8C5-63ED-6299-0E51D59E5BF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B3D946BB-CD96-9DBE-8EA0-3136CBBDC4D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E608F47-2458-B5CB-A7D9-63A9E9FFB61B}"/>
              </a:ext>
            </a:extLst>
          </p:cNvPr>
          <p:cNvSpPr>
            <a:spLocks noGrp="1" noRot="1" noChangeAspect="1"/>
          </p:cNvSpPr>
          <p:nvPr>
            <p:ph type="sldImg" idx="2"/>
          </p:nvPr>
        </p:nvSpPr>
        <p:spPr/>
      </p:sp>
    </p:spTree>
    <p:extLst>
      <p:ext uri="{BB962C8B-B14F-4D97-AF65-F5344CB8AC3E}">
        <p14:creationId xmlns:p14="http://schemas.microsoft.com/office/powerpoint/2010/main" val="351605917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6767E3-13A4-7AA7-D412-E99854DA2EC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61C6B10-1221-10B0-D8F9-0E8072E569D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89C47E5-3088-B888-BCF8-3EF4106F7327}"/>
              </a:ext>
            </a:extLst>
          </p:cNvPr>
          <p:cNvSpPr>
            <a:spLocks noGrp="1" noRot="1" noChangeAspect="1"/>
          </p:cNvSpPr>
          <p:nvPr>
            <p:ph type="sldImg" idx="2"/>
          </p:nvPr>
        </p:nvSpPr>
        <p:spPr/>
      </p:sp>
    </p:spTree>
    <p:extLst>
      <p:ext uri="{BB962C8B-B14F-4D97-AF65-F5344CB8AC3E}">
        <p14:creationId xmlns:p14="http://schemas.microsoft.com/office/powerpoint/2010/main" val="197426320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688127-306B-6AAB-7D04-659258A5D0C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7CE340A-C5A0-DD8A-45CA-5CFA559DCF8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C61E8DA-BC29-A8D8-B605-B6F1724E55C3}"/>
              </a:ext>
            </a:extLst>
          </p:cNvPr>
          <p:cNvSpPr>
            <a:spLocks noGrp="1" noRot="1" noChangeAspect="1"/>
          </p:cNvSpPr>
          <p:nvPr>
            <p:ph type="sldImg" idx="2"/>
          </p:nvPr>
        </p:nvSpPr>
        <p:spPr/>
      </p:sp>
    </p:spTree>
    <p:extLst>
      <p:ext uri="{BB962C8B-B14F-4D97-AF65-F5344CB8AC3E}">
        <p14:creationId xmlns:p14="http://schemas.microsoft.com/office/powerpoint/2010/main" val="44808318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698B95-A8D4-E37C-4F46-DD6267C7C15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B8B1991F-C8D7-6296-17DF-54D71E87DF9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7EBB955-EADC-4F59-D203-B8CE1A8AE0AA}"/>
              </a:ext>
            </a:extLst>
          </p:cNvPr>
          <p:cNvSpPr>
            <a:spLocks noGrp="1" noRot="1" noChangeAspect="1"/>
          </p:cNvSpPr>
          <p:nvPr>
            <p:ph type="sldImg" idx="2"/>
          </p:nvPr>
        </p:nvSpPr>
        <p:spPr/>
      </p:sp>
    </p:spTree>
    <p:extLst>
      <p:ext uri="{BB962C8B-B14F-4D97-AF65-F5344CB8AC3E}">
        <p14:creationId xmlns:p14="http://schemas.microsoft.com/office/powerpoint/2010/main" val="428639652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B247F1-B3A2-6BC2-DFFE-7B23D03D1E4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66A8386-EDEF-F990-9C4C-9AD1B4193F8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31B55C6-CA55-6D1F-F194-63F159F55699}"/>
              </a:ext>
            </a:extLst>
          </p:cNvPr>
          <p:cNvSpPr>
            <a:spLocks noGrp="1" noRot="1" noChangeAspect="1"/>
          </p:cNvSpPr>
          <p:nvPr>
            <p:ph type="sldImg" idx="2"/>
          </p:nvPr>
        </p:nvSpPr>
        <p:spPr/>
      </p:sp>
    </p:spTree>
    <p:extLst>
      <p:ext uri="{BB962C8B-B14F-4D97-AF65-F5344CB8AC3E}">
        <p14:creationId xmlns:p14="http://schemas.microsoft.com/office/powerpoint/2010/main" val="192394238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7023AB-86BC-2687-9F1B-125317DB42C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1694D31-8322-0FE0-7B19-6D83401BA92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A3D4F22-2047-5E03-63C3-7E375C1DBE42}"/>
              </a:ext>
            </a:extLst>
          </p:cNvPr>
          <p:cNvSpPr>
            <a:spLocks noGrp="1" noRot="1" noChangeAspect="1"/>
          </p:cNvSpPr>
          <p:nvPr>
            <p:ph type="sldImg" idx="2"/>
          </p:nvPr>
        </p:nvSpPr>
        <p:spPr/>
      </p:sp>
    </p:spTree>
    <p:extLst>
      <p:ext uri="{BB962C8B-B14F-4D97-AF65-F5344CB8AC3E}">
        <p14:creationId xmlns:p14="http://schemas.microsoft.com/office/powerpoint/2010/main" val="200545765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A68973-1351-F1F7-523C-EB76479EFA4E}"/>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E2D131CB-9D6E-C361-C6EB-36231C17C823}"/>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743FEEF2-A0ED-BC5F-6763-85431ED84B1B}"/>
              </a:ext>
            </a:extLst>
          </p:cNvPr>
          <p:cNvSpPr>
            <a:spLocks noGrp="1" noRot="1" noChangeAspect="1"/>
          </p:cNvSpPr>
          <p:nvPr>
            <p:ph type="sldImg" idx="2"/>
          </p:nvPr>
        </p:nvSpPr>
        <p:spPr/>
      </p:sp>
    </p:spTree>
    <p:extLst>
      <p:ext uri="{BB962C8B-B14F-4D97-AF65-F5344CB8AC3E}">
        <p14:creationId xmlns:p14="http://schemas.microsoft.com/office/powerpoint/2010/main" val="383988459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A15C56-0012-69E1-B374-A9C0E396ADF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30AD486-17AD-ED8B-9473-0255A7D39E2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3A641FC-856E-12F6-9587-08B8E421E14E}"/>
              </a:ext>
            </a:extLst>
          </p:cNvPr>
          <p:cNvSpPr>
            <a:spLocks noGrp="1" noRot="1" noChangeAspect="1"/>
          </p:cNvSpPr>
          <p:nvPr>
            <p:ph type="sldImg" idx="2"/>
          </p:nvPr>
        </p:nvSpPr>
        <p:spPr/>
      </p:sp>
    </p:spTree>
    <p:extLst>
      <p:ext uri="{BB962C8B-B14F-4D97-AF65-F5344CB8AC3E}">
        <p14:creationId xmlns:p14="http://schemas.microsoft.com/office/powerpoint/2010/main" val="147395558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7CA74A-6A04-C077-8466-443C3094337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9C0E043-151C-C9BF-EE03-131FD921D9E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16A1B10-415D-69F5-26C7-D1CFEC67E3C8}"/>
              </a:ext>
            </a:extLst>
          </p:cNvPr>
          <p:cNvSpPr>
            <a:spLocks noGrp="1" noRot="1" noChangeAspect="1"/>
          </p:cNvSpPr>
          <p:nvPr>
            <p:ph type="sldImg" idx="2"/>
          </p:nvPr>
        </p:nvSpPr>
        <p:spPr/>
      </p:sp>
    </p:spTree>
    <p:extLst>
      <p:ext uri="{BB962C8B-B14F-4D97-AF65-F5344CB8AC3E}">
        <p14:creationId xmlns:p14="http://schemas.microsoft.com/office/powerpoint/2010/main" val="194251393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6D5150-1167-F411-56A4-B878B69AD9D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3363D31-6297-96D6-9D46-EDDB76FCB5A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4DAA0FD-E2DF-A63A-4341-E861C218A85F}"/>
              </a:ext>
            </a:extLst>
          </p:cNvPr>
          <p:cNvSpPr>
            <a:spLocks noGrp="1" noRot="1" noChangeAspect="1"/>
          </p:cNvSpPr>
          <p:nvPr>
            <p:ph type="sldImg" idx="2"/>
          </p:nvPr>
        </p:nvSpPr>
        <p:spPr/>
      </p:sp>
    </p:spTree>
    <p:extLst>
      <p:ext uri="{BB962C8B-B14F-4D97-AF65-F5344CB8AC3E}">
        <p14:creationId xmlns:p14="http://schemas.microsoft.com/office/powerpoint/2010/main" val="64899838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3E6B1A-4B1F-CFB4-4124-5022C9518E9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B23D778-DEC4-239C-215B-F8B5BA0689B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C556851-AB6C-E1FB-F2CA-27D6B0A18165}"/>
              </a:ext>
            </a:extLst>
          </p:cNvPr>
          <p:cNvSpPr>
            <a:spLocks noGrp="1" noRot="1" noChangeAspect="1"/>
          </p:cNvSpPr>
          <p:nvPr>
            <p:ph type="sldImg" idx="2"/>
          </p:nvPr>
        </p:nvSpPr>
        <p:spPr/>
      </p:sp>
    </p:spTree>
    <p:extLst>
      <p:ext uri="{BB962C8B-B14F-4D97-AF65-F5344CB8AC3E}">
        <p14:creationId xmlns:p14="http://schemas.microsoft.com/office/powerpoint/2010/main" val="47842700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1FE173-0AB3-701D-CC9A-AD81B54375E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509335C-C2D3-6C3C-0DCE-B1628BE0AD1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0B39FB4-9C59-352C-D929-14EB713E5717}"/>
              </a:ext>
            </a:extLst>
          </p:cNvPr>
          <p:cNvSpPr>
            <a:spLocks noGrp="1" noRot="1" noChangeAspect="1"/>
          </p:cNvSpPr>
          <p:nvPr>
            <p:ph type="sldImg" idx="2"/>
          </p:nvPr>
        </p:nvSpPr>
        <p:spPr/>
      </p:sp>
    </p:spTree>
    <p:extLst>
      <p:ext uri="{BB962C8B-B14F-4D97-AF65-F5344CB8AC3E}">
        <p14:creationId xmlns:p14="http://schemas.microsoft.com/office/powerpoint/2010/main" val="207625799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DCA284-38D2-65DB-8D8C-BA1A3F7DB48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55C65A3-8099-9529-91F9-E46DFD56CE9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68AFA9D-B4C9-8EB4-886C-9C0915F54C34}"/>
              </a:ext>
            </a:extLst>
          </p:cNvPr>
          <p:cNvSpPr>
            <a:spLocks noGrp="1" noRot="1" noChangeAspect="1"/>
          </p:cNvSpPr>
          <p:nvPr>
            <p:ph type="sldImg" idx="2"/>
          </p:nvPr>
        </p:nvSpPr>
        <p:spPr/>
      </p:sp>
    </p:spTree>
    <p:extLst>
      <p:ext uri="{BB962C8B-B14F-4D97-AF65-F5344CB8AC3E}">
        <p14:creationId xmlns:p14="http://schemas.microsoft.com/office/powerpoint/2010/main" val="159293998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03F2DC-E119-FD4B-200B-E11ED73C99C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EB52D31-96CF-0972-25E9-FFC1CC781A5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D95F57B-9B7D-7A47-7D13-2B22D308FA15}"/>
              </a:ext>
            </a:extLst>
          </p:cNvPr>
          <p:cNvSpPr>
            <a:spLocks noGrp="1" noRot="1" noChangeAspect="1"/>
          </p:cNvSpPr>
          <p:nvPr>
            <p:ph type="sldImg" idx="2"/>
          </p:nvPr>
        </p:nvSpPr>
        <p:spPr/>
      </p:sp>
    </p:spTree>
    <p:extLst>
      <p:ext uri="{BB962C8B-B14F-4D97-AF65-F5344CB8AC3E}">
        <p14:creationId xmlns:p14="http://schemas.microsoft.com/office/powerpoint/2010/main" val="320760914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C67852-6C18-97E4-FD6D-95376CE8E02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9B8E41C-EA06-748B-8536-0C2E93AC908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6E1387D-A5CF-76A0-3873-BB32C9773807}"/>
              </a:ext>
            </a:extLst>
          </p:cNvPr>
          <p:cNvSpPr>
            <a:spLocks noGrp="1" noRot="1" noChangeAspect="1"/>
          </p:cNvSpPr>
          <p:nvPr>
            <p:ph type="sldImg" idx="2"/>
          </p:nvPr>
        </p:nvSpPr>
        <p:spPr/>
      </p:sp>
    </p:spTree>
    <p:extLst>
      <p:ext uri="{BB962C8B-B14F-4D97-AF65-F5344CB8AC3E}">
        <p14:creationId xmlns:p14="http://schemas.microsoft.com/office/powerpoint/2010/main" val="107505331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3DADBD-3EDE-1CD9-65A8-118B50F637A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2400C03-046B-B087-2739-0D067C7B81D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AEFC8BC-9FD7-0EE8-0469-6A7720E03D34}"/>
              </a:ext>
            </a:extLst>
          </p:cNvPr>
          <p:cNvSpPr>
            <a:spLocks noGrp="1" noRot="1" noChangeAspect="1"/>
          </p:cNvSpPr>
          <p:nvPr>
            <p:ph type="sldImg" idx="2"/>
          </p:nvPr>
        </p:nvSpPr>
        <p:spPr/>
      </p:sp>
    </p:spTree>
    <p:extLst>
      <p:ext uri="{BB962C8B-B14F-4D97-AF65-F5344CB8AC3E}">
        <p14:creationId xmlns:p14="http://schemas.microsoft.com/office/powerpoint/2010/main" val="146062940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94C8AB-B152-51F3-5F3D-C024B841193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F16B0B6-0889-A9B9-E354-969E8075D30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2FC8C5C-4994-4BEA-75EC-B0BCA95159FE}"/>
              </a:ext>
            </a:extLst>
          </p:cNvPr>
          <p:cNvSpPr>
            <a:spLocks noGrp="1" noRot="1" noChangeAspect="1"/>
          </p:cNvSpPr>
          <p:nvPr>
            <p:ph type="sldImg" idx="2"/>
          </p:nvPr>
        </p:nvSpPr>
        <p:spPr/>
      </p:sp>
    </p:spTree>
    <p:extLst>
      <p:ext uri="{BB962C8B-B14F-4D97-AF65-F5344CB8AC3E}">
        <p14:creationId xmlns:p14="http://schemas.microsoft.com/office/powerpoint/2010/main" val="135041306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FE4599-B9F7-A6C8-1EF4-9DB08CA575E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59C1A6D-9DA8-6F8E-A4BB-8484B9744EF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4C18595-587E-8FD2-BEE4-69CE053CF7E9}"/>
              </a:ext>
            </a:extLst>
          </p:cNvPr>
          <p:cNvSpPr>
            <a:spLocks noGrp="1" noRot="1" noChangeAspect="1"/>
          </p:cNvSpPr>
          <p:nvPr>
            <p:ph type="sldImg" idx="2"/>
          </p:nvPr>
        </p:nvSpPr>
        <p:spPr/>
      </p:sp>
    </p:spTree>
    <p:extLst>
      <p:ext uri="{BB962C8B-B14F-4D97-AF65-F5344CB8AC3E}">
        <p14:creationId xmlns:p14="http://schemas.microsoft.com/office/powerpoint/2010/main" val="922248982"/>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B535A4-D031-3DD9-F6F4-3D6B88D6E74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1A8C703-831F-D8CB-5FB1-D591EE32609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B9DD7D5-AA7D-33F7-B926-0241E4F66F59}"/>
              </a:ext>
            </a:extLst>
          </p:cNvPr>
          <p:cNvSpPr>
            <a:spLocks noGrp="1" noRot="1" noChangeAspect="1"/>
          </p:cNvSpPr>
          <p:nvPr>
            <p:ph type="sldImg" idx="2"/>
          </p:nvPr>
        </p:nvSpPr>
        <p:spPr/>
      </p:sp>
    </p:spTree>
    <p:extLst>
      <p:ext uri="{BB962C8B-B14F-4D97-AF65-F5344CB8AC3E}">
        <p14:creationId xmlns:p14="http://schemas.microsoft.com/office/powerpoint/2010/main" val="17476237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A7F194-CB61-71A1-A2F3-B322277C1D1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B349528-7979-9747-CEF5-212AD69ECB6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5CA920A-F680-0F47-6785-9308BE49E5D6}"/>
              </a:ext>
            </a:extLst>
          </p:cNvPr>
          <p:cNvSpPr>
            <a:spLocks noGrp="1" noRot="1" noChangeAspect="1"/>
          </p:cNvSpPr>
          <p:nvPr>
            <p:ph type="sldImg" idx="2"/>
          </p:nvPr>
        </p:nvSpPr>
        <p:spPr/>
      </p:sp>
    </p:spTree>
    <p:extLst>
      <p:ext uri="{BB962C8B-B14F-4D97-AF65-F5344CB8AC3E}">
        <p14:creationId xmlns:p14="http://schemas.microsoft.com/office/powerpoint/2010/main" val="2192964165"/>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9F6BAD-A5E3-2A85-2C5B-59C6CE53670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032934F-9139-C9EA-238A-A6054052719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8D9F489-BDAD-478A-3208-3E48545D54C9}"/>
              </a:ext>
            </a:extLst>
          </p:cNvPr>
          <p:cNvSpPr>
            <a:spLocks noGrp="1" noRot="1" noChangeAspect="1"/>
          </p:cNvSpPr>
          <p:nvPr>
            <p:ph type="sldImg" idx="2"/>
          </p:nvPr>
        </p:nvSpPr>
        <p:spPr/>
      </p:sp>
    </p:spTree>
    <p:extLst>
      <p:ext uri="{BB962C8B-B14F-4D97-AF65-F5344CB8AC3E}">
        <p14:creationId xmlns:p14="http://schemas.microsoft.com/office/powerpoint/2010/main" val="78847766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6EC6B-931F-0FF1-B873-1773D277A61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5D4291-279A-7652-74C9-8931B0AE1C9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297C3A4-87FE-3D4C-FB0C-ADC940C59B09}"/>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405715034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C591DF-77E8-3F45-6BCB-E9362BD4117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588F525-7B7E-82A5-87E9-66E41A257EC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D85AE15-A9E8-026B-4623-D0CF38F333D7}"/>
              </a:ext>
            </a:extLst>
          </p:cNvPr>
          <p:cNvSpPr>
            <a:spLocks noGrp="1" noRot="1" noChangeAspect="1"/>
          </p:cNvSpPr>
          <p:nvPr>
            <p:ph type="sldImg" idx="2"/>
          </p:nvPr>
        </p:nvSpPr>
        <p:spPr/>
      </p:sp>
    </p:spTree>
    <p:extLst>
      <p:ext uri="{BB962C8B-B14F-4D97-AF65-F5344CB8AC3E}">
        <p14:creationId xmlns:p14="http://schemas.microsoft.com/office/powerpoint/2010/main" val="423321696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66397B-ED29-A7DF-B9AD-F78CE68A5CD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A73509B-1D17-E141-FBBF-C5FD8CF49FE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EE898CB-CB92-F88D-0A29-7AE19C648BC8}"/>
              </a:ext>
            </a:extLst>
          </p:cNvPr>
          <p:cNvSpPr>
            <a:spLocks noGrp="1" noRot="1" noChangeAspect="1"/>
          </p:cNvSpPr>
          <p:nvPr>
            <p:ph type="sldImg" idx="2"/>
          </p:nvPr>
        </p:nvSpPr>
        <p:spPr/>
      </p:sp>
    </p:spTree>
    <p:extLst>
      <p:ext uri="{BB962C8B-B14F-4D97-AF65-F5344CB8AC3E}">
        <p14:creationId xmlns:p14="http://schemas.microsoft.com/office/powerpoint/2010/main" val="2538838086"/>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BFFAF0-FA86-68DD-BFDC-19C2C2A20A8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3FBF69D-8FFE-950F-5ED8-0945C8E8B66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4193EA7-1D37-D10B-2D7D-C75867114266}"/>
              </a:ext>
            </a:extLst>
          </p:cNvPr>
          <p:cNvSpPr>
            <a:spLocks noGrp="1" noRot="1" noChangeAspect="1"/>
          </p:cNvSpPr>
          <p:nvPr>
            <p:ph type="sldImg" idx="2"/>
          </p:nvPr>
        </p:nvSpPr>
        <p:spPr/>
      </p:sp>
    </p:spTree>
    <p:extLst>
      <p:ext uri="{BB962C8B-B14F-4D97-AF65-F5344CB8AC3E}">
        <p14:creationId xmlns:p14="http://schemas.microsoft.com/office/powerpoint/2010/main" val="324989928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B11A40-96E0-70A5-3E2B-9D8C0EAEA9F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0DD2C37-C9F9-DBB5-2055-D0E78697501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B1974C5-1FBF-34C7-A051-6EB4252A3E39}"/>
              </a:ext>
            </a:extLst>
          </p:cNvPr>
          <p:cNvSpPr>
            <a:spLocks noGrp="1" noRot="1" noChangeAspect="1"/>
          </p:cNvSpPr>
          <p:nvPr>
            <p:ph type="sldImg" idx="2"/>
          </p:nvPr>
        </p:nvSpPr>
        <p:spPr/>
      </p:sp>
    </p:spTree>
    <p:extLst>
      <p:ext uri="{BB962C8B-B14F-4D97-AF65-F5344CB8AC3E}">
        <p14:creationId xmlns:p14="http://schemas.microsoft.com/office/powerpoint/2010/main" val="159952910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A70141-487E-7C03-C42F-AB3AE2FB75F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D6275E8-6D77-CC97-B679-D2A76E0133C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0820366-174A-77BD-35A6-D7D34F858C59}"/>
              </a:ext>
            </a:extLst>
          </p:cNvPr>
          <p:cNvSpPr>
            <a:spLocks noGrp="1" noRot="1" noChangeAspect="1"/>
          </p:cNvSpPr>
          <p:nvPr>
            <p:ph type="sldImg" idx="2"/>
          </p:nvPr>
        </p:nvSpPr>
        <p:spPr/>
      </p:sp>
    </p:spTree>
    <p:extLst>
      <p:ext uri="{BB962C8B-B14F-4D97-AF65-F5344CB8AC3E}">
        <p14:creationId xmlns:p14="http://schemas.microsoft.com/office/powerpoint/2010/main" val="33478590"/>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698C7A-C916-6718-2B47-F67AB616B4F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0DF9590-A864-FD5E-43F7-21867781B3B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562700C-C001-E0FD-9492-19A5DA4589A3}"/>
              </a:ext>
            </a:extLst>
          </p:cNvPr>
          <p:cNvSpPr>
            <a:spLocks noGrp="1" noRot="1" noChangeAspect="1"/>
          </p:cNvSpPr>
          <p:nvPr>
            <p:ph type="sldImg" idx="2"/>
          </p:nvPr>
        </p:nvSpPr>
        <p:spPr/>
      </p:sp>
    </p:spTree>
    <p:extLst>
      <p:ext uri="{BB962C8B-B14F-4D97-AF65-F5344CB8AC3E}">
        <p14:creationId xmlns:p14="http://schemas.microsoft.com/office/powerpoint/2010/main" val="417549505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8E0F3B-ECAA-F1D7-DA52-018435FFB92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22CDF6F-EC21-7D70-32F6-0C7E70ED76C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74AE158-561A-4B7B-3339-C12E74BF89E3}"/>
              </a:ext>
            </a:extLst>
          </p:cNvPr>
          <p:cNvSpPr>
            <a:spLocks noGrp="1" noRot="1" noChangeAspect="1"/>
          </p:cNvSpPr>
          <p:nvPr>
            <p:ph type="sldImg" idx="2"/>
          </p:nvPr>
        </p:nvSpPr>
        <p:spPr/>
      </p:sp>
    </p:spTree>
    <p:extLst>
      <p:ext uri="{BB962C8B-B14F-4D97-AF65-F5344CB8AC3E}">
        <p14:creationId xmlns:p14="http://schemas.microsoft.com/office/powerpoint/2010/main" val="110830067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11D401-F48C-E0CA-AE67-ABF6CF3EBBFB}"/>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D1D515AA-C9CC-784F-1B22-7C89CDAC00E9}"/>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AA76C29A-1CA5-1CDB-6DA4-7E0FF03AF12F}"/>
              </a:ext>
            </a:extLst>
          </p:cNvPr>
          <p:cNvSpPr>
            <a:spLocks noGrp="1" noRot="1" noChangeAspect="1"/>
          </p:cNvSpPr>
          <p:nvPr>
            <p:ph type="sldImg" idx="2"/>
          </p:nvPr>
        </p:nvSpPr>
        <p:spPr/>
      </p:sp>
    </p:spTree>
    <p:extLst>
      <p:ext uri="{BB962C8B-B14F-4D97-AF65-F5344CB8AC3E}">
        <p14:creationId xmlns:p14="http://schemas.microsoft.com/office/powerpoint/2010/main" val="230886687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E55019-696A-F931-11CD-F5F2898DE16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A6426E0-7675-778F-FFFE-029C780FE4D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D62D9CD-601D-1D87-E019-C85859A13787}"/>
              </a:ext>
            </a:extLst>
          </p:cNvPr>
          <p:cNvSpPr>
            <a:spLocks noGrp="1" noRot="1" noChangeAspect="1"/>
          </p:cNvSpPr>
          <p:nvPr>
            <p:ph type="sldImg" idx="2"/>
          </p:nvPr>
        </p:nvSpPr>
        <p:spPr/>
      </p:sp>
    </p:spTree>
    <p:extLst>
      <p:ext uri="{BB962C8B-B14F-4D97-AF65-F5344CB8AC3E}">
        <p14:creationId xmlns:p14="http://schemas.microsoft.com/office/powerpoint/2010/main" val="407193514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69468C-1914-61F1-EE9F-5F9434D090D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9D1AE8E-ADFB-B7B6-CABB-CCD1AEBD958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7252550-75EB-7F6A-3782-BD58593CAC6F}"/>
              </a:ext>
            </a:extLst>
          </p:cNvPr>
          <p:cNvSpPr>
            <a:spLocks noGrp="1" noRot="1" noChangeAspect="1"/>
          </p:cNvSpPr>
          <p:nvPr>
            <p:ph type="sldImg" idx="2"/>
          </p:nvPr>
        </p:nvSpPr>
        <p:spPr/>
      </p:sp>
    </p:spTree>
    <p:extLst>
      <p:ext uri="{BB962C8B-B14F-4D97-AF65-F5344CB8AC3E}">
        <p14:creationId xmlns:p14="http://schemas.microsoft.com/office/powerpoint/2010/main" val="2292138372"/>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2A4EF5-FF80-96B1-458D-44E051388A2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A35C23A-62E5-41FE-2738-19EF0AC156A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9D8A971-BEAD-E5BA-7AA0-6AAEB14626BD}"/>
              </a:ext>
            </a:extLst>
          </p:cNvPr>
          <p:cNvSpPr>
            <a:spLocks noGrp="1" noRot="1" noChangeAspect="1"/>
          </p:cNvSpPr>
          <p:nvPr>
            <p:ph type="sldImg" idx="2"/>
          </p:nvPr>
        </p:nvSpPr>
        <p:spPr/>
      </p:sp>
    </p:spTree>
    <p:extLst>
      <p:ext uri="{BB962C8B-B14F-4D97-AF65-F5344CB8AC3E}">
        <p14:creationId xmlns:p14="http://schemas.microsoft.com/office/powerpoint/2010/main" val="418074524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517E09-D4A4-862F-9BDF-462CF5D9106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18EB1F3-E956-9157-0AD2-B6B1EDBAEB5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63EE5F0-C8DA-E9F0-FD80-36D0195BF6D3}"/>
              </a:ext>
            </a:extLst>
          </p:cNvPr>
          <p:cNvSpPr>
            <a:spLocks noGrp="1" noRot="1" noChangeAspect="1"/>
          </p:cNvSpPr>
          <p:nvPr>
            <p:ph type="sldImg" idx="2"/>
          </p:nvPr>
        </p:nvSpPr>
        <p:spPr/>
      </p:sp>
    </p:spTree>
    <p:extLst>
      <p:ext uri="{BB962C8B-B14F-4D97-AF65-F5344CB8AC3E}">
        <p14:creationId xmlns:p14="http://schemas.microsoft.com/office/powerpoint/2010/main" val="1467544750"/>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E6FCAC-E6E5-D66B-2CA3-EAA77E10DA7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59F5804-DF0E-C435-E03F-25DC2FF9DD0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215E137-E09E-9B86-1EB4-F4A9191A4D18}"/>
              </a:ext>
            </a:extLst>
          </p:cNvPr>
          <p:cNvSpPr>
            <a:spLocks noGrp="1" noRot="1" noChangeAspect="1"/>
          </p:cNvSpPr>
          <p:nvPr>
            <p:ph type="sldImg" idx="2"/>
          </p:nvPr>
        </p:nvSpPr>
        <p:spPr/>
      </p:sp>
    </p:spTree>
    <p:extLst>
      <p:ext uri="{BB962C8B-B14F-4D97-AF65-F5344CB8AC3E}">
        <p14:creationId xmlns:p14="http://schemas.microsoft.com/office/powerpoint/2010/main" val="263837966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F97595-3BB2-6368-2627-913952C8C4C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C28AED9-A39F-332D-9522-DEED44AA233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FD3555C-C444-FFE2-122D-AAD69C55E24E}"/>
              </a:ext>
            </a:extLst>
          </p:cNvPr>
          <p:cNvSpPr>
            <a:spLocks noGrp="1" noRot="1" noChangeAspect="1"/>
          </p:cNvSpPr>
          <p:nvPr>
            <p:ph type="sldImg" idx="2"/>
          </p:nvPr>
        </p:nvSpPr>
        <p:spPr/>
      </p:sp>
    </p:spTree>
    <p:extLst>
      <p:ext uri="{BB962C8B-B14F-4D97-AF65-F5344CB8AC3E}">
        <p14:creationId xmlns:p14="http://schemas.microsoft.com/office/powerpoint/2010/main" val="48232388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7350E5-8D2B-4742-F4A1-FDA6F4B04C85}"/>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3FBF6822-5978-A9E7-361D-F22F83443EE5}"/>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44EC8E9E-C7D5-DB9E-9CC7-9F0BF399B782}"/>
              </a:ext>
            </a:extLst>
          </p:cNvPr>
          <p:cNvSpPr>
            <a:spLocks noGrp="1" noRot="1" noChangeAspect="1"/>
          </p:cNvSpPr>
          <p:nvPr>
            <p:ph type="sldImg" idx="2"/>
          </p:nvPr>
        </p:nvSpPr>
        <p:spPr/>
      </p:sp>
    </p:spTree>
    <p:extLst>
      <p:ext uri="{BB962C8B-B14F-4D97-AF65-F5344CB8AC3E}">
        <p14:creationId xmlns:p14="http://schemas.microsoft.com/office/powerpoint/2010/main" val="8346401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DDD8FD-C143-CBF1-D8CC-EE9EA717B2E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2C1EBD6-14F5-2986-25FD-7B494F5467B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FFE77A2-BC09-EF7E-E813-CDA1682704D6}"/>
              </a:ext>
            </a:extLst>
          </p:cNvPr>
          <p:cNvSpPr>
            <a:spLocks noGrp="1" noRot="1" noChangeAspect="1"/>
          </p:cNvSpPr>
          <p:nvPr>
            <p:ph type="sldImg" idx="2"/>
          </p:nvPr>
        </p:nvSpPr>
        <p:spPr/>
      </p:sp>
    </p:spTree>
    <p:extLst>
      <p:ext uri="{BB962C8B-B14F-4D97-AF65-F5344CB8AC3E}">
        <p14:creationId xmlns:p14="http://schemas.microsoft.com/office/powerpoint/2010/main" val="235682940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15348D-A36C-ED16-4431-D5D7F7B7A85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B9FC7B4-4059-2813-7580-94265D8E63A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B4CC5B9-27AA-2411-5C78-60809BD23AE1}"/>
              </a:ext>
            </a:extLst>
          </p:cNvPr>
          <p:cNvSpPr>
            <a:spLocks noGrp="1" noRot="1" noChangeAspect="1"/>
          </p:cNvSpPr>
          <p:nvPr>
            <p:ph type="sldImg" idx="2"/>
          </p:nvPr>
        </p:nvSpPr>
        <p:spPr/>
      </p:sp>
    </p:spTree>
    <p:extLst>
      <p:ext uri="{BB962C8B-B14F-4D97-AF65-F5344CB8AC3E}">
        <p14:creationId xmlns:p14="http://schemas.microsoft.com/office/powerpoint/2010/main" val="5049229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BFCBCB-7B72-4112-D62F-5F28177B0D1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F14A4FA-4759-5C47-5B35-996D34805C2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A494286-98C1-33AD-61F2-AE88176A3E0A}"/>
              </a:ext>
            </a:extLst>
          </p:cNvPr>
          <p:cNvSpPr>
            <a:spLocks noGrp="1" noRot="1" noChangeAspect="1"/>
          </p:cNvSpPr>
          <p:nvPr>
            <p:ph type="sldImg" idx="2"/>
          </p:nvPr>
        </p:nvSpPr>
        <p:spPr/>
      </p:sp>
    </p:spTree>
    <p:extLst>
      <p:ext uri="{BB962C8B-B14F-4D97-AF65-F5344CB8AC3E}">
        <p14:creationId xmlns:p14="http://schemas.microsoft.com/office/powerpoint/2010/main" val="3982063454"/>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13E52B-9E36-8BE3-ECE5-78FBE837C93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DA4656D-EF42-89A9-27CB-3B315A27F15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B78D709-051F-A723-8082-30C0C613CB4F}"/>
              </a:ext>
            </a:extLst>
          </p:cNvPr>
          <p:cNvSpPr>
            <a:spLocks noGrp="1" noRot="1" noChangeAspect="1"/>
          </p:cNvSpPr>
          <p:nvPr>
            <p:ph type="sldImg" idx="2"/>
          </p:nvPr>
        </p:nvSpPr>
        <p:spPr/>
      </p:sp>
    </p:spTree>
    <p:extLst>
      <p:ext uri="{BB962C8B-B14F-4D97-AF65-F5344CB8AC3E}">
        <p14:creationId xmlns:p14="http://schemas.microsoft.com/office/powerpoint/2010/main" val="287101797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EA2A13-AD14-515D-73B1-A5BEC7528BB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375BD80-D6B9-8586-E508-46EED492D3A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044B9E5-6807-79EC-D828-D6B2F8A2F808}"/>
              </a:ext>
            </a:extLst>
          </p:cNvPr>
          <p:cNvSpPr>
            <a:spLocks noGrp="1" noRot="1" noChangeAspect="1"/>
          </p:cNvSpPr>
          <p:nvPr>
            <p:ph type="sldImg" idx="2"/>
          </p:nvPr>
        </p:nvSpPr>
        <p:spPr/>
      </p:sp>
    </p:spTree>
    <p:extLst>
      <p:ext uri="{BB962C8B-B14F-4D97-AF65-F5344CB8AC3E}">
        <p14:creationId xmlns:p14="http://schemas.microsoft.com/office/powerpoint/2010/main" val="169324042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6673A7-51BC-BED5-8D8E-28CFF0EE156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86CEFA2-D7C3-5825-CC45-6A93BA1BBA9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06C8CA0-142F-6F69-9607-317DC7291F0A}"/>
              </a:ext>
            </a:extLst>
          </p:cNvPr>
          <p:cNvSpPr>
            <a:spLocks noGrp="1" noRot="1" noChangeAspect="1"/>
          </p:cNvSpPr>
          <p:nvPr>
            <p:ph type="sldImg" idx="2"/>
          </p:nvPr>
        </p:nvSpPr>
        <p:spPr/>
      </p:sp>
    </p:spTree>
    <p:extLst>
      <p:ext uri="{BB962C8B-B14F-4D97-AF65-F5344CB8AC3E}">
        <p14:creationId xmlns:p14="http://schemas.microsoft.com/office/powerpoint/2010/main" val="411010724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018DCC-3B5E-3BD9-29F7-08BA17ACA5F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ED274EF-84E0-4407-CF71-EF7B8078422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C35C9AE-F2DF-100D-E5CE-4F5D4D8E125F}"/>
              </a:ext>
            </a:extLst>
          </p:cNvPr>
          <p:cNvSpPr>
            <a:spLocks noGrp="1" noRot="1" noChangeAspect="1"/>
          </p:cNvSpPr>
          <p:nvPr>
            <p:ph type="sldImg" idx="2"/>
          </p:nvPr>
        </p:nvSpPr>
        <p:spPr/>
      </p:sp>
    </p:spTree>
    <p:extLst>
      <p:ext uri="{BB962C8B-B14F-4D97-AF65-F5344CB8AC3E}">
        <p14:creationId xmlns:p14="http://schemas.microsoft.com/office/powerpoint/2010/main" val="8393600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C66E02-5AEA-C260-6378-F88EBA9FC59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F97A689-1D3A-D154-5685-92E94CA1234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6C4C92C-82D9-16F9-A6C2-6F9BA4818EF9}"/>
              </a:ext>
            </a:extLst>
          </p:cNvPr>
          <p:cNvSpPr>
            <a:spLocks noGrp="1" noRot="1" noChangeAspect="1"/>
          </p:cNvSpPr>
          <p:nvPr>
            <p:ph type="sldImg" idx="2"/>
          </p:nvPr>
        </p:nvSpPr>
        <p:spPr/>
      </p:sp>
    </p:spTree>
    <p:extLst>
      <p:ext uri="{BB962C8B-B14F-4D97-AF65-F5344CB8AC3E}">
        <p14:creationId xmlns:p14="http://schemas.microsoft.com/office/powerpoint/2010/main" val="680423810"/>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3089AB-7EC4-55DC-0BDD-F73C1542188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ACB1635-E097-B887-F125-FC613C72148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6624025-C4D0-8A60-5D77-DE85291184FD}"/>
              </a:ext>
            </a:extLst>
          </p:cNvPr>
          <p:cNvSpPr>
            <a:spLocks noGrp="1" noRot="1" noChangeAspect="1"/>
          </p:cNvSpPr>
          <p:nvPr>
            <p:ph type="sldImg" idx="2"/>
          </p:nvPr>
        </p:nvSpPr>
        <p:spPr/>
      </p:sp>
    </p:spTree>
    <p:extLst>
      <p:ext uri="{BB962C8B-B14F-4D97-AF65-F5344CB8AC3E}">
        <p14:creationId xmlns:p14="http://schemas.microsoft.com/office/powerpoint/2010/main" val="169363789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441919-F5E4-6C8B-A518-659764E1EDA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209F585-E4C4-BC21-AF9F-BFEB13AEB2A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5FF0082-2CE2-5A7F-0E7F-3294CB40ABB2}"/>
              </a:ext>
            </a:extLst>
          </p:cNvPr>
          <p:cNvSpPr>
            <a:spLocks noGrp="1" noRot="1" noChangeAspect="1"/>
          </p:cNvSpPr>
          <p:nvPr>
            <p:ph type="sldImg" idx="2"/>
          </p:nvPr>
        </p:nvSpPr>
        <p:spPr/>
      </p:sp>
    </p:spTree>
    <p:extLst>
      <p:ext uri="{BB962C8B-B14F-4D97-AF65-F5344CB8AC3E}">
        <p14:creationId xmlns:p14="http://schemas.microsoft.com/office/powerpoint/2010/main" val="2397065312"/>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8F2B37-60C3-7282-DF74-B598034A8B9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87C6141-8FD9-5FF9-C861-5110EC7CAE0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1E4FD4C-4C7E-16C4-EE34-DCE7753B841E}"/>
              </a:ext>
            </a:extLst>
          </p:cNvPr>
          <p:cNvSpPr>
            <a:spLocks noGrp="1" noRot="1" noChangeAspect="1"/>
          </p:cNvSpPr>
          <p:nvPr>
            <p:ph type="sldImg" idx="2"/>
          </p:nvPr>
        </p:nvSpPr>
        <p:spPr/>
      </p:sp>
    </p:spTree>
    <p:extLst>
      <p:ext uri="{BB962C8B-B14F-4D97-AF65-F5344CB8AC3E}">
        <p14:creationId xmlns:p14="http://schemas.microsoft.com/office/powerpoint/2010/main" val="136129833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088E6D-EE1F-A96E-5BCE-0DC62879014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6AA356B-369F-08CA-9000-BA2635F3D21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BCA9980-7CEE-2CB5-1BE6-0800A2DC4A33}"/>
              </a:ext>
            </a:extLst>
          </p:cNvPr>
          <p:cNvSpPr>
            <a:spLocks noGrp="1" noRot="1" noChangeAspect="1"/>
          </p:cNvSpPr>
          <p:nvPr>
            <p:ph type="sldImg" idx="2"/>
          </p:nvPr>
        </p:nvSpPr>
        <p:spPr/>
      </p:sp>
    </p:spTree>
    <p:extLst>
      <p:ext uri="{BB962C8B-B14F-4D97-AF65-F5344CB8AC3E}">
        <p14:creationId xmlns:p14="http://schemas.microsoft.com/office/powerpoint/2010/main" val="153591340"/>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FCD719-3ABE-8E6A-507C-AC1C8B9E3E2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2C9581A-659B-7BBC-650E-FDD1BEE4933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235C40A-8C88-E029-E60E-AC6F7CB0BBF5}"/>
              </a:ext>
            </a:extLst>
          </p:cNvPr>
          <p:cNvSpPr>
            <a:spLocks noGrp="1" noRot="1" noChangeAspect="1"/>
          </p:cNvSpPr>
          <p:nvPr>
            <p:ph type="sldImg" idx="2"/>
          </p:nvPr>
        </p:nvSpPr>
        <p:spPr/>
      </p:sp>
    </p:spTree>
    <p:extLst>
      <p:ext uri="{BB962C8B-B14F-4D97-AF65-F5344CB8AC3E}">
        <p14:creationId xmlns:p14="http://schemas.microsoft.com/office/powerpoint/2010/main" val="346269347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91FDBE-12D8-B344-B0D6-87C2044A4C0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B7CD5285-8B0C-8E48-DCC3-3888E0EA110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AD0DBE0-0346-3CE2-F468-ED15AF44B66D}"/>
              </a:ext>
            </a:extLst>
          </p:cNvPr>
          <p:cNvSpPr>
            <a:spLocks noGrp="1" noRot="1" noChangeAspect="1"/>
          </p:cNvSpPr>
          <p:nvPr>
            <p:ph type="sldImg" idx="2"/>
          </p:nvPr>
        </p:nvSpPr>
        <p:spPr/>
      </p:sp>
    </p:spTree>
    <p:extLst>
      <p:ext uri="{BB962C8B-B14F-4D97-AF65-F5344CB8AC3E}">
        <p14:creationId xmlns:p14="http://schemas.microsoft.com/office/powerpoint/2010/main" val="124011308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43EFAA-0A7D-C564-B75C-F00E329656A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81F8BC4-89D2-73FC-A47C-FBBD26D614B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C578B38-C5DD-31EF-C8A1-FB22429BB6B8}"/>
              </a:ext>
            </a:extLst>
          </p:cNvPr>
          <p:cNvSpPr>
            <a:spLocks noGrp="1" noRot="1" noChangeAspect="1"/>
          </p:cNvSpPr>
          <p:nvPr>
            <p:ph type="sldImg" idx="2"/>
          </p:nvPr>
        </p:nvSpPr>
        <p:spPr/>
      </p:sp>
    </p:spTree>
    <p:extLst>
      <p:ext uri="{BB962C8B-B14F-4D97-AF65-F5344CB8AC3E}">
        <p14:creationId xmlns:p14="http://schemas.microsoft.com/office/powerpoint/2010/main" val="3693787289"/>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AD9515-72D3-BDDF-BB94-8309B90062F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3825E48-9073-6D14-A0B8-1922182F06E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4561B1B-7256-80EB-3896-1B494F6B8F43}"/>
              </a:ext>
            </a:extLst>
          </p:cNvPr>
          <p:cNvSpPr>
            <a:spLocks noGrp="1" noRot="1" noChangeAspect="1"/>
          </p:cNvSpPr>
          <p:nvPr>
            <p:ph type="sldImg" idx="2"/>
          </p:nvPr>
        </p:nvSpPr>
        <p:spPr/>
      </p:sp>
    </p:spTree>
    <p:extLst>
      <p:ext uri="{BB962C8B-B14F-4D97-AF65-F5344CB8AC3E}">
        <p14:creationId xmlns:p14="http://schemas.microsoft.com/office/powerpoint/2010/main" val="2068898978"/>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646EEA-DA3D-FC1C-E8CD-157FBF117B8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1CA0F8C-03E7-BED6-E8B1-FAB53FFC122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41507F5-CBF4-C6B2-6A9E-7DC594EDB5D1}"/>
              </a:ext>
            </a:extLst>
          </p:cNvPr>
          <p:cNvSpPr>
            <a:spLocks noGrp="1" noRot="1" noChangeAspect="1"/>
          </p:cNvSpPr>
          <p:nvPr>
            <p:ph type="sldImg" idx="2"/>
          </p:nvPr>
        </p:nvSpPr>
        <p:spPr/>
      </p:sp>
    </p:spTree>
    <p:extLst>
      <p:ext uri="{BB962C8B-B14F-4D97-AF65-F5344CB8AC3E}">
        <p14:creationId xmlns:p14="http://schemas.microsoft.com/office/powerpoint/2010/main" val="387707275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D920DF-FA22-1850-C749-68E6B78FCA6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6E38C71-5284-B53A-080F-E045FF2D014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77734FC-0204-3187-ECA1-4C3AC3B2FA0F}"/>
              </a:ext>
            </a:extLst>
          </p:cNvPr>
          <p:cNvSpPr>
            <a:spLocks noGrp="1" noRot="1" noChangeAspect="1"/>
          </p:cNvSpPr>
          <p:nvPr>
            <p:ph type="sldImg" idx="2"/>
          </p:nvPr>
        </p:nvSpPr>
        <p:spPr/>
      </p:sp>
    </p:spTree>
    <p:extLst>
      <p:ext uri="{BB962C8B-B14F-4D97-AF65-F5344CB8AC3E}">
        <p14:creationId xmlns:p14="http://schemas.microsoft.com/office/powerpoint/2010/main" val="3982313210"/>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628244-6DE0-4EC6-799E-24305193F97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16C8FB2-58C3-4A4A-FA15-B018F10DEF3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908BAF0-8EE3-76B2-A1EA-7C851CF627B1}"/>
              </a:ext>
            </a:extLst>
          </p:cNvPr>
          <p:cNvSpPr>
            <a:spLocks noGrp="1" noRot="1" noChangeAspect="1"/>
          </p:cNvSpPr>
          <p:nvPr>
            <p:ph type="sldImg" idx="2"/>
          </p:nvPr>
        </p:nvSpPr>
        <p:spPr/>
      </p:sp>
    </p:spTree>
    <p:extLst>
      <p:ext uri="{BB962C8B-B14F-4D97-AF65-F5344CB8AC3E}">
        <p14:creationId xmlns:p14="http://schemas.microsoft.com/office/powerpoint/2010/main" val="2106503142"/>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1B185D-1B52-1455-4DC2-88C210D0CF9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E53C2E4-176A-E36E-822A-37179572790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956154F-08CB-ED6B-CF44-79FB267211AF}"/>
              </a:ext>
            </a:extLst>
          </p:cNvPr>
          <p:cNvSpPr>
            <a:spLocks noGrp="1" noRot="1" noChangeAspect="1"/>
          </p:cNvSpPr>
          <p:nvPr>
            <p:ph type="sldImg" idx="2"/>
          </p:nvPr>
        </p:nvSpPr>
        <p:spPr/>
      </p:sp>
    </p:spTree>
    <p:extLst>
      <p:ext uri="{BB962C8B-B14F-4D97-AF65-F5344CB8AC3E}">
        <p14:creationId xmlns:p14="http://schemas.microsoft.com/office/powerpoint/2010/main" val="4254345602"/>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2754F177-FF07-68FC-B191-B7118CA76F4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78EEA65-11DD-65B9-100F-7A99890F5155}"/>
              </a:ext>
            </a:extLst>
          </p:cNvPr>
          <p:cNvSpPr>
            <a:spLocks noGrp="1" noRot="1" noChangeAspect="1"/>
          </p:cNvSpPr>
          <p:nvPr>
            <p:ph type="sldImg" idx="2"/>
          </p:nvPr>
        </p:nvSpPr>
        <p:spPr/>
      </p:sp>
    </p:spTree>
    <p:extLst>
      <p:ext uri="{BB962C8B-B14F-4D97-AF65-F5344CB8AC3E}">
        <p14:creationId xmlns:p14="http://schemas.microsoft.com/office/powerpoint/2010/main" val="736214493"/>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3699E856-6D92-26EF-1361-7C54FED1076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9CE1711-A871-4CDC-ACA3-BC61F9885677}"/>
              </a:ext>
            </a:extLst>
          </p:cNvPr>
          <p:cNvSpPr>
            <a:spLocks noGrp="1" noRot="1" noChangeAspect="1"/>
          </p:cNvSpPr>
          <p:nvPr>
            <p:ph type="sldImg" idx="2"/>
          </p:nvPr>
        </p:nvSpPr>
        <p:spPr/>
      </p:sp>
    </p:spTree>
    <p:extLst>
      <p:ext uri="{BB962C8B-B14F-4D97-AF65-F5344CB8AC3E}">
        <p14:creationId xmlns:p14="http://schemas.microsoft.com/office/powerpoint/2010/main" val="2924900783"/>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3ADFA548-75B7-7C1C-F54F-FDCF30FFCC8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1D3C423-606B-2235-07BC-0066854E39A1}"/>
              </a:ext>
            </a:extLst>
          </p:cNvPr>
          <p:cNvSpPr>
            <a:spLocks noGrp="1" noRot="1" noChangeAspect="1"/>
          </p:cNvSpPr>
          <p:nvPr>
            <p:ph type="sldImg" idx="2"/>
          </p:nvPr>
        </p:nvSpPr>
        <p:spPr/>
      </p:sp>
    </p:spTree>
    <p:extLst>
      <p:ext uri="{BB962C8B-B14F-4D97-AF65-F5344CB8AC3E}">
        <p14:creationId xmlns:p14="http://schemas.microsoft.com/office/powerpoint/2010/main" val="126515692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1A9A7E-29D0-22C6-E305-80A6F648F8F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600916E-A1EE-8BB1-F352-96E2309D9FC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14F76DB-A863-283F-D5D7-C0C343FF9D9D}"/>
              </a:ext>
            </a:extLst>
          </p:cNvPr>
          <p:cNvSpPr>
            <a:spLocks noGrp="1" noRot="1" noChangeAspect="1"/>
          </p:cNvSpPr>
          <p:nvPr>
            <p:ph type="sldImg" idx="2"/>
          </p:nvPr>
        </p:nvSpPr>
        <p:spPr/>
      </p:sp>
    </p:spTree>
    <p:extLst>
      <p:ext uri="{BB962C8B-B14F-4D97-AF65-F5344CB8AC3E}">
        <p14:creationId xmlns:p14="http://schemas.microsoft.com/office/powerpoint/2010/main" val="407869685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3EB727-0740-DA3F-182F-71BA3A4743C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10DAD2F-6E4B-5CAE-A982-FD970B341D4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445A417-3FFB-2948-37EE-829B7E2BEC55}"/>
              </a:ext>
            </a:extLst>
          </p:cNvPr>
          <p:cNvSpPr>
            <a:spLocks noGrp="1" noRot="1" noChangeAspect="1"/>
          </p:cNvSpPr>
          <p:nvPr>
            <p:ph type="sldImg" idx="2"/>
          </p:nvPr>
        </p:nvSpPr>
        <p:spPr/>
      </p:sp>
    </p:spTree>
    <p:extLst>
      <p:ext uri="{BB962C8B-B14F-4D97-AF65-F5344CB8AC3E}">
        <p14:creationId xmlns:p14="http://schemas.microsoft.com/office/powerpoint/2010/main" val="144377662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3033772A-EA92-6498-6EEA-61B8B516B46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20802AF-5E4A-486D-16FC-5EAC5277FEA0}"/>
              </a:ext>
            </a:extLst>
          </p:cNvPr>
          <p:cNvSpPr>
            <a:spLocks noGrp="1" noRot="1" noChangeAspect="1"/>
          </p:cNvSpPr>
          <p:nvPr>
            <p:ph type="sldImg" idx="2"/>
          </p:nvPr>
        </p:nvSpPr>
        <p:spPr/>
      </p:sp>
    </p:spTree>
    <p:extLst>
      <p:ext uri="{BB962C8B-B14F-4D97-AF65-F5344CB8AC3E}">
        <p14:creationId xmlns:p14="http://schemas.microsoft.com/office/powerpoint/2010/main" val="244056350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8BDC98-7E78-3BB6-7E79-573B75B42175}"/>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540BB8FC-4C1A-094F-B2DA-9775B6AC6DB6}"/>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D9C0263F-AC85-E241-9789-7302D4472FB8}"/>
              </a:ext>
            </a:extLst>
          </p:cNvPr>
          <p:cNvSpPr>
            <a:spLocks noGrp="1" noRot="1" noChangeAspect="1"/>
          </p:cNvSpPr>
          <p:nvPr>
            <p:ph type="sldImg" idx="2"/>
          </p:nvPr>
        </p:nvSpPr>
        <p:spPr/>
      </p:sp>
    </p:spTree>
    <p:extLst>
      <p:ext uri="{BB962C8B-B14F-4D97-AF65-F5344CB8AC3E}">
        <p14:creationId xmlns:p14="http://schemas.microsoft.com/office/powerpoint/2010/main" val="708845363"/>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3B7FD2-2099-2381-E26A-E6A0B83F30C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836EB1F-4EDB-6D92-7128-18BEF727644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646D05F-C648-AB77-F44A-D60542DE10AD}"/>
              </a:ext>
            </a:extLst>
          </p:cNvPr>
          <p:cNvSpPr>
            <a:spLocks noGrp="1" noRot="1" noChangeAspect="1"/>
          </p:cNvSpPr>
          <p:nvPr>
            <p:ph type="sldImg" idx="2"/>
          </p:nvPr>
        </p:nvSpPr>
        <p:spPr/>
      </p:sp>
    </p:spTree>
    <p:extLst>
      <p:ext uri="{BB962C8B-B14F-4D97-AF65-F5344CB8AC3E}">
        <p14:creationId xmlns:p14="http://schemas.microsoft.com/office/powerpoint/2010/main" val="3819800696"/>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BBAD25-4FF7-701F-EC84-A0A2E704C29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BB6388E-0CD5-9FDF-CB6B-C2EE0FD6E58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939C876-C328-21FF-8CA0-3C5072A1D433}"/>
              </a:ext>
            </a:extLst>
          </p:cNvPr>
          <p:cNvSpPr>
            <a:spLocks noGrp="1" noRot="1" noChangeAspect="1"/>
          </p:cNvSpPr>
          <p:nvPr>
            <p:ph type="sldImg" idx="2"/>
          </p:nvPr>
        </p:nvSpPr>
        <p:spPr/>
      </p:sp>
    </p:spTree>
    <p:extLst>
      <p:ext uri="{BB962C8B-B14F-4D97-AF65-F5344CB8AC3E}">
        <p14:creationId xmlns:p14="http://schemas.microsoft.com/office/powerpoint/2010/main" val="3992792615"/>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A5C213-13E2-9367-4E84-1CBB7E589D0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591BA10-02E1-BBA6-2AFA-B927DD1EA7A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40617AB-BE6D-70DD-3DA6-211EDE0074D5}"/>
              </a:ext>
            </a:extLst>
          </p:cNvPr>
          <p:cNvSpPr>
            <a:spLocks noGrp="1" noRot="1" noChangeAspect="1"/>
          </p:cNvSpPr>
          <p:nvPr>
            <p:ph type="sldImg" idx="2"/>
          </p:nvPr>
        </p:nvSpPr>
        <p:spPr/>
      </p:sp>
    </p:spTree>
    <p:extLst>
      <p:ext uri="{BB962C8B-B14F-4D97-AF65-F5344CB8AC3E}">
        <p14:creationId xmlns:p14="http://schemas.microsoft.com/office/powerpoint/2010/main" val="296660504"/>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EB5901-E6A9-ED7C-5FDE-78FBC2A7F48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A64CE56-87B9-8EA0-6932-7C3751BD5BA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8ADB6C7-B9A3-9607-F1DA-C006CC0E45D0}"/>
              </a:ext>
            </a:extLst>
          </p:cNvPr>
          <p:cNvSpPr>
            <a:spLocks noGrp="1" noRot="1" noChangeAspect="1"/>
          </p:cNvSpPr>
          <p:nvPr>
            <p:ph type="sldImg" idx="2"/>
          </p:nvPr>
        </p:nvSpPr>
        <p:spPr/>
      </p:sp>
    </p:spTree>
    <p:extLst>
      <p:ext uri="{BB962C8B-B14F-4D97-AF65-F5344CB8AC3E}">
        <p14:creationId xmlns:p14="http://schemas.microsoft.com/office/powerpoint/2010/main" val="2203563825"/>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839C86-DB31-DD91-BD42-A43C8EA72E8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CADBC4E-69C0-8C0D-3DCE-77A97484AC9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6848B02-6A55-3F1D-2BDA-3173AC0B3F72}"/>
              </a:ext>
            </a:extLst>
          </p:cNvPr>
          <p:cNvSpPr>
            <a:spLocks noGrp="1" noRot="1" noChangeAspect="1"/>
          </p:cNvSpPr>
          <p:nvPr>
            <p:ph type="sldImg" idx="2"/>
          </p:nvPr>
        </p:nvSpPr>
        <p:spPr/>
      </p:sp>
    </p:spTree>
    <p:extLst>
      <p:ext uri="{BB962C8B-B14F-4D97-AF65-F5344CB8AC3E}">
        <p14:creationId xmlns:p14="http://schemas.microsoft.com/office/powerpoint/2010/main" val="2096605647"/>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BAF4D4-8E66-57D4-C495-824D9F3F743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77A6810-BD9C-6B7A-5947-1862DF18631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54627D9-E557-95AA-52CB-CDD2E4207BFE}"/>
              </a:ext>
            </a:extLst>
          </p:cNvPr>
          <p:cNvSpPr>
            <a:spLocks noGrp="1" noRot="1" noChangeAspect="1"/>
          </p:cNvSpPr>
          <p:nvPr>
            <p:ph type="sldImg" idx="2"/>
          </p:nvPr>
        </p:nvSpPr>
        <p:spPr/>
      </p:sp>
    </p:spTree>
    <p:extLst>
      <p:ext uri="{BB962C8B-B14F-4D97-AF65-F5344CB8AC3E}">
        <p14:creationId xmlns:p14="http://schemas.microsoft.com/office/powerpoint/2010/main" val="3542840269"/>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083774-CECD-4C2A-A707-0E0E43970DAF}"/>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E48B62F5-8760-664C-A86F-FBC3F4C38FD1}"/>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812042D8-52AF-0E40-7FE8-8A7F4029BF23}"/>
              </a:ext>
            </a:extLst>
          </p:cNvPr>
          <p:cNvSpPr>
            <a:spLocks noGrp="1" noRot="1" noChangeAspect="1"/>
          </p:cNvSpPr>
          <p:nvPr>
            <p:ph type="sldImg" idx="2"/>
          </p:nvPr>
        </p:nvSpPr>
        <p:spPr/>
      </p:sp>
    </p:spTree>
    <p:extLst>
      <p:ext uri="{BB962C8B-B14F-4D97-AF65-F5344CB8AC3E}">
        <p14:creationId xmlns:p14="http://schemas.microsoft.com/office/powerpoint/2010/main" val="1320054317"/>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D540EC-50A3-59A2-5A6D-6F76BC28EBE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FD74283-D26D-8C01-EE8A-B927A9579D3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2A614A1-5C81-BDB3-B1FE-69BFF45D7787}"/>
              </a:ext>
            </a:extLst>
          </p:cNvPr>
          <p:cNvSpPr>
            <a:spLocks noGrp="1" noRot="1" noChangeAspect="1"/>
          </p:cNvSpPr>
          <p:nvPr>
            <p:ph type="sldImg" idx="2"/>
          </p:nvPr>
        </p:nvSpPr>
        <p:spPr/>
      </p:sp>
    </p:spTree>
    <p:extLst>
      <p:ext uri="{BB962C8B-B14F-4D97-AF65-F5344CB8AC3E}">
        <p14:creationId xmlns:p14="http://schemas.microsoft.com/office/powerpoint/2010/main" val="3434366035"/>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C9EC75-D19B-1C95-0636-6FD322B529A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578401C-86C6-A50E-5BAE-DA525B61273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8729722-88EC-D065-A75F-74B1704F799E}"/>
              </a:ext>
            </a:extLst>
          </p:cNvPr>
          <p:cNvSpPr>
            <a:spLocks noGrp="1" noRot="1" noChangeAspect="1"/>
          </p:cNvSpPr>
          <p:nvPr>
            <p:ph type="sldImg" idx="2"/>
          </p:nvPr>
        </p:nvSpPr>
        <p:spPr/>
      </p:sp>
    </p:spTree>
    <p:extLst>
      <p:ext uri="{BB962C8B-B14F-4D97-AF65-F5344CB8AC3E}">
        <p14:creationId xmlns:p14="http://schemas.microsoft.com/office/powerpoint/2010/main" val="2211639815"/>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0BB2FC-33EF-761B-A975-C1443F5E88C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85E6033-0EB5-10DE-0411-602854C7006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A320659-A55A-A7AC-4C39-E2C18D322A3D}"/>
              </a:ext>
            </a:extLst>
          </p:cNvPr>
          <p:cNvSpPr>
            <a:spLocks noGrp="1" noRot="1" noChangeAspect="1"/>
          </p:cNvSpPr>
          <p:nvPr>
            <p:ph type="sldImg" idx="2"/>
          </p:nvPr>
        </p:nvSpPr>
        <p:spPr/>
      </p:sp>
    </p:spTree>
    <p:extLst>
      <p:ext uri="{BB962C8B-B14F-4D97-AF65-F5344CB8AC3E}">
        <p14:creationId xmlns:p14="http://schemas.microsoft.com/office/powerpoint/2010/main" val="1693024661"/>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005E87-7FA1-4963-7A5E-669B30258E3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EB89E30-5E41-9C16-31CE-0881A691812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41F593C-DBFF-35FD-1A6B-6574AA750C2B}"/>
              </a:ext>
            </a:extLst>
          </p:cNvPr>
          <p:cNvSpPr>
            <a:spLocks noGrp="1" noRot="1" noChangeAspect="1"/>
          </p:cNvSpPr>
          <p:nvPr>
            <p:ph type="sldImg" idx="2"/>
          </p:nvPr>
        </p:nvSpPr>
        <p:spPr/>
      </p:sp>
    </p:spTree>
    <p:extLst>
      <p:ext uri="{BB962C8B-B14F-4D97-AF65-F5344CB8AC3E}">
        <p14:creationId xmlns:p14="http://schemas.microsoft.com/office/powerpoint/2010/main" val="117956147"/>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DC260E-C93B-E506-0533-46C9AEE66C3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E88BAFD-FC89-31D4-3C53-CB5A4948794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E39FF3D-405C-4F9E-82DC-5BCC2A78F92E}"/>
              </a:ext>
            </a:extLst>
          </p:cNvPr>
          <p:cNvSpPr>
            <a:spLocks noGrp="1" noRot="1" noChangeAspect="1"/>
          </p:cNvSpPr>
          <p:nvPr>
            <p:ph type="sldImg" idx="2"/>
          </p:nvPr>
        </p:nvSpPr>
        <p:spPr/>
      </p:sp>
    </p:spTree>
    <p:extLst>
      <p:ext uri="{BB962C8B-B14F-4D97-AF65-F5344CB8AC3E}">
        <p14:creationId xmlns:p14="http://schemas.microsoft.com/office/powerpoint/2010/main" val="222162598"/>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A30CC1-7933-FFD6-63F2-DD557E6982C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F944352-D3CB-BEAE-C17E-C1DEE5CD49C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26C4287-2EC5-AF09-EB81-260F83B5ADA6}"/>
              </a:ext>
            </a:extLst>
          </p:cNvPr>
          <p:cNvSpPr>
            <a:spLocks noGrp="1" noRot="1" noChangeAspect="1"/>
          </p:cNvSpPr>
          <p:nvPr>
            <p:ph type="sldImg" idx="2"/>
          </p:nvPr>
        </p:nvSpPr>
        <p:spPr/>
      </p:sp>
    </p:spTree>
    <p:extLst>
      <p:ext uri="{BB962C8B-B14F-4D97-AF65-F5344CB8AC3E}">
        <p14:creationId xmlns:p14="http://schemas.microsoft.com/office/powerpoint/2010/main" val="2290829450"/>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2C9D3B08-C197-57BA-249F-28AD3C4922B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C2A5891-275C-484D-1D6F-B2FE5D14025A}"/>
              </a:ext>
            </a:extLst>
          </p:cNvPr>
          <p:cNvSpPr>
            <a:spLocks noGrp="1" noRot="1" noChangeAspect="1"/>
          </p:cNvSpPr>
          <p:nvPr>
            <p:ph type="sldImg" idx="2"/>
          </p:nvPr>
        </p:nvSpPr>
        <p:spPr/>
      </p:sp>
    </p:spTree>
    <p:extLst>
      <p:ext uri="{BB962C8B-B14F-4D97-AF65-F5344CB8AC3E}">
        <p14:creationId xmlns:p14="http://schemas.microsoft.com/office/powerpoint/2010/main" val="2407027793"/>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6BA5A0-9741-63BC-3EA4-0D9588DB8B8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896412C-3BEB-0CC6-1AC6-779B9BD7F0B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7333EC2-4433-8719-B410-A11C710CDA7B}"/>
              </a:ext>
            </a:extLst>
          </p:cNvPr>
          <p:cNvSpPr>
            <a:spLocks noGrp="1" noRot="1" noChangeAspect="1"/>
          </p:cNvSpPr>
          <p:nvPr>
            <p:ph type="sldImg" idx="2"/>
          </p:nvPr>
        </p:nvSpPr>
        <p:spPr/>
      </p:sp>
    </p:spTree>
    <p:extLst>
      <p:ext uri="{BB962C8B-B14F-4D97-AF65-F5344CB8AC3E}">
        <p14:creationId xmlns:p14="http://schemas.microsoft.com/office/powerpoint/2010/main" val="1816996832"/>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3A0BDC-EDF4-8AF5-D0A5-DE04C6C9ABD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B9E4B53A-81BD-C444-7B61-BDE581662C5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D6731D2-CB56-D0E1-D993-8694AE015813}"/>
              </a:ext>
            </a:extLst>
          </p:cNvPr>
          <p:cNvSpPr>
            <a:spLocks noGrp="1" noRot="1" noChangeAspect="1"/>
          </p:cNvSpPr>
          <p:nvPr>
            <p:ph type="sldImg" idx="2"/>
          </p:nvPr>
        </p:nvSpPr>
        <p:spPr/>
      </p:sp>
    </p:spTree>
    <p:extLst>
      <p:ext uri="{BB962C8B-B14F-4D97-AF65-F5344CB8AC3E}">
        <p14:creationId xmlns:p14="http://schemas.microsoft.com/office/powerpoint/2010/main" val="3618239452"/>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E72BC4-699B-902A-EE5B-A235453EAB0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BD81114-10E1-1BB5-AB41-5081A90628C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7F33D67-83EA-A6D0-0D32-69A11895EFC3}"/>
              </a:ext>
            </a:extLst>
          </p:cNvPr>
          <p:cNvSpPr>
            <a:spLocks noGrp="1" noRot="1" noChangeAspect="1"/>
          </p:cNvSpPr>
          <p:nvPr>
            <p:ph type="sldImg" idx="2"/>
          </p:nvPr>
        </p:nvSpPr>
        <p:spPr/>
      </p:sp>
    </p:spTree>
    <p:extLst>
      <p:ext uri="{BB962C8B-B14F-4D97-AF65-F5344CB8AC3E}">
        <p14:creationId xmlns:p14="http://schemas.microsoft.com/office/powerpoint/2010/main" val="2520888648"/>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627602-7739-73AE-01C3-14923991377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CC90D0D-4B69-B311-C8A3-F32ACBE8457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FDF6D3C-469F-E950-5F8E-BF1A8B7AFE69}"/>
              </a:ext>
            </a:extLst>
          </p:cNvPr>
          <p:cNvSpPr>
            <a:spLocks noGrp="1" noRot="1" noChangeAspect="1"/>
          </p:cNvSpPr>
          <p:nvPr>
            <p:ph type="sldImg" idx="2"/>
          </p:nvPr>
        </p:nvSpPr>
        <p:spPr/>
      </p:sp>
    </p:spTree>
    <p:extLst>
      <p:ext uri="{BB962C8B-B14F-4D97-AF65-F5344CB8AC3E}">
        <p14:creationId xmlns:p14="http://schemas.microsoft.com/office/powerpoint/2010/main" val="3502229279"/>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EAA6BD05-7AA8-0A34-92A4-1D10D51B902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87FE0FD-A164-43DC-78BD-8F5C9F3AD042}"/>
              </a:ext>
            </a:extLst>
          </p:cNvPr>
          <p:cNvSpPr>
            <a:spLocks noGrp="1" noRot="1" noChangeAspect="1"/>
          </p:cNvSpPr>
          <p:nvPr>
            <p:ph type="sldImg" idx="2"/>
          </p:nvPr>
        </p:nvSpPr>
        <p:spPr/>
      </p:sp>
    </p:spTree>
    <p:extLst>
      <p:ext uri="{BB962C8B-B14F-4D97-AF65-F5344CB8AC3E}">
        <p14:creationId xmlns:p14="http://schemas.microsoft.com/office/powerpoint/2010/main" val="856594945"/>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BC56CE-83EE-2D6D-8983-1CC9D0FCD6F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DA33391-C279-6C06-70AF-47666B4CE06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5EC757D-D1BF-AFF4-EB05-81B559E38A0C}"/>
              </a:ext>
            </a:extLst>
          </p:cNvPr>
          <p:cNvSpPr>
            <a:spLocks noGrp="1" noRot="1" noChangeAspect="1"/>
          </p:cNvSpPr>
          <p:nvPr>
            <p:ph type="sldImg" idx="2"/>
          </p:nvPr>
        </p:nvSpPr>
        <p:spPr/>
      </p:sp>
    </p:spTree>
    <p:extLst>
      <p:ext uri="{BB962C8B-B14F-4D97-AF65-F5344CB8AC3E}">
        <p14:creationId xmlns:p14="http://schemas.microsoft.com/office/powerpoint/2010/main" val="1325961984"/>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44CF1B-FE71-01B0-B150-0EBE9D4F233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8F0B2ED-6227-E9F2-746F-7C3215816C0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E176703-593C-098F-9D96-1389DB9D72EF}"/>
              </a:ext>
            </a:extLst>
          </p:cNvPr>
          <p:cNvSpPr>
            <a:spLocks noGrp="1" noRot="1" noChangeAspect="1"/>
          </p:cNvSpPr>
          <p:nvPr>
            <p:ph type="sldImg" idx="2"/>
          </p:nvPr>
        </p:nvSpPr>
        <p:spPr/>
      </p:sp>
    </p:spTree>
    <p:extLst>
      <p:ext uri="{BB962C8B-B14F-4D97-AF65-F5344CB8AC3E}">
        <p14:creationId xmlns:p14="http://schemas.microsoft.com/office/powerpoint/2010/main" val="2349752606"/>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E54627-17E7-0077-0BE0-01589243676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2BD460C-7430-AC28-F2A4-2410D46B512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8E1C964-0556-F168-E968-53492D8EAC5B}"/>
              </a:ext>
            </a:extLst>
          </p:cNvPr>
          <p:cNvSpPr>
            <a:spLocks noGrp="1" noRot="1" noChangeAspect="1"/>
          </p:cNvSpPr>
          <p:nvPr>
            <p:ph type="sldImg" idx="2"/>
          </p:nvPr>
        </p:nvSpPr>
        <p:spPr/>
      </p:sp>
    </p:spTree>
    <p:extLst>
      <p:ext uri="{BB962C8B-B14F-4D97-AF65-F5344CB8AC3E}">
        <p14:creationId xmlns:p14="http://schemas.microsoft.com/office/powerpoint/2010/main" val="2175957810"/>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3F0B3D-1F1E-F5BC-E640-B2F4D75F621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B638F4D-5F47-720B-FD46-75A9EB457A6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D32B1E4-98F5-29F0-76EA-56D6BA0E5BFD}"/>
              </a:ext>
            </a:extLst>
          </p:cNvPr>
          <p:cNvSpPr>
            <a:spLocks noGrp="1" noRot="1" noChangeAspect="1"/>
          </p:cNvSpPr>
          <p:nvPr>
            <p:ph type="sldImg" idx="2"/>
          </p:nvPr>
        </p:nvSpPr>
        <p:spPr/>
      </p:sp>
    </p:spTree>
    <p:extLst>
      <p:ext uri="{BB962C8B-B14F-4D97-AF65-F5344CB8AC3E}">
        <p14:creationId xmlns:p14="http://schemas.microsoft.com/office/powerpoint/2010/main" val="247280370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BC6D9247-5ACD-F8D5-9BA6-7BBE0C12DAB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8065DE9-B183-01E2-E0FE-F5E98766DD02}"/>
              </a:ext>
            </a:extLst>
          </p:cNvPr>
          <p:cNvSpPr>
            <a:spLocks noGrp="1" noRot="1" noChangeAspect="1"/>
          </p:cNvSpPr>
          <p:nvPr>
            <p:ph type="sldImg" idx="2"/>
          </p:nvPr>
        </p:nvSpPr>
        <p:spPr/>
      </p:sp>
    </p:spTree>
    <p:extLst>
      <p:ext uri="{BB962C8B-B14F-4D97-AF65-F5344CB8AC3E}">
        <p14:creationId xmlns:p14="http://schemas.microsoft.com/office/powerpoint/2010/main" val="123667805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AF06076A-3E63-AF22-0721-C599BAC8580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3EE1F5C-4032-D75F-247E-5C13C2033D55}"/>
              </a:ext>
            </a:extLst>
          </p:cNvPr>
          <p:cNvSpPr>
            <a:spLocks noGrp="1" noRot="1" noChangeAspect="1"/>
          </p:cNvSpPr>
          <p:nvPr>
            <p:ph type="sldImg" idx="2"/>
          </p:nvPr>
        </p:nvSpPr>
        <p:spPr/>
      </p:sp>
    </p:spTree>
    <p:extLst>
      <p:ext uri="{BB962C8B-B14F-4D97-AF65-F5344CB8AC3E}">
        <p14:creationId xmlns:p14="http://schemas.microsoft.com/office/powerpoint/2010/main" val="2334540417"/>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B6EB13C3-3259-D456-ACAE-60A9342D1E8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5F32201-F34F-2482-C8C3-00AF666A9544}"/>
              </a:ext>
            </a:extLst>
          </p:cNvPr>
          <p:cNvSpPr>
            <a:spLocks noGrp="1" noRot="1" noChangeAspect="1"/>
          </p:cNvSpPr>
          <p:nvPr>
            <p:ph type="sldImg" idx="2"/>
          </p:nvPr>
        </p:nvSpPr>
        <p:spPr/>
      </p:sp>
    </p:spTree>
    <p:extLst>
      <p:ext uri="{BB962C8B-B14F-4D97-AF65-F5344CB8AC3E}">
        <p14:creationId xmlns:p14="http://schemas.microsoft.com/office/powerpoint/2010/main" val="372911095"/>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A5F060-DD48-B65D-2543-089C273101D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55B1369-EC6F-393C-12A2-8958362FD60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D87963D-6191-C485-6C06-8BDCEE451731}"/>
              </a:ext>
            </a:extLst>
          </p:cNvPr>
          <p:cNvSpPr>
            <a:spLocks noGrp="1" noRot="1" noChangeAspect="1"/>
          </p:cNvSpPr>
          <p:nvPr>
            <p:ph type="sldImg" idx="2"/>
          </p:nvPr>
        </p:nvSpPr>
        <p:spPr/>
      </p:sp>
    </p:spTree>
    <p:extLst>
      <p:ext uri="{BB962C8B-B14F-4D97-AF65-F5344CB8AC3E}">
        <p14:creationId xmlns:p14="http://schemas.microsoft.com/office/powerpoint/2010/main" val="3736295184"/>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3375F2-9C34-825D-6AA4-83E0A1E6E6C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4AB08ED-72AC-7833-F51A-2D03EAEECED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511C571-EB1F-65A2-1951-4FC958E5F95F}"/>
              </a:ext>
            </a:extLst>
          </p:cNvPr>
          <p:cNvSpPr>
            <a:spLocks noGrp="1" noRot="1" noChangeAspect="1"/>
          </p:cNvSpPr>
          <p:nvPr>
            <p:ph type="sldImg" idx="2"/>
          </p:nvPr>
        </p:nvSpPr>
        <p:spPr/>
      </p:sp>
    </p:spTree>
    <p:extLst>
      <p:ext uri="{BB962C8B-B14F-4D97-AF65-F5344CB8AC3E}">
        <p14:creationId xmlns:p14="http://schemas.microsoft.com/office/powerpoint/2010/main" val="2710568592"/>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330BE7-313B-CDD2-5CE1-B4794C8923E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3B3C8B5-0196-CF15-D5BB-2E3BDF7BD3B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BC633AC-8CD1-DB92-4098-B53025184304}"/>
              </a:ext>
            </a:extLst>
          </p:cNvPr>
          <p:cNvSpPr>
            <a:spLocks noGrp="1" noRot="1" noChangeAspect="1"/>
          </p:cNvSpPr>
          <p:nvPr>
            <p:ph type="sldImg" idx="2"/>
          </p:nvPr>
        </p:nvSpPr>
        <p:spPr/>
      </p:sp>
    </p:spTree>
    <p:extLst>
      <p:ext uri="{BB962C8B-B14F-4D97-AF65-F5344CB8AC3E}">
        <p14:creationId xmlns:p14="http://schemas.microsoft.com/office/powerpoint/2010/main" val="1658362849"/>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6322A1-7EE6-01C3-D4DA-167047D46BA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A2F420C-61C6-81B3-E35A-D0787098BDA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7A1A5BF-9914-366B-B591-3B439F193A21}"/>
              </a:ext>
            </a:extLst>
          </p:cNvPr>
          <p:cNvSpPr>
            <a:spLocks noGrp="1" noRot="1" noChangeAspect="1"/>
          </p:cNvSpPr>
          <p:nvPr>
            <p:ph type="sldImg" idx="2"/>
          </p:nvPr>
        </p:nvSpPr>
        <p:spPr/>
      </p:sp>
    </p:spTree>
    <p:extLst>
      <p:ext uri="{BB962C8B-B14F-4D97-AF65-F5344CB8AC3E}">
        <p14:creationId xmlns:p14="http://schemas.microsoft.com/office/powerpoint/2010/main" val="412849139"/>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623A39-5BC9-10C8-4FF2-56B731D1A5A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BE6AF61-AF8B-CAD6-50DB-B8E0F7B5315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7A67BC2-A7B1-E152-BFD9-25F231AB6B79}"/>
              </a:ext>
            </a:extLst>
          </p:cNvPr>
          <p:cNvSpPr>
            <a:spLocks noGrp="1" noRot="1" noChangeAspect="1"/>
          </p:cNvSpPr>
          <p:nvPr>
            <p:ph type="sldImg" idx="2"/>
          </p:nvPr>
        </p:nvSpPr>
        <p:spPr/>
      </p:sp>
    </p:spTree>
    <p:extLst>
      <p:ext uri="{BB962C8B-B14F-4D97-AF65-F5344CB8AC3E}">
        <p14:creationId xmlns:p14="http://schemas.microsoft.com/office/powerpoint/2010/main" val="2505248062"/>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B9E3C6-647E-03A4-E71C-13485B6F579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06E83BD-7A59-8162-2E49-DDFDBB29F7B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F3C33D5-BBC6-4CC5-7408-BBB16E3DB507}"/>
              </a:ext>
            </a:extLst>
          </p:cNvPr>
          <p:cNvSpPr>
            <a:spLocks noGrp="1" noRot="1" noChangeAspect="1"/>
          </p:cNvSpPr>
          <p:nvPr>
            <p:ph type="sldImg" idx="2"/>
          </p:nvPr>
        </p:nvSpPr>
        <p:spPr/>
      </p:sp>
    </p:spTree>
    <p:extLst>
      <p:ext uri="{BB962C8B-B14F-4D97-AF65-F5344CB8AC3E}">
        <p14:creationId xmlns:p14="http://schemas.microsoft.com/office/powerpoint/2010/main" val="1488898888"/>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03D006-FC13-C043-9CA9-50B3D8674EA4}"/>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DAF402C1-8D04-9A35-C35C-D853163BF823}"/>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26D9BC70-9761-54EF-5C06-49B54ABE5852}"/>
              </a:ext>
            </a:extLst>
          </p:cNvPr>
          <p:cNvSpPr>
            <a:spLocks noGrp="1" noRot="1" noChangeAspect="1"/>
          </p:cNvSpPr>
          <p:nvPr>
            <p:ph type="sldImg" idx="2"/>
          </p:nvPr>
        </p:nvSpPr>
        <p:spPr/>
      </p:sp>
    </p:spTree>
    <p:extLst>
      <p:ext uri="{BB962C8B-B14F-4D97-AF65-F5344CB8AC3E}">
        <p14:creationId xmlns:p14="http://schemas.microsoft.com/office/powerpoint/2010/main" val="198495228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9A82C4-0806-3AFA-D06B-C15E39CFB96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AC13F11-76F6-E1C9-7EC9-DB9C21CBE9F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D933BB8-3946-7038-354F-69887B98C950}"/>
              </a:ext>
            </a:extLst>
          </p:cNvPr>
          <p:cNvSpPr>
            <a:spLocks noGrp="1" noRot="1" noChangeAspect="1"/>
          </p:cNvSpPr>
          <p:nvPr>
            <p:ph type="sldImg" idx="2"/>
          </p:nvPr>
        </p:nvSpPr>
        <p:spPr/>
      </p:sp>
    </p:spTree>
    <p:extLst>
      <p:ext uri="{BB962C8B-B14F-4D97-AF65-F5344CB8AC3E}">
        <p14:creationId xmlns:p14="http://schemas.microsoft.com/office/powerpoint/2010/main" val="3970654849"/>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60A6E7-764C-B20E-4F12-9DA05316932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99EDB14-E8AF-FE28-2BD0-FD6E54D326C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530BDB2-0EC4-9140-95F1-BEF0BA854824}"/>
              </a:ext>
            </a:extLst>
          </p:cNvPr>
          <p:cNvSpPr>
            <a:spLocks noGrp="1" noRot="1" noChangeAspect="1"/>
          </p:cNvSpPr>
          <p:nvPr>
            <p:ph type="sldImg" idx="2"/>
          </p:nvPr>
        </p:nvSpPr>
        <p:spPr/>
      </p:sp>
    </p:spTree>
    <p:extLst>
      <p:ext uri="{BB962C8B-B14F-4D97-AF65-F5344CB8AC3E}">
        <p14:creationId xmlns:p14="http://schemas.microsoft.com/office/powerpoint/2010/main" val="1668840668"/>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53DCF8-7A79-AB98-E0F3-8650044B898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79120C0-72E3-D369-A6A1-2C7C4AAB6E2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0293F0F-8E53-6350-00B2-4A5D7AEC3456}"/>
              </a:ext>
            </a:extLst>
          </p:cNvPr>
          <p:cNvSpPr>
            <a:spLocks noGrp="1" noRot="1" noChangeAspect="1"/>
          </p:cNvSpPr>
          <p:nvPr>
            <p:ph type="sldImg" idx="2"/>
          </p:nvPr>
        </p:nvSpPr>
        <p:spPr/>
      </p:sp>
    </p:spTree>
    <p:extLst>
      <p:ext uri="{BB962C8B-B14F-4D97-AF65-F5344CB8AC3E}">
        <p14:creationId xmlns:p14="http://schemas.microsoft.com/office/powerpoint/2010/main" val="1709329960"/>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FBCB60-7A64-1048-B66C-A38BB8FE04A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4A39763-8B4C-EB3B-7BAD-38B77795697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FC8A4B0-6387-955F-9732-9B3197A22C82}"/>
              </a:ext>
            </a:extLst>
          </p:cNvPr>
          <p:cNvSpPr>
            <a:spLocks noGrp="1" noRot="1" noChangeAspect="1"/>
          </p:cNvSpPr>
          <p:nvPr>
            <p:ph type="sldImg" idx="2"/>
          </p:nvPr>
        </p:nvSpPr>
        <p:spPr/>
      </p:sp>
    </p:spTree>
    <p:extLst>
      <p:ext uri="{BB962C8B-B14F-4D97-AF65-F5344CB8AC3E}">
        <p14:creationId xmlns:p14="http://schemas.microsoft.com/office/powerpoint/2010/main" val="235277238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70006B-E69B-3CCC-28DE-8193B63B7F2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CC2AAED-714C-C0DF-EBED-25D4203E784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065DF0C-9F0B-6A82-EF17-D6B17BBF550E}"/>
              </a:ext>
            </a:extLst>
          </p:cNvPr>
          <p:cNvSpPr>
            <a:spLocks noGrp="1" noRot="1" noChangeAspect="1"/>
          </p:cNvSpPr>
          <p:nvPr>
            <p:ph type="sldImg" idx="2"/>
          </p:nvPr>
        </p:nvSpPr>
        <p:spPr/>
      </p:sp>
    </p:spTree>
    <p:extLst>
      <p:ext uri="{BB962C8B-B14F-4D97-AF65-F5344CB8AC3E}">
        <p14:creationId xmlns:p14="http://schemas.microsoft.com/office/powerpoint/2010/main" val="679091335"/>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FAB742-5397-4E37-3503-CDABC94DA8D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10ABF68-D824-9390-68D1-5BE4AF04664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8423C18-2425-9AB4-CC36-E9DD9C89B0A3}"/>
              </a:ext>
            </a:extLst>
          </p:cNvPr>
          <p:cNvSpPr>
            <a:spLocks noGrp="1" noRot="1" noChangeAspect="1"/>
          </p:cNvSpPr>
          <p:nvPr>
            <p:ph type="sldImg" idx="2"/>
          </p:nvPr>
        </p:nvSpPr>
        <p:spPr/>
      </p:sp>
    </p:spTree>
    <p:extLst>
      <p:ext uri="{BB962C8B-B14F-4D97-AF65-F5344CB8AC3E}">
        <p14:creationId xmlns:p14="http://schemas.microsoft.com/office/powerpoint/2010/main" val="4018895415"/>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B0670F-A121-F5C3-FBFD-E020D2EE79B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8B5CA13-533C-2618-CF81-7B52C595F21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FDC38B5-4413-DF61-DCBB-B432B9AF7888}"/>
              </a:ext>
            </a:extLst>
          </p:cNvPr>
          <p:cNvSpPr>
            <a:spLocks noGrp="1" noRot="1" noChangeAspect="1"/>
          </p:cNvSpPr>
          <p:nvPr>
            <p:ph type="sldImg" idx="2"/>
          </p:nvPr>
        </p:nvSpPr>
        <p:spPr/>
      </p:sp>
    </p:spTree>
    <p:extLst>
      <p:ext uri="{BB962C8B-B14F-4D97-AF65-F5344CB8AC3E}">
        <p14:creationId xmlns:p14="http://schemas.microsoft.com/office/powerpoint/2010/main" val="843084839"/>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652F6B-6F1C-5562-6B82-D165519A5B5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6044413-B70B-DB2E-5807-65AA423CB6A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AEB6C5E-80D9-34A0-4A3B-576E37F7FD99}"/>
              </a:ext>
            </a:extLst>
          </p:cNvPr>
          <p:cNvSpPr>
            <a:spLocks noGrp="1" noRot="1" noChangeAspect="1"/>
          </p:cNvSpPr>
          <p:nvPr>
            <p:ph type="sldImg" idx="2"/>
          </p:nvPr>
        </p:nvSpPr>
        <p:spPr/>
      </p:sp>
    </p:spTree>
    <p:extLst>
      <p:ext uri="{BB962C8B-B14F-4D97-AF65-F5344CB8AC3E}">
        <p14:creationId xmlns:p14="http://schemas.microsoft.com/office/powerpoint/2010/main" val="40154686"/>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5F79CB-5B97-8F5D-4B38-2626F500B9B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1BA1A34-A7D8-4FBF-B466-71771837F53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0F9CF72-23CA-7BED-6841-D29AE332313B}"/>
              </a:ext>
            </a:extLst>
          </p:cNvPr>
          <p:cNvSpPr>
            <a:spLocks noGrp="1" noRot="1" noChangeAspect="1"/>
          </p:cNvSpPr>
          <p:nvPr>
            <p:ph type="sldImg" idx="2"/>
          </p:nvPr>
        </p:nvSpPr>
        <p:spPr/>
      </p:sp>
    </p:spTree>
    <p:extLst>
      <p:ext uri="{BB962C8B-B14F-4D97-AF65-F5344CB8AC3E}">
        <p14:creationId xmlns:p14="http://schemas.microsoft.com/office/powerpoint/2010/main" val="417967604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F6E57B-E23B-E1B0-931B-1891AC1C6F4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2FDA2AF-328E-6A07-9EC9-ED884FD9972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01D4398-00F0-EEA0-5751-E68C3E5F8288}"/>
              </a:ext>
            </a:extLst>
          </p:cNvPr>
          <p:cNvSpPr>
            <a:spLocks noGrp="1" noRot="1" noChangeAspect="1"/>
          </p:cNvSpPr>
          <p:nvPr>
            <p:ph type="sldImg" idx="2"/>
          </p:nvPr>
        </p:nvSpPr>
        <p:spPr/>
      </p:sp>
    </p:spTree>
    <p:extLst>
      <p:ext uri="{BB962C8B-B14F-4D97-AF65-F5344CB8AC3E}">
        <p14:creationId xmlns:p14="http://schemas.microsoft.com/office/powerpoint/2010/main" val="796478263"/>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1E2E30-CBF4-E538-415D-7CE537FBB0E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4F6271E-FB3D-AD11-4C67-ACC436C534C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1CBBD31-4C32-546D-8A2B-19D2CFC06285}"/>
              </a:ext>
            </a:extLst>
          </p:cNvPr>
          <p:cNvSpPr>
            <a:spLocks noGrp="1" noRot="1" noChangeAspect="1"/>
          </p:cNvSpPr>
          <p:nvPr>
            <p:ph type="sldImg" idx="2"/>
          </p:nvPr>
        </p:nvSpPr>
        <p:spPr/>
      </p:sp>
    </p:spTree>
    <p:extLst>
      <p:ext uri="{BB962C8B-B14F-4D97-AF65-F5344CB8AC3E}">
        <p14:creationId xmlns:p14="http://schemas.microsoft.com/office/powerpoint/2010/main" val="2403754078"/>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2D161C-B789-36DC-B690-88A34B3541B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DDAC31B-743E-F88E-2699-1C3CE4BFFD8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5D95F74-6D1A-C7FA-AF13-973E0164AD26}"/>
              </a:ext>
            </a:extLst>
          </p:cNvPr>
          <p:cNvSpPr>
            <a:spLocks noGrp="1" noRot="1" noChangeAspect="1"/>
          </p:cNvSpPr>
          <p:nvPr>
            <p:ph type="sldImg" idx="2"/>
          </p:nvPr>
        </p:nvSpPr>
        <p:spPr/>
      </p:sp>
    </p:spTree>
    <p:extLst>
      <p:ext uri="{BB962C8B-B14F-4D97-AF65-F5344CB8AC3E}">
        <p14:creationId xmlns:p14="http://schemas.microsoft.com/office/powerpoint/2010/main" val="3716069084"/>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4A3227-005A-3A0C-199D-18B311FC78E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04C57E0-39C5-B65B-2A3E-96E95D70006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1F115A5-A166-05BE-C775-63E54436B380}"/>
              </a:ext>
            </a:extLst>
          </p:cNvPr>
          <p:cNvSpPr>
            <a:spLocks noGrp="1" noRot="1" noChangeAspect="1"/>
          </p:cNvSpPr>
          <p:nvPr>
            <p:ph type="sldImg" idx="2"/>
          </p:nvPr>
        </p:nvSpPr>
        <p:spPr/>
      </p:sp>
    </p:spTree>
    <p:extLst>
      <p:ext uri="{BB962C8B-B14F-4D97-AF65-F5344CB8AC3E}">
        <p14:creationId xmlns:p14="http://schemas.microsoft.com/office/powerpoint/2010/main" val="68965684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525AE0-8845-9188-3259-F16B4676393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E34E674-930E-6260-5576-70A8E7665E0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1E06440-E385-4649-A631-686F34F60986}"/>
              </a:ext>
            </a:extLst>
          </p:cNvPr>
          <p:cNvSpPr>
            <a:spLocks noGrp="1" noRot="1" noChangeAspect="1"/>
          </p:cNvSpPr>
          <p:nvPr>
            <p:ph type="sldImg" idx="2"/>
          </p:nvPr>
        </p:nvSpPr>
        <p:spPr/>
      </p:sp>
    </p:spTree>
    <p:extLst>
      <p:ext uri="{BB962C8B-B14F-4D97-AF65-F5344CB8AC3E}">
        <p14:creationId xmlns:p14="http://schemas.microsoft.com/office/powerpoint/2010/main" val="975274764"/>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73C7A5-83B0-FEA9-8AFE-CE4BA6486E9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FD3123-4E9E-94D7-1465-24978C92591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DB9B70A-5504-5A86-A948-B3110A387E8E}"/>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612667240"/>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81905A40-AFDB-A85E-2A89-98747447372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267C19C-2986-20F7-8509-292723D5A231}"/>
              </a:ext>
            </a:extLst>
          </p:cNvPr>
          <p:cNvSpPr>
            <a:spLocks noGrp="1" noRot="1" noChangeAspect="1"/>
          </p:cNvSpPr>
          <p:nvPr>
            <p:ph type="sldImg" idx="2"/>
          </p:nvPr>
        </p:nvSpPr>
        <p:spPr/>
      </p:sp>
    </p:spTree>
    <p:extLst>
      <p:ext uri="{BB962C8B-B14F-4D97-AF65-F5344CB8AC3E}">
        <p14:creationId xmlns:p14="http://schemas.microsoft.com/office/powerpoint/2010/main" val="244070308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7546B8-6F4E-9128-B4B8-52213F502402}"/>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194D6F5A-E5E8-3C9D-96A9-4ABD7B20643C}"/>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0A82B4FD-DD24-9F08-B8BB-C1C27182968C}"/>
              </a:ext>
            </a:extLst>
          </p:cNvPr>
          <p:cNvSpPr>
            <a:spLocks noGrp="1" noRot="1" noChangeAspect="1"/>
          </p:cNvSpPr>
          <p:nvPr>
            <p:ph type="sldImg" idx="2"/>
          </p:nvPr>
        </p:nvSpPr>
        <p:spPr/>
      </p:sp>
    </p:spTree>
    <p:extLst>
      <p:ext uri="{BB962C8B-B14F-4D97-AF65-F5344CB8AC3E}">
        <p14:creationId xmlns:p14="http://schemas.microsoft.com/office/powerpoint/2010/main" val="4160777859"/>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A8511CA5-CF82-92CE-A5BC-F71F10F557C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EE60624-B767-3BD8-EA71-B4EF6F261D58}"/>
              </a:ext>
            </a:extLst>
          </p:cNvPr>
          <p:cNvSpPr>
            <a:spLocks noGrp="1" noRot="1" noChangeAspect="1"/>
          </p:cNvSpPr>
          <p:nvPr>
            <p:ph type="sldImg" idx="2"/>
          </p:nvPr>
        </p:nvSpPr>
        <p:spPr/>
      </p:sp>
    </p:spTree>
    <p:extLst>
      <p:ext uri="{BB962C8B-B14F-4D97-AF65-F5344CB8AC3E}">
        <p14:creationId xmlns:p14="http://schemas.microsoft.com/office/powerpoint/2010/main" val="651198003"/>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AFB2BFD0-A332-77B9-E7D4-464337BCAA2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20E5CE5-BA7B-57AE-D2D4-6C0FC96BC6BE}"/>
              </a:ext>
            </a:extLst>
          </p:cNvPr>
          <p:cNvSpPr>
            <a:spLocks noGrp="1" noRot="1" noChangeAspect="1"/>
          </p:cNvSpPr>
          <p:nvPr>
            <p:ph type="sldImg" idx="2"/>
          </p:nvPr>
        </p:nvSpPr>
        <p:spPr/>
      </p:sp>
    </p:spTree>
    <p:extLst>
      <p:ext uri="{BB962C8B-B14F-4D97-AF65-F5344CB8AC3E}">
        <p14:creationId xmlns:p14="http://schemas.microsoft.com/office/powerpoint/2010/main" val="2348145004"/>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606DFC07-C9C3-ECF7-62A1-C720AC90958E}"/>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024F238F-4CC6-6AEF-C142-EA7D2D0BF44B}"/>
              </a:ext>
            </a:extLst>
          </p:cNvPr>
          <p:cNvSpPr>
            <a:spLocks noGrp="1" noRot="1" noChangeAspect="1"/>
          </p:cNvSpPr>
          <p:nvPr>
            <p:ph type="sldImg" idx="2"/>
          </p:nvPr>
        </p:nvSpPr>
        <p:spPr/>
      </p:sp>
    </p:spTree>
    <p:extLst>
      <p:ext uri="{BB962C8B-B14F-4D97-AF65-F5344CB8AC3E}">
        <p14:creationId xmlns:p14="http://schemas.microsoft.com/office/powerpoint/2010/main" val="2966045974"/>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Intro v1.1">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408410"/>
            <a:ext cx="13258800" cy="55399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9" name="Rectangle 8">
            <a:extLst>
              <a:ext uri="{FF2B5EF4-FFF2-40B4-BE49-F238E27FC236}">
                <a16:creationId xmlns:a16="http://schemas.microsoft.com/office/drawing/2014/main" id="{370634F8-5A33-4CCC-AF5E-FE4B322C753D}"/>
              </a:ext>
            </a:extLst>
          </p:cNvPr>
          <p:cNvSpPr/>
          <p:nvPr userDrawn="1"/>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132588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132588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70B3FE92-1480-4769-A9D1-0262583524C2}"/>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pic>
        <p:nvPicPr>
          <p:cNvPr id="12" name="Imagem 11">
            <a:extLst>
              <a:ext uri="{FF2B5EF4-FFF2-40B4-BE49-F238E27FC236}">
                <a16:creationId xmlns:a16="http://schemas.microsoft.com/office/drawing/2014/main" id="{6CCD30CF-35EC-4A65-803D-36608D26388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685802" y="624825"/>
            <a:ext cx="3774919" cy="1068668"/>
          </a:xfrm>
          <a:prstGeom prst="rect">
            <a:avLst/>
          </a:prstGeom>
        </p:spPr>
      </p:pic>
      <p:sp>
        <p:nvSpPr>
          <p:cNvPr id="3" name="TextBox 2">
            <a:extLst>
              <a:ext uri="{FF2B5EF4-FFF2-40B4-BE49-F238E27FC236}">
                <a16:creationId xmlns:a16="http://schemas.microsoft.com/office/drawing/2014/main" id="{B01EA203-CEB2-58D5-4BA3-6A52A3CD19C0}"/>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t>CLASSIFIED HIGHLY CONFIDENTIAL - FOR INTERNAL USE ONLY – DO NOT CIRCULATE</a:t>
            </a:r>
          </a:p>
        </p:txBody>
      </p:sp>
    </p:spTree>
    <p:extLst>
      <p:ext uri="{BB962C8B-B14F-4D97-AF65-F5344CB8AC3E}">
        <p14:creationId xmlns:p14="http://schemas.microsoft.com/office/powerpoint/2010/main" val="2411258619"/>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Intro v1.2">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408410"/>
            <a:ext cx="13258800" cy="553998"/>
          </a:xfrm>
        </p:spPr>
        <p:txBody>
          <a:bodyPr lIns="0" tIns="0" rIns="0" bIns="0" anchor="b" anchorCtr="0"/>
          <a:lstStyle>
            <a:lvl1pPr algn="ctr">
              <a:lnSpc>
                <a:spcPct val="100000"/>
              </a:lnSpc>
              <a:defRPr sz="3600">
                <a:latin typeface="Unity" panose="020B0505030303020204" pitchFamily="34" charset="0"/>
              </a:defRPr>
            </a:lvl1pPr>
          </a:lstStyle>
          <a:p>
            <a:r>
              <a:rPr lang="en-US"/>
              <a:t>Click to edit Master title style</a:t>
            </a:r>
          </a:p>
        </p:txBody>
      </p:sp>
      <p:sp>
        <p:nvSpPr>
          <p:cNvPr id="9" name="Rectangle 8">
            <a:extLst>
              <a:ext uri="{FF2B5EF4-FFF2-40B4-BE49-F238E27FC236}">
                <a16:creationId xmlns:a16="http://schemas.microsoft.com/office/drawing/2014/main" id="{370634F8-5A33-4CCC-AF5E-FE4B322C753D}"/>
              </a:ext>
            </a:extLst>
          </p:cNvPr>
          <p:cNvSpPr/>
          <p:nvPr userDrawn="1"/>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13258800" cy="228600"/>
          </a:xfrm>
        </p:spPr>
        <p:txBody>
          <a:bodyPr>
            <a:normAutofit/>
          </a:bodyPr>
          <a:lstStyle>
            <a:lvl1pPr algn="ct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13258800" cy="2971800"/>
          </a:xfrm>
        </p:spPr>
        <p:txBody>
          <a:bodyPr/>
          <a:lstStyle>
            <a:lvl1pPr algn="ctr">
              <a:defRPr/>
            </a:lvl1pPr>
            <a:lvl2pPr marL="457200" indent="0" algn="ctr">
              <a:buNone/>
              <a:defRPr/>
            </a:lvl2pPr>
            <a:lvl3pPr algn="ctr">
              <a:defRPr/>
            </a:lvl3pPr>
            <a:lvl4pPr algn="ctr">
              <a:defRPr/>
            </a:lvl4pPr>
            <a:lvl5pPr algn="ctr">
              <a:defRPr/>
            </a:lvl5pPr>
          </a:lstStyle>
          <a:p>
            <a:pPr lvl="0"/>
            <a:r>
              <a:rPr lang="en-US"/>
              <a:t>Click to edit Master text styles</a:t>
            </a:r>
          </a:p>
        </p:txBody>
      </p:sp>
      <p:sp>
        <p:nvSpPr>
          <p:cNvPr id="10" name="Slide Number Placeholder 5">
            <a:extLst>
              <a:ext uri="{FF2B5EF4-FFF2-40B4-BE49-F238E27FC236}">
                <a16:creationId xmlns:a16="http://schemas.microsoft.com/office/drawing/2014/main" id="{E4D8A912-6B6E-416F-AC81-9EB6A56C3E13}"/>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pic>
        <p:nvPicPr>
          <p:cNvPr id="3" name="Imagem 2">
            <a:extLst>
              <a:ext uri="{FF2B5EF4-FFF2-40B4-BE49-F238E27FC236}">
                <a16:creationId xmlns:a16="http://schemas.microsoft.com/office/drawing/2014/main" id="{637101D5-C056-F9BF-D600-BDDBA85D452F}"/>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5427741" y="624825"/>
            <a:ext cx="3774919" cy="1068668"/>
          </a:xfrm>
          <a:prstGeom prst="rect">
            <a:avLst/>
          </a:prstGeom>
        </p:spPr>
      </p:pic>
      <p:sp>
        <p:nvSpPr>
          <p:cNvPr id="5" name="TextBox 4">
            <a:extLst>
              <a:ext uri="{FF2B5EF4-FFF2-40B4-BE49-F238E27FC236}">
                <a16:creationId xmlns:a16="http://schemas.microsoft.com/office/drawing/2014/main" id="{8E72A966-AF2B-B7AD-F907-78D3195F825D}"/>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t>CLASSIFIED HIGHLY CONFIDENTIAL - FOR INTERNAL USE ONLY – DO NOT CIRCULATE</a:t>
            </a:r>
          </a:p>
        </p:txBody>
      </p:sp>
    </p:spTree>
    <p:extLst>
      <p:ext uri="{BB962C8B-B14F-4D97-AF65-F5344CB8AC3E}">
        <p14:creationId xmlns:p14="http://schemas.microsoft.com/office/powerpoint/2010/main" val="2286604323"/>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Intro v2.1">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408410"/>
            <a:ext cx="13258800" cy="55399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132588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132588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6">
            <a:extLst>
              <a:ext uri="{FF2B5EF4-FFF2-40B4-BE49-F238E27FC236}">
                <a16:creationId xmlns:a16="http://schemas.microsoft.com/office/drawing/2014/main" id="{10770EEC-E36B-4DB9-8EAB-6FED910ED387}"/>
              </a:ext>
            </a:extLst>
          </p:cNvPr>
          <p:cNvSpPr/>
          <p:nvPr userDrawn="1"/>
        </p:nvSpPr>
        <p:spPr>
          <a:xfrm rot="16200000">
            <a:off x="-4000500" y="4000500"/>
            <a:ext cx="82296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Slide Number Placeholder 5">
            <a:extLst>
              <a:ext uri="{FF2B5EF4-FFF2-40B4-BE49-F238E27FC236}">
                <a16:creationId xmlns:a16="http://schemas.microsoft.com/office/drawing/2014/main" id="{B1A5CE98-4648-4899-B443-5528C0FA9D01}"/>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pic>
        <p:nvPicPr>
          <p:cNvPr id="5" name="Imagem 4">
            <a:extLst>
              <a:ext uri="{FF2B5EF4-FFF2-40B4-BE49-F238E27FC236}">
                <a16:creationId xmlns:a16="http://schemas.microsoft.com/office/drawing/2014/main" id="{0ED805AC-1B6C-9810-1CAC-6B56FCC5F80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685802" y="624825"/>
            <a:ext cx="3774919" cy="1068668"/>
          </a:xfrm>
          <a:prstGeom prst="rect">
            <a:avLst/>
          </a:prstGeom>
        </p:spPr>
      </p:pic>
    </p:spTree>
    <p:extLst>
      <p:ext uri="{BB962C8B-B14F-4D97-AF65-F5344CB8AC3E}">
        <p14:creationId xmlns:p14="http://schemas.microsoft.com/office/powerpoint/2010/main" val="3712173090"/>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Intro v3.1">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408410"/>
            <a:ext cx="13258800" cy="55399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132588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132588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Slide Number Placeholder 5">
            <a:extLst>
              <a:ext uri="{FF2B5EF4-FFF2-40B4-BE49-F238E27FC236}">
                <a16:creationId xmlns:a16="http://schemas.microsoft.com/office/drawing/2014/main" id="{FF337882-DBA5-4704-B9E8-144739ABD12F}"/>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pic>
        <p:nvPicPr>
          <p:cNvPr id="4" name="Imagem 3">
            <a:extLst>
              <a:ext uri="{FF2B5EF4-FFF2-40B4-BE49-F238E27FC236}">
                <a16:creationId xmlns:a16="http://schemas.microsoft.com/office/drawing/2014/main" id="{B191C205-AEB6-0FEE-35E1-98E8E79285E0}"/>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685802" y="624825"/>
            <a:ext cx="3774919" cy="1068668"/>
          </a:xfrm>
          <a:prstGeom prst="rect">
            <a:avLst/>
          </a:prstGeom>
        </p:spPr>
      </p:pic>
    </p:spTree>
    <p:extLst>
      <p:ext uri="{BB962C8B-B14F-4D97-AF65-F5344CB8AC3E}">
        <p14:creationId xmlns:p14="http://schemas.microsoft.com/office/powerpoint/2010/main" val="2152844972"/>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Intro v3.2">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408410"/>
            <a:ext cx="13258800" cy="553998"/>
          </a:xfrm>
        </p:spPr>
        <p:txBody>
          <a:bodyPr lIns="0" tIns="0" rIns="0" bIns="0" anchor="b" anchorCtr="0"/>
          <a:lstStyle>
            <a:lvl1pPr algn="ctr">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13258800" cy="228600"/>
          </a:xfrm>
        </p:spPr>
        <p:txBody>
          <a:bodyPr>
            <a:normAutofit/>
          </a:bodyPr>
          <a:lstStyle>
            <a:lvl1pPr algn="ct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13258800" cy="2971800"/>
          </a:xfrm>
        </p:spPr>
        <p:txBody>
          <a:bodyPr/>
          <a:lstStyle>
            <a:lvl1pPr algn="ctr">
              <a:defRPr/>
            </a:lvl1pPr>
            <a:lvl2pPr algn="ctr">
              <a:defRPr/>
            </a:lvl2pPr>
            <a:lvl3pPr algn="ctr">
              <a:defRPr/>
            </a:lvl3pPr>
            <a:lvl4pPr algn="ctr">
              <a:defRPr/>
            </a:lvl4pPr>
            <a:lvl5pPr algn="ctr">
              <a:defRPr/>
            </a:lvl5pPr>
          </a:lstStyle>
          <a:p>
            <a:pPr lvl="0"/>
            <a:r>
              <a:rPr lang="en-US"/>
              <a:t>Click to edit Master text styles</a:t>
            </a:r>
          </a:p>
        </p:txBody>
      </p:sp>
      <p:sp>
        <p:nvSpPr>
          <p:cNvPr id="9" name="Slide Number Placeholder 5">
            <a:extLst>
              <a:ext uri="{FF2B5EF4-FFF2-40B4-BE49-F238E27FC236}">
                <a16:creationId xmlns:a16="http://schemas.microsoft.com/office/drawing/2014/main" id="{14CD5AAC-9C37-4CBF-9B81-3B15EC6FB3F9}"/>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pic>
        <p:nvPicPr>
          <p:cNvPr id="4" name="Imagem 3">
            <a:extLst>
              <a:ext uri="{FF2B5EF4-FFF2-40B4-BE49-F238E27FC236}">
                <a16:creationId xmlns:a16="http://schemas.microsoft.com/office/drawing/2014/main" id="{9A8A0767-8C41-64BE-9A11-0D170B145209}"/>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5427741" y="624825"/>
            <a:ext cx="3774919" cy="1068668"/>
          </a:xfrm>
          <a:prstGeom prst="rect">
            <a:avLst/>
          </a:prstGeom>
        </p:spPr>
      </p:pic>
    </p:spTree>
    <p:extLst>
      <p:ext uri="{BB962C8B-B14F-4D97-AF65-F5344CB8AC3E}">
        <p14:creationId xmlns:p14="http://schemas.microsoft.com/office/powerpoint/2010/main" val="549474662"/>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Intro v4.1">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371600"/>
            <a:ext cx="9372600" cy="259080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93726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93726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503C6D70-AB7B-4286-B549-5D85EE98258A}"/>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spTree>
    <p:extLst>
      <p:ext uri="{BB962C8B-B14F-4D97-AF65-F5344CB8AC3E}">
        <p14:creationId xmlns:p14="http://schemas.microsoft.com/office/powerpoint/2010/main" val="1844088211"/>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Intro v4.2">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371600"/>
            <a:ext cx="9372600" cy="259080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93726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93726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4A55DBC2-AC1E-45AD-8C81-701C29DE576B}"/>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spTree>
    <p:extLst>
      <p:ext uri="{BB962C8B-B14F-4D97-AF65-F5344CB8AC3E}">
        <p14:creationId xmlns:p14="http://schemas.microsoft.com/office/powerpoint/2010/main" val="3992817830"/>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Intro v4.3">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57014762-8C88-48E4-844B-CAA100F7B584}"/>
              </a:ext>
            </a:extLst>
          </p:cNvPr>
          <p:cNvSpPr>
            <a:spLocks noGrp="1"/>
          </p:cNvSpPr>
          <p:nvPr>
            <p:ph type="pic" sz="quarter" idx="13"/>
          </p:nvPr>
        </p:nvSpPr>
        <p:spPr>
          <a:xfrm>
            <a:off x="7315200" y="0"/>
            <a:ext cx="7315200" cy="8229600"/>
          </a:xfrm>
          <a:solidFill>
            <a:schemeClr val="bg2"/>
          </a:solidFill>
        </p:spPr>
        <p:txBody>
          <a:bodyPr anchor="ctr"/>
          <a:lstStyle>
            <a:lvl1pPr algn="ctr">
              <a:defRPr/>
            </a:lvl1pPr>
          </a:lstStyle>
          <a:p>
            <a:endParaRPr lang="en-US"/>
          </a:p>
        </p:txBody>
      </p:sp>
      <p:sp>
        <p:nvSpPr>
          <p:cNvPr id="2" name="Title 1"/>
          <p:cNvSpPr>
            <a:spLocks noGrp="1"/>
          </p:cNvSpPr>
          <p:nvPr>
            <p:ph type="ctrTitle"/>
          </p:nvPr>
        </p:nvSpPr>
        <p:spPr>
          <a:xfrm>
            <a:off x="685800" y="1371600"/>
            <a:ext cx="6172200" cy="259080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61722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61722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DD1F2033-BBC2-470D-9744-50F90484801A}"/>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spTree>
    <p:extLst>
      <p:ext uri="{BB962C8B-B14F-4D97-AF65-F5344CB8AC3E}">
        <p14:creationId xmlns:p14="http://schemas.microsoft.com/office/powerpoint/2010/main" val="765427303"/>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ontent v1.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062DAD0-9FFA-477B-AC51-55BFB782890C}"/>
              </a:ext>
            </a:extLst>
          </p:cNvPr>
          <p:cNvSpPr/>
          <p:nvPr userDrawn="1"/>
        </p:nvSpPr>
        <p:spPr>
          <a:xfrm>
            <a:off x="0" y="8001000"/>
            <a:ext cx="14644839"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143000"/>
            <a:ext cx="13716000" cy="6400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6" name="TextBox 5">
            <a:extLst>
              <a:ext uri="{FF2B5EF4-FFF2-40B4-BE49-F238E27FC236}">
                <a16:creationId xmlns:a16="http://schemas.microsoft.com/office/drawing/2014/main" id="{5332500E-8F9C-817F-350F-88396FD82189}"/>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t>CLASSIFIED HIGHLY CONFIDENTIAL - FOR INTERNAL USE ONLY – DO NOT CIRCULATE</a:t>
            </a:r>
          </a:p>
        </p:txBody>
      </p:sp>
    </p:spTree>
    <p:extLst>
      <p:ext uri="{BB962C8B-B14F-4D97-AF65-F5344CB8AC3E}">
        <p14:creationId xmlns:p14="http://schemas.microsoft.com/office/powerpoint/2010/main" val="1678353281"/>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Content v1.2">
    <p:spTree>
      <p:nvGrpSpPr>
        <p:cNvPr id="1" name=""/>
        <p:cNvGrpSpPr/>
        <p:nvPr/>
      </p:nvGrpSpPr>
      <p:grpSpPr>
        <a:xfrm>
          <a:off x="0" y="0"/>
          <a:ext cx="0" cy="0"/>
          <a:chOff x="0" y="0"/>
          <a:chExt cx="0" cy="0"/>
        </a:xfrm>
      </p:grpSpPr>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828800"/>
            <a:ext cx="13716000" cy="5715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9" name="Rectangle 8">
            <a:extLst>
              <a:ext uri="{FF2B5EF4-FFF2-40B4-BE49-F238E27FC236}">
                <a16:creationId xmlns:a16="http://schemas.microsoft.com/office/drawing/2014/main" id="{0062DAD0-9FFA-477B-AC51-55BFB782890C}"/>
              </a:ext>
            </a:extLst>
          </p:cNvPr>
          <p:cNvSpPr/>
          <p:nvPr userDrawn="1"/>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99E717AA-8C91-4F33-B194-F2E0A6CF3AE7}"/>
              </a:ext>
            </a:extLst>
          </p:cNvPr>
          <p:cNvSpPr>
            <a:spLocks noGrp="1"/>
          </p:cNvSpPr>
          <p:nvPr>
            <p:ph type="body" sz="quarter" idx="15"/>
          </p:nvPr>
        </p:nvSpPr>
        <p:spPr>
          <a:xfrm>
            <a:off x="457200" y="843280"/>
            <a:ext cx="13716000" cy="457200"/>
          </a:xfrm>
        </p:spPr>
        <p:txBody>
          <a:bodyPr>
            <a:normAutofit/>
          </a:bodyPr>
          <a:lstStyle>
            <a:lvl1pPr>
              <a:defRPr sz="2000" b="1">
                <a:solidFill>
                  <a:schemeClr val="accent1"/>
                </a:solidFill>
              </a:defRPr>
            </a:lvl1pPr>
          </a:lstStyle>
          <a:p>
            <a:pPr lvl="0"/>
            <a:r>
              <a:rPr lang="en-US"/>
              <a:t>Click to edit Master text styles</a:t>
            </a:r>
          </a:p>
        </p:txBody>
      </p:sp>
      <p:sp>
        <p:nvSpPr>
          <p:cNvPr id="7" name="TextBox 6">
            <a:extLst>
              <a:ext uri="{FF2B5EF4-FFF2-40B4-BE49-F238E27FC236}">
                <a16:creationId xmlns:a16="http://schemas.microsoft.com/office/drawing/2014/main" id="{16E737AD-1FB0-0065-20CE-324403AB5FC5}"/>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t>CLASSIFIED HIGHLY CONFIDENTIAL - FOR INTERNAL USE ONLY – DO NOT CIRCULATE</a:t>
            </a:r>
          </a:p>
        </p:txBody>
      </p:sp>
    </p:spTree>
    <p:extLst>
      <p:ext uri="{BB962C8B-B14F-4D97-AF65-F5344CB8AC3E}">
        <p14:creationId xmlns:p14="http://schemas.microsoft.com/office/powerpoint/2010/main" val="2529582772"/>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ontent v2.1">
    <p:spTree>
      <p:nvGrpSpPr>
        <p:cNvPr id="1" name=""/>
        <p:cNvGrpSpPr/>
        <p:nvPr/>
      </p:nvGrpSpPr>
      <p:grpSpPr>
        <a:xfrm>
          <a:off x="0" y="0"/>
          <a:ext cx="0" cy="0"/>
          <a:chOff x="0" y="0"/>
          <a:chExt cx="0" cy="0"/>
        </a:xfrm>
      </p:grpSpPr>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143000"/>
            <a:ext cx="13716000" cy="6400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7" name="Rectangle 6">
            <a:extLst>
              <a:ext uri="{FF2B5EF4-FFF2-40B4-BE49-F238E27FC236}">
                <a16:creationId xmlns:a16="http://schemas.microsoft.com/office/drawing/2014/main" id="{A3CB5ADB-F4C4-434F-8460-01F37288EA32}"/>
              </a:ext>
            </a:extLst>
          </p:cNvPr>
          <p:cNvSpPr/>
          <p:nvPr userDrawn="1"/>
        </p:nvSpPr>
        <p:spPr>
          <a:xfrm rot="16200000">
            <a:off x="-4000500" y="4000500"/>
            <a:ext cx="82296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29652646"/>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ontent v2.2">
    <p:spTree>
      <p:nvGrpSpPr>
        <p:cNvPr id="1" name=""/>
        <p:cNvGrpSpPr/>
        <p:nvPr/>
      </p:nvGrpSpPr>
      <p:grpSpPr>
        <a:xfrm>
          <a:off x="0" y="0"/>
          <a:ext cx="0" cy="0"/>
          <a:chOff x="0" y="0"/>
          <a:chExt cx="0" cy="0"/>
        </a:xfrm>
      </p:grpSpPr>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828800"/>
            <a:ext cx="13716000" cy="5715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6" name="Text Placeholder 5">
            <a:extLst>
              <a:ext uri="{FF2B5EF4-FFF2-40B4-BE49-F238E27FC236}">
                <a16:creationId xmlns:a16="http://schemas.microsoft.com/office/drawing/2014/main" id="{99E717AA-8C91-4F33-B194-F2E0A6CF3AE7}"/>
              </a:ext>
            </a:extLst>
          </p:cNvPr>
          <p:cNvSpPr>
            <a:spLocks noGrp="1"/>
          </p:cNvSpPr>
          <p:nvPr>
            <p:ph type="body" sz="quarter" idx="15"/>
          </p:nvPr>
        </p:nvSpPr>
        <p:spPr>
          <a:xfrm>
            <a:off x="457200" y="843280"/>
            <a:ext cx="13716000" cy="457200"/>
          </a:xfrm>
        </p:spPr>
        <p:txBody>
          <a:bodyPr>
            <a:normAutofit/>
          </a:bodyPr>
          <a:lstStyle>
            <a:lvl1pPr>
              <a:defRPr sz="2000" b="1">
                <a:solidFill>
                  <a:schemeClr val="accent1"/>
                </a:solidFill>
              </a:defRPr>
            </a:lvl1pPr>
          </a:lstStyle>
          <a:p>
            <a:pPr lvl="0"/>
            <a:r>
              <a:rPr lang="en-US"/>
              <a:t>Click to edit Master text styles</a:t>
            </a:r>
          </a:p>
        </p:txBody>
      </p:sp>
      <p:sp>
        <p:nvSpPr>
          <p:cNvPr id="8" name="Rectangle 7">
            <a:extLst>
              <a:ext uri="{FF2B5EF4-FFF2-40B4-BE49-F238E27FC236}">
                <a16:creationId xmlns:a16="http://schemas.microsoft.com/office/drawing/2014/main" id="{80E46C48-BFA2-41A0-B59B-F8845CF8DA4C}"/>
              </a:ext>
            </a:extLst>
          </p:cNvPr>
          <p:cNvSpPr/>
          <p:nvPr userDrawn="1"/>
        </p:nvSpPr>
        <p:spPr>
          <a:xfrm rot="16200000">
            <a:off x="-4000500" y="4000500"/>
            <a:ext cx="82296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17578300"/>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ontent v3.1">
    <p:spTree>
      <p:nvGrpSpPr>
        <p:cNvPr id="1" name=""/>
        <p:cNvGrpSpPr/>
        <p:nvPr/>
      </p:nvGrpSpPr>
      <p:grpSpPr>
        <a:xfrm>
          <a:off x="0" y="0"/>
          <a:ext cx="0" cy="0"/>
          <a:chOff x="0" y="0"/>
          <a:chExt cx="0" cy="0"/>
        </a:xfrm>
      </p:grpSpPr>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143000"/>
            <a:ext cx="13716000" cy="6400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6" name="Rectangle 5">
            <a:extLst>
              <a:ext uri="{FF2B5EF4-FFF2-40B4-BE49-F238E27FC236}">
                <a16:creationId xmlns:a16="http://schemas.microsoft.com/office/drawing/2014/main" id="{53FFF48D-6C35-4D8E-8F52-05F26CEE5CAE}"/>
              </a:ext>
            </a:extLst>
          </p:cNvPr>
          <p:cNvSpPr/>
          <p:nvPr userDrawn="1"/>
        </p:nvSpPr>
        <p:spPr>
          <a:xfrm>
            <a:off x="14264640" y="6588865"/>
            <a:ext cx="365761" cy="1412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07836354"/>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ontent v3.2">
    <p:spTree>
      <p:nvGrpSpPr>
        <p:cNvPr id="1" name=""/>
        <p:cNvGrpSpPr/>
        <p:nvPr/>
      </p:nvGrpSpPr>
      <p:grpSpPr>
        <a:xfrm>
          <a:off x="0" y="0"/>
          <a:ext cx="0" cy="0"/>
          <a:chOff x="0" y="0"/>
          <a:chExt cx="0" cy="0"/>
        </a:xfrm>
      </p:grpSpPr>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828800"/>
            <a:ext cx="13716000" cy="5715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6" name="Text Placeholder 5">
            <a:extLst>
              <a:ext uri="{FF2B5EF4-FFF2-40B4-BE49-F238E27FC236}">
                <a16:creationId xmlns:a16="http://schemas.microsoft.com/office/drawing/2014/main" id="{99E717AA-8C91-4F33-B194-F2E0A6CF3AE7}"/>
              </a:ext>
            </a:extLst>
          </p:cNvPr>
          <p:cNvSpPr>
            <a:spLocks noGrp="1"/>
          </p:cNvSpPr>
          <p:nvPr>
            <p:ph type="body" sz="quarter" idx="15"/>
          </p:nvPr>
        </p:nvSpPr>
        <p:spPr>
          <a:xfrm>
            <a:off x="457200" y="843280"/>
            <a:ext cx="13716000" cy="457200"/>
          </a:xfrm>
        </p:spPr>
        <p:txBody>
          <a:bodyPr>
            <a:normAutofit/>
          </a:bodyPr>
          <a:lstStyle>
            <a:lvl1pPr>
              <a:defRPr sz="2000" b="1">
                <a:solidFill>
                  <a:schemeClr val="accent1"/>
                </a:solidFill>
              </a:defRPr>
            </a:lvl1pPr>
          </a:lstStyle>
          <a:p>
            <a:pPr lvl="0"/>
            <a:r>
              <a:rPr lang="en-US"/>
              <a:t>Click to edit Master text styles</a:t>
            </a:r>
          </a:p>
        </p:txBody>
      </p:sp>
      <p:sp>
        <p:nvSpPr>
          <p:cNvPr id="7" name="Rectangle 6">
            <a:extLst>
              <a:ext uri="{FF2B5EF4-FFF2-40B4-BE49-F238E27FC236}">
                <a16:creationId xmlns:a16="http://schemas.microsoft.com/office/drawing/2014/main" id="{C13C3C5F-44D5-4B4D-8C3A-BFF87A5E4D5F}"/>
              </a:ext>
            </a:extLst>
          </p:cNvPr>
          <p:cNvSpPr/>
          <p:nvPr userDrawn="1"/>
        </p:nvSpPr>
        <p:spPr>
          <a:xfrm>
            <a:off x="14264640" y="6588865"/>
            <a:ext cx="365761" cy="1412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99206313"/>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ontent v3.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5BE5C9D2-B922-40D5-B02B-9903C94DFB13}"/>
              </a:ext>
            </a:extLst>
          </p:cNvPr>
          <p:cNvSpPr/>
          <p:nvPr userDrawn="1"/>
        </p:nvSpPr>
        <p:spPr>
          <a:xfrm>
            <a:off x="10058400" y="0"/>
            <a:ext cx="4572000" cy="82296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457200" y="369213"/>
            <a:ext cx="9144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143000"/>
            <a:ext cx="9144000" cy="6400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a:xfrm>
            <a:off x="457200" y="7658100"/>
            <a:ext cx="9144000" cy="228600"/>
          </a:xfrm>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lvl1pPr>
              <a:defRPr>
                <a:solidFill>
                  <a:schemeClr val="accent1"/>
                </a:solidFill>
              </a:defRPr>
            </a:lvl1pPr>
          </a:lstStyle>
          <a:p>
            <a:fld id="{9BBCFCA3-D307-4DD3-86E3-CC1388E97AC0}" type="slidenum">
              <a:rPr lang="en-US" smtClean="0"/>
              <a:pPr/>
              <a:t>‹#›</a:t>
            </a:fld>
            <a:endParaRPr lang="en-US"/>
          </a:p>
        </p:txBody>
      </p:sp>
      <p:sp>
        <p:nvSpPr>
          <p:cNvPr id="11" name="Text Placeholder 10">
            <a:extLst>
              <a:ext uri="{FF2B5EF4-FFF2-40B4-BE49-F238E27FC236}">
                <a16:creationId xmlns:a16="http://schemas.microsoft.com/office/drawing/2014/main" id="{2B9D0479-93BC-402F-ACFF-8394319B236A}"/>
              </a:ext>
            </a:extLst>
          </p:cNvPr>
          <p:cNvSpPr>
            <a:spLocks noGrp="1"/>
          </p:cNvSpPr>
          <p:nvPr>
            <p:ph type="body" sz="quarter" idx="15"/>
          </p:nvPr>
        </p:nvSpPr>
        <p:spPr>
          <a:xfrm>
            <a:off x="10515600" y="1143000"/>
            <a:ext cx="3657600" cy="6400800"/>
          </a:xfrm>
        </p:spPr>
        <p:txBody>
          <a:bodyPr>
            <a:normAutofit/>
          </a:bodyPr>
          <a:lstStyle>
            <a:lvl1pPr>
              <a:defRPr sz="1600"/>
            </a:lvl1pPr>
          </a:lstStyle>
          <a:p>
            <a:pPr lvl="0"/>
            <a:r>
              <a:rPr lang="en-US"/>
              <a:t>Click to edit Master text styles</a:t>
            </a:r>
          </a:p>
        </p:txBody>
      </p:sp>
    </p:spTree>
    <p:extLst>
      <p:ext uri="{BB962C8B-B14F-4D97-AF65-F5344CB8AC3E}">
        <p14:creationId xmlns:p14="http://schemas.microsoft.com/office/powerpoint/2010/main" val="1535499186"/>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ontent v3.4">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325FB672-F732-4158-A9EF-8FB1BEF3D2E3}"/>
              </a:ext>
            </a:extLst>
          </p:cNvPr>
          <p:cNvSpPr/>
          <p:nvPr userDrawn="1"/>
        </p:nvSpPr>
        <p:spPr>
          <a:xfrm>
            <a:off x="0" y="5486400"/>
            <a:ext cx="14630400" cy="27432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143000"/>
            <a:ext cx="13716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7" name="Text Placeholder 6">
            <a:extLst>
              <a:ext uri="{FF2B5EF4-FFF2-40B4-BE49-F238E27FC236}">
                <a16:creationId xmlns:a16="http://schemas.microsoft.com/office/drawing/2014/main" id="{ABB6FB49-F40A-45C5-9F3C-64A17F56ED52}"/>
              </a:ext>
            </a:extLst>
          </p:cNvPr>
          <p:cNvSpPr>
            <a:spLocks noGrp="1"/>
          </p:cNvSpPr>
          <p:nvPr>
            <p:ph type="body" sz="quarter" idx="15"/>
          </p:nvPr>
        </p:nvSpPr>
        <p:spPr>
          <a:xfrm>
            <a:off x="457200" y="5715000"/>
            <a:ext cx="13716000" cy="2286000"/>
          </a:xfrm>
        </p:spPr>
        <p:txBody>
          <a:bodyPr>
            <a:normAutofit/>
          </a:bodyPr>
          <a:lstStyle>
            <a:lvl1pPr>
              <a:defRPr sz="1800"/>
            </a:lvl1pPr>
            <a:lvl2pPr marL="457200" indent="0">
              <a:buNone/>
              <a:defRPr/>
            </a:lvl2pPr>
          </a:lstStyle>
          <a:p>
            <a:pPr lvl="0"/>
            <a:r>
              <a:rPr lang="en-US"/>
              <a:t>Click to edit Master text styles</a:t>
            </a:r>
          </a:p>
        </p:txBody>
      </p:sp>
    </p:spTree>
    <p:extLst>
      <p:ext uri="{BB962C8B-B14F-4D97-AF65-F5344CB8AC3E}">
        <p14:creationId xmlns:p14="http://schemas.microsoft.com/office/powerpoint/2010/main" val="4120207289"/>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ontent v3.5">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B10821F-8824-4B92-BA24-84765D5913BA}"/>
              </a:ext>
            </a:extLst>
          </p:cNvPr>
          <p:cNvSpPr/>
          <p:nvPr userDrawn="1"/>
        </p:nvSpPr>
        <p:spPr>
          <a:xfrm>
            <a:off x="0" y="0"/>
            <a:ext cx="14630400" cy="4572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hasCustomPrompt="1"/>
          </p:nvPr>
        </p:nvSpPr>
        <p:spPr>
          <a:xfrm>
            <a:off x="457200" y="120878"/>
            <a:ext cx="13716000" cy="215444"/>
          </a:xfrm>
        </p:spPr>
        <p:txBody>
          <a:bodyPr lIns="0" tIns="0" rIns="0" bIns="0" anchor="b" anchorCtr="0"/>
          <a:lstStyle>
            <a:lvl1pPr algn="l">
              <a:lnSpc>
                <a:spcPct val="100000"/>
              </a:lnSpc>
              <a:defRPr sz="1400" b="1">
                <a:latin typeface="Unity" panose="020B0505030303020204" pitchFamily="34" charset="0"/>
              </a:defRPr>
            </a:lvl1pPr>
          </a:lstStyle>
          <a:p>
            <a:r>
              <a:rPr lang="en-US"/>
              <a:t>Click to edit Master title style </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685800"/>
            <a:ext cx="13716000" cy="6858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Tree>
    <p:extLst>
      <p:ext uri="{BB962C8B-B14F-4D97-AF65-F5344CB8AC3E}">
        <p14:creationId xmlns:p14="http://schemas.microsoft.com/office/powerpoint/2010/main" val="1152019438"/>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Content v4.1">
    <p:spTree>
      <p:nvGrpSpPr>
        <p:cNvPr id="1" name=""/>
        <p:cNvGrpSpPr/>
        <p:nvPr/>
      </p:nvGrpSpPr>
      <p:grpSpPr>
        <a:xfrm>
          <a:off x="0" y="0"/>
          <a:ext cx="0" cy="0"/>
          <a:chOff x="0" y="0"/>
          <a:chExt cx="0" cy="0"/>
        </a:xfrm>
      </p:grpSpPr>
      <p:sp>
        <p:nvSpPr>
          <p:cNvPr id="4" name="Slide Number Placeholder 5">
            <a:extLst>
              <a:ext uri="{FF2B5EF4-FFF2-40B4-BE49-F238E27FC236}">
                <a16:creationId xmlns:a16="http://schemas.microsoft.com/office/drawing/2014/main" id="{B96A2440-CAB8-4CAE-8446-F10DED0B2AF0}"/>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bg1"/>
                </a:solidFill>
              </a:defRPr>
            </a:lvl1pPr>
          </a:lstStyle>
          <a:p>
            <a:fld id="{9BBCFCA3-D307-4DD3-86E3-CC1388E97AC0}" type="slidenum">
              <a:rPr lang="en-US" smtClean="0"/>
              <a:pPr/>
              <a:t>‹#›</a:t>
            </a:fld>
            <a:endParaRPr lang="en-US"/>
          </a:p>
        </p:txBody>
      </p:sp>
    </p:spTree>
    <p:extLst>
      <p:ext uri="{BB962C8B-B14F-4D97-AF65-F5344CB8AC3E}">
        <p14:creationId xmlns:p14="http://schemas.microsoft.com/office/powerpoint/2010/main" val="3892867589"/>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End v1.1">
    <p:spTree>
      <p:nvGrpSpPr>
        <p:cNvPr id="1" name=""/>
        <p:cNvGrpSpPr/>
        <p:nvPr/>
      </p:nvGrpSpPr>
      <p:grpSpPr>
        <a:xfrm>
          <a:off x="0" y="0"/>
          <a:ext cx="0" cy="0"/>
          <a:chOff x="0" y="0"/>
          <a:chExt cx="0" cy="0"/>
        </a:xfrm>
      </p:grpSpPr>
      <p:sp>
        <p:nvSpPr>
          <p:cNvPr id="5" name="Slide Number Placeholder 5">
            <a:extLst>
              <a:ext uri="{FF2B5EF4-FFF2-40B4-BE49-F238E27FC236}">
                <a16:creationId xmlns:a16="http://schemas.microsoft.com/office/drawing/2014/main" id="{2F251C94-E4A3-4F1E-B615-4AB3027AB0DA}"/>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bg1"/>
                </a:solidFill>
              </a:defRPr>
            </a:lvl1pPr>
          </a:lstStyle>
          <a:p>
            <a:fld id="{9BBCFCA3-D307-4DD3-86E3-CC1388E97AC0}" type="slidenum">
              <a:rPr lang="en-US" smtClean="0"/>
              <a:pPr/>
              <a:t>‹#›</a:t>
            </a:fld>
            <a:endParaRPr lang="en-US"/>
          </a:p>
        </p:txBody>
      </p:sp>
      <p:pic>
        <p:nvPicPr>
          <p:cNvPr id="7" name="Imagem 6">
            <a:extLst>
              <a:ext uri="{FF2B5EF4-FFF2-40B4-BE49-F238E27FC236}">
                <a16:creationId xmlns:a16="http://schemas.microsoft.com/office/drawing/2014/main" id="{4B739B9A-DCD3-4019-A535-0AD29B35341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2911127" y="2868020"/>
            <a:ext cx="8808145" cy="2493559"/>
          </a:xfrm>
          <a:prstGeom prst="rect">
            <a:avLst/>
          </a:prstGeom>
        </p:spPr>
      </p:pic>
    </p:spTree>
    <p:extLst>
      <p:ext uri="{BB962C8B-B14F-4D97-AF65-F5344CB8AC3E}">
        <p14:creationId xmlns:p14="http://schemas.microsoft.com/office/powerpoint/2010/main" val="2030408079"/>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End v1.2">
    <p:bg>
      <p:bgPr>
        <a:solidFill>
          <a:schemeClr val="tx1"/>
        </a:solidFill>
        <a:effectLst/>
      </p:bgPr>
    </p:bg>
    <p:spTree>
      <p:nvGrpSpPr>
        <p:cNvPr id="1" name=""/>
        <p:cNvGrpSpPr/>
        <p:nvPr/>
      </p:nvGrpSpPr>
      <p:grpSpPr>
        <a:xfrm>
          <a:off x="0" y="0"/>
          <a:ext cx="0" cy="0"/>
          <a:chOff x="0" y="0"/>
          <a:chExt cx="0" cy="0"/>
        </a:xfrm>
      </p:grpSpPr>
      <p:sp>
        <p:nvSpPr>
          <p:cNvPr id="3" name="Slide Number Placeholder 5">
            <a:extLst>
              <a:ext uri="{FF2B5EF4-FFF2-40B4-BE49-F238E27FC236}">
                <a16:creationId xmlns:a16="http://schemas.microsoft.com/office/drawing/2014/main" id="{2E3567C8-BF42-40A1-9E46-EB7E92796ACE}"/>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tx1"/>
                </a:solidFill>
              </a:defRPr>
            </a:lvl1pPr>
          </a:lstStyle>
          <a:p>
            <a:fld id="{9BBCFCA3-D307-4DD3-86E3-CC1388E97AC0}" type="slidenum">
              <a:rPr lang="en-US" smtClean="0"/>
              <a:pPr/>
              <a:t>‹#›</a:t>
            </a:fld>
            <a:endParaRPr lang="en-US"/>
          </a:p>
        </p:txBody>
      </p:sp>
      <p:pic>
        <p:nvPicPr>
          <p:cNvPr id="4" name="Imagem 3">
            <a:extLst>
              <a:ext uri="{FF2B5EF4-FFF2-40B4-BE49-F238E27FC236}">
                <a16:creationId xmlns:a16="http://schemas.microsoft.com/office/drawing/2014/main" id="{2E9C0B75-2D0C-4A59-A646-41062FBCC7ED}"/>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2911125" y="2869321"/>
            <a:ext cx="8808149" cy="2490957"/>
          </a:xfrm>
          <a:prstGeom prst="rect">
            <a:avLst/>
          </a:prstGeom>
        </p:spPr>
      </p:pic>
      <p:sp>
        <p:nvSpPr>
          <p:cNvPr id="2" name="TextBox 1">
            <a:extLst>
              <a:ext uri="{FF2B5EF4-FFF2-40B4-BE49-F238E27FC236}">
                <a16:creationId xmlns:a16="http://schemas.microsoft.com/office/drawing/2014/main" id="{1FC0DB8D-BC10-6C2F-439E-9041AA06249C}"/>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solidFill>
                  <a:schemeClr val="bg1"/>
                </a:solidFill>
              </a:rPr>
              <a:t>CLASSIFIED HIGHLY CONFIDENTIAL - FOR INTERNAL USE ONLY – DO NOT CIRCULATE</a:t>
            </a:r>
          </a:p>
        </p:txBody>
      </p:sp>
    </p:spTree>
    <p:extLst>
      <p:ext uri="{BB962C8B-B14F-4D97-AF65-F5344CB8AC3E}">
        <p14:creationId xmlns:p14="http://schemas.microsoft.com/office/powerpoint/2010/main" val="3958923515"/>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cSld name="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fld id="{97B50F5A-C135-4214-ADF7-9E235057D10C}" type="datetimeFigureOut">
              <a:rPr kumimoji="0" lang="en-US" sz="1800" b="0" i="0" u="none" strike="noStrike" kern="1200" cap="none" spc="0" normalizeH="0" baseline="0" noProof="0" smtClean="0">
                <a:ln>
                  <a:noFill/>
                </a:ln>
                <a:solidFill>
                  <a:srgbClr val="000000"/>
                </a:solidFill>
                <a:effectLst/>
                <a:uLnTx/>
                <a:uFillTx/>
                <a:latin typeface="Unity"/>
                <a:ea typeface="+mn-ea"/>
                <a:cs typeface="+mn-cs"/>
              </a:rPr>
              <a:pPr marL="0" marR="0" lvl="0" indent="0" algn="l" defTabSz="457200" rtl="0" eaLnBrk="1" fontAlgn="auto" latinLnBrk="0" hangingPunct="1">
                <a:lnSpc>
                  <a:spcPct val="100000"/>
                </a:lnSpc>
                <a:spcBef>
                  <a:spcPts val="0"/>
                </a:spcBef>
                <a:spcAft>
                  <a:spcPts val="0"/>
                </a:spcAft>
                <a:buClrTx/>
                <a:buSzTx/>
                <a:buFontTx/>
                <a:buNone/>
                <a:tabLst/>
                <a:defRPr/>
              </a:pPr>
              <a:t>9/18/2026</a:t>
            </a:fld>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5" name="Title 1">
            <a:extLst>
              <a:ext uri="{FF2B5EF4-FFF2-40B4-BE49-F238E27FC236}">
                <a16:creationId xmlns:a16="http://schemas.microsoft.com/office/drawing/2014/main" id="{156FCF88-57DB-F246-8D24-D73392F71B52}"/>
              </a:ext>
            </a:extLst>
          </p:cNvPr>
          <p:cNvSpPr>
            <a:spLocks noGrp="1"/>
          </p:cNvSpPr>
          <p:nvPr>
            <p:ph type="title"/>
          </p:nvPr>
        </p:nvSpPr>
        <p:spPr>
          <a:xfrm>
            <a:off x="415354" y="938083"/>
            <a:ext cx="13803566" cy="387798"/>
          </a:xfrm>
        </p:spPr>
        <p:txBody>
          <a:bodyPr anchor="b"/>
          <a:lstStyle/>
          <a:p>
            <a:r>
              <a:rPr lang="en-US"/>
              <a:t>Click to edit Master title style</a:t>
            </a:r>
          </a:p>
        </p:txBody>
      </p:sp>
    </p:spTree>
    <p:extLst>
      <p:ext uri="{BB962C8B-B14F-4D97-AF65-F5344CB8AC3E}">
        <p14:creationId xmlns:p14="http://schemas.microsoft.com/office/powerpoint/2010/main" val="246619542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402336"/>
            <a:ext cx="13716000" cy="387798"/>
          </a:xfrm>
          <a:prstGeom prst="rect">
            <a:avLst/>
          </a:prstGeom>
        </p:spPr>
        <p:txBody>
          <a:bodyPr vert="horz" wrap="square" lIns="0" tIns="0" rIns="0" bIns="0" rtlCol="0" anchor="t" anchorCtr="0">
            <a:spAutoFit/>
          </a:bodyPr>
          <a:lstStyle/>
          <a:p>
            <a:r>
              <a:rPr lang="en-US"/>
              <a:t>Click to edit Master title style</a:t>
            </a:r>
          </a:p>
        </p:txBody>
      </p:sp>
      <p:sp>
        <p:nvSpPr>
          <p:cNvPr id="3" name="Text Placeholder 2"/>
          <p:cNvSpPr>
            <a:spLocks noGrp="1"/>
          </p:cNvSpPr>
          <p:nvPr>
            <p:ph type="body" idx="1"/>
          </p:nvPr>
        </p:nvSpPr>
        <p:spPr>
          <a:xfrm>
            <a:off x="457200" y="1143000"/>
            <a:ext cx="13716000" cy="6400800"/>
          </a:xfrm>
          <a:prstGeom prst="rect">
            <a:avLst/>
          </a:prstGeom>
        </p:spPr>
        <p:txBody>
          <a:bodyPr vert="horz" wrap="square" lIns="0" tIns="0" rIns="0" bIns="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3"/>
          </p:nvPr>
        </p:nvSpPr>
        <p:spPr>
          <a:xfrm>
            <a:off x="457200" y="7658100"/>
            <a:ext cx="13258800" cy="228600"/>
          </a:xfrm>
          <a:prstGeom prst="rect">
            <a:avLst/>
          </a:prstGeom>
        </p:spPr>
        <p:txBody>
          <a:bodyPr vert="horz" wrap="square" lIns="0" tIns="0" rIns="0" bIns="0" rtlCol="0" anchor="ctr" anchorCtr="0">
            <a:normAutofit/>
          </a:bodyPr>
          <a:lstStyle>
            <a:lvl1pPr algn="l" defTabSz="914400">
              <a:defRPr sz="1000" kern="800" baseline="0">
                <a:solidFill>
                  <a:schemeClr val="accent1"/>
                </a:solidFill>
              </a:defRPr>
            </a:lvl1pPr>
          </a:lstStyle>
          <a:p>
            <a:endParaRPr lang="en-US"/>
          </a:p>
        </p:txBody>
      </p:sp>
      <p:sp>
        <p:nvSpPr>
          <p:cNvPr id="6" name="Slide Number Placeholder 5"/>
          <p:cNvSpPr>
            <a:spLocks noGrp="1"/>
          </p:cNvSpPr>
          <p:nvPr>
            <p:ph type="sldNum" sz="quarter" idx="4"/>
          </p:nvPr>
        </p:nvSpPr>
        <p:spPr>
          <a:xfrm>
            <a:off x="13807440" y="76581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sp>
        <p:nvSpPr>
          <p:cNvPr id="8" name="TextBox 7">
            <a:extLst>
              <a:ext uri="{FF2B5EF4-FFF2-40B4-BE49-F238E27FC236}">
                <a16:creationId xmlns:a16="http://schemas.microsoft.com/office/drawing/2014/main" id="{87CA8537-A29C-58B2-4985-BD616DDE0433}"/>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t>CLASSIFIED HIGHLY CONFIDENTIAL - FOR INTERNAL USE ONLY – DO NOT CIRCULATE</a:t>
            </a:r>
          </a:p>
        </p:txBody>
      </p:sp>
    </p:spTree>
    <p:extLst>
      <p:ext uri="{BB962C8B-B14F-4D97-AF65-F5344CB8AC3E}">
        <p14:creationId xmlns:p14="http://schemas.microsoft.com/office/powerpoint/2010/main" val="4132847296"/>
      </p:ext>
    </p:extLst>
  </p:cSld>
  <p:clrMap bg1="lt1" tx1="dk1" bg2="lt2" tx2="dk2" accent1="accent1" accent2="accent2" accent3="accent3" accent4="accent4" accent5="accent5" accent6="accent6" hlink="hlink" folHlink="folHlink"/>
  <p:sldLayoutIdLst>
    <p:sldLayoutId id="2147483661" r:id="rId1"/>
    <p:sldLayoutId id="2147483664" r:id="rId2"/>
    <p:sldLayoutId id="2147483662" r:id="rId3"/>
    <p:sldLayoutId id="2147483663" r:id="rId4"/>
    <p:sldLayoutId id="2147483665" r:id="rId5"/>
    <p:sldLayoutId id="2147483669" r:id="rId6"/>
    <p:sldLayoutId id="2147483671" r:id="rId7"/>
    <p:sldLayoutId id="2147483670" r:id="rId8"/>
    <p:sldLayoutId id="2147483666" r:id="rId9"/>
    <p:sldLayoutId id="2147483673" r:id="rId10"/>
    <p:sldLayoutId id="2147483667" r:id="rId11"/>
    <p:sldLayoutId id="2147483674" r:id="rId12"/>
    <p:sldLayoutId id="2147483668" r:id="rId13"/>
    <p:sldLayoutId id="2147483675" r:id="rId14"/>
    <p:sldLayoutId id="2147483676" r:id="rId15"/>
    <p:sldLayoutId id="2147483678" r:id="rId16"/>
    <p:sldLayoutId id="2147483679" r:id="rId17"/>
    <p:sldLayoutId id="2147483677" r:id="rId18"/>
    <p:sldLayoutId id="2147483680" r:id="rId19"/>
    <p:sldLayoutId id="2147483681" r:id="rId20"/>
    <p:sldLayoutId id="2147483682" r:id="rId21"/>
  </p:sldLayoutIdLst>
  <p:hf hdr="0" ftr="0" dt="0"/>
  <p:txStyles>
    <p:titleStyle>
      <a:lvl1pPr algn="l" defTabSz="1097280" rtl="0" eaLnBrk="1" latinLnBrk="0" hangingPunct="1">
        <a:lnSpc>
          <a:spcPct val="90000"/>
        </a:lnSpc>
        <a:spcBef>
          <a:spcPct val="0"/>
        </a:spcBef>
        <a:buNone/>
        <a:defRPr sz="2800" b="1" kern="1200">
          <a:solidFill>
            <a:schemeClr val="tx1"/>
          </a:solidFill>
          <a:latin typeface="+mj-lt"/>
          <a:ea typeface="+mj-ea"/>
          <a:cs typeface="+mj-cs"/>
        </a:defRPr>
      </a:lvl1pPr>
    </p:titleStyle>
    <p:body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p:bodyStyle>
    <p:otherStyle>
      <a:defPPr>
        <a:defRPr lang="en-US"/>
      </a:defPPr>
      <a:lvl1pPr marL="0" algn="l" defTabSz="1097280" rtl="0" eaLnBrk="1" latinLnBrk="0" hangingPunct="1">
        <a:defRPr sz="2160" kern="1200">
          <a:solidFill>
            <a:schemeClr val="tx1"/>
          </a:solidFill>
          <a:latin typeface="+mn-lt"/>
          <a:ea typeface="+mn-ea"/>
          <a:cs typeface="+mn-cs"/>
        </a:defRPr>
      </a:lvl1pPr>
      <a:lvl2pPr marL="548640" algn="l" defTabSz="1097280" rtl="0" eaLnBrk="1" latinLnBrk="0" hangingPunct="1">
        <a:defRPr sz="2160" kern="1200">
          <a:solidFill>
            <a:schemeClr val="tx1"/>
          </a:solidFill>
          <a:latin typeface="+mn-lt"/>
          <a:ea typeface="+mn-ea"/>
          <a:cs typeface="+mn-cs"/>
        </a:defRPr>
      </a:lvl2pPr>
      <a:lvl3pPr marL="1097280" algn="l" defTabSz="1097280" rtl="0" eaLnBrk="1" latinLnBrk="0" hangingPunct="1">
        <a:defRPr sz="2160" kern="1200">
          <a:solidFill>
            <a:schemeClr val="tx1"/>
          </a:solidFill>
          <a:latin typeface="+mn-lt"/>
          <a:ea typeface="+mn-ea"/>
          <a:cs typeface="+mn-cs"/>
        </a:defRPr>
      </a:lvl3pPr>
      <a:lvl4pPr marL="1645920" algn="l" defTabSz="1097280" rtl="0" eaLnBrk="1" latinLnBrk="0" hangingPunct="1">
        <a:defRPr sz="2160" kern="1200">
          <a:solidFill>
            <a:schemeClr val="tx1"/>
          </a:solidFill>
          <a:latin typeface="+mn-lt"/>
          <a:ea typeface="+mn-ea"/>
          <a:cs typeface="+mn-cs"/>
        </a:defRPr>
      </a:lvl4pPr>
      <a:lvl5pPr marL="2194560" algn="l" defTabSz="1097280" rtl="0" eaLnBrk="1" latinLnBrk="0" hangingPunct="1">
        <a:defRPr sz="2160" kern="1200">
          <a:solidFill>
            <a:schemeClr val="tx1"/>
          </a:solidFill>
          <a:latin typeface="+mn-lt"/>
          <a:ea typeface="+mn-ea"/>
          <a:cs typeface="+mn-cs"/>
        </a:defRPr>
      </a:lvl5pPr>
      <a:lvl6pPr marL="2743200" algn="l" defTabSz="1097280" rtl="0" eaLnBrk="1" latinLnBrk="0" hangingPunct="1">
        <a:defRPr sz="2160" kern="1200">
          <a:solidFill>
            <a:schemeClr val="tx1"/>
          </a:solidFill>
          <a:latin typeface="+mn-lt"/>
          <a:ea typeface="+mn-ea"/>
          <a:cs typeface="+mn-cs"/>
        </a:defRPr>
      </a:lvl6pPr>
      <a:lvl7pPr marL="3291840" algn="l" defTabSz="1097280" rtl="0" eaLnBrk="1" latinLnBrk="0" hangingPunct="1">
        <a:defRPr sz="2160" kern="1200">
          <a:solidFill>
            <a:schemeClr val="tx1"/>
          </a:solidFill>
          <a:latin typeface="+mn-lt"/>
          <a:ea typeface="+mn-ea"/>
          <a:cs typeface="+mn-cs"/>
        </a:defRPr>
      </a:lvl7pPr>
      <a:lvl8pPr marL="3840480" algn="l" defTabSz="1097280" rtl="0" eaLnBrk="1" latinLnBrk="0" hangingPunct="1">
        <a:defRPr sz="2160" kern="1200">
          <a:solidFill>
            <a:schemeClr val="tx1"/>
          </a:solidFill>
          <a:latin typeface="+mn-lt"/>
          <a:ea typeface="+mn-ea"/>
          <a:cs typeface="+mn-cs"/>
        </a:defRPr>
      </a:lvl8pPr>
      <a:lvl9pPr marL="4389120" algn="l" defTabSz="1097280" rtl="0" eaLnBrk="1" latinLnBrk="0" hangingPunct="1">
        <a:defRPr sz="216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xml"/><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9.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9.xml"/></Relationships>
</file>

<file path=ppt/slides/_rels/slide5.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5.xml"/><Relationship Id="rId1" Type="http://schemas.openxmlformats.org/officeDocument/2006/relationships/slideLayout" Target="../slideLayouts/slideLayout10.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4.png"/></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7.png"/><Relationship Id="rId4" Type="http://schemas.openxmlformats.org/officeDocument/2006/relationships/image" Target="../media/image6.png"/></Relationships>
</file>

<file path=ppt/slides/_rels/slide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7.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8.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10.xml"/></Relationships>
</file>

<file path=ppt/slides/_rels/slide10.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10.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4.png"/></Relationships>
</file>

<file path=ppt/slides/_rels/slide11.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4.png"/><Relationship Id="rId2" Type="http://schemas.openxmlformats.org/officeDocument/2006/relationships/notesSlide" Target="../notesSlides/notesSlide11.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7.png"/><Relationship Id="rId4" Type="http://schemas.openxmlformats.org/officeDocument/2006/relationships/image" Target="../media/image6.png"/></Relationships>
</file>

<file path=ppt/slides/_rels/slide1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3.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15.xml"/><Relationship Id="rId1" Type="http://schemas.openxmlformats.org/officeDocument/2006/relationships/slideLayout" Target="../slideLayouts/slideLayout10.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4.png"/></Relationships>
</file>

<file path=ppt/slides/_rels/slide16.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4.png"/><Relationship Id="rId2" Type="http://schemas.openxmlformats.org/officeDocument/2006/relationships/notesSlide" Target="../notesSlides/notesSlide16.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7.png"/><Relationship Id="rId4" Type="http://schemas.openxmlformats.org/officeDocument/2006/relationships/image" Target="../media/image6.png"/></Relationships>
</file>

<file path=ppt/slides/_rels/slide1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8.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9.xml"/><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20.xml"/><Relationship Id="rId1" Type="http://schemas.openxmlformats.org/officeDocument/2006/relationships/slideLayout" Target="../slideLayouts/slideLayout10.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4.png"/></Relationships>
</file>

<file path=ppt/slides/_rels/slide21.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4.png"/><Relationship Id="rId2" Type="http://schemas.openxmlformats.org/officeDocument/2006/relationships/notesSlide" Target="../notesSlides/notesSlide21.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7.png"/><Relationship Id="rId4" Type="http://schemas.openxmlformats.org/officeDocument/2006/relationships/image" Target="../media/image6.png"/></Relationships>
</file>

<file path=ppt/slides/_rels/slide2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2.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3.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4.xml"/><Relationship Id="rId1" Type="http://schemas.openxmlformats.org/officeDocument/2006/relationships/slideLayout" Target="../slideLayouts/slideLayout10.xml"/></Relationships>
</file>

<file path=ppt/slides/_rels/slide2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5.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7.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8.xml"/><Relationship Id="rId1" Type="http://schemas.openxmlformats.org/officeDocument/2006/relationships/slideLayout" Target="../slideLayouts/slideLayout10.xml"/></Relationships>
</file>

<file path=ppt/slides/_rels/slide2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9.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3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0.xml"/><Relationship Id="rId1" Type="http://schemas.openxmlformats.org/officeDocument/2006/relationships/slideLayout" Target="../slideLayouts/slideLayout10.xml"/></Relationships>
</file>

<file path=ppt/slides/_rels/slide3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31.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3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2.xml"/><Relationship Id="rId1" Type="http://schemas.openxmlformats.org/officeDocument/2006/relationships/slideLayout" Target="../slideLayouts/slideLayout10.xml"/></Relationships>
</file>

<file path=ppt/slides/_rels/slide3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3.xml"/><Relationship Id="rId1" Type="http://schemas.openxmlformats.org/officeDocument/2006/relationships/slideLayout" Target="../slideLayouts/slideLayout9.xml"/></Relationships>
</file>

<file path=ppt/slides/_rels/slide3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34.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35.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5.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36.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6.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37.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3.xml"/><Relationship Id="rId7" Type="http://schemas.openxmlformats.org/officeDocument/2006/relationships/chart" Target="../charts/chart6.xml"/><Relationship Id="rId2" Type="http://schemas.openxmlformats.org/officeDocument/2006/relationships/notesSlide" Target="../notesSlides/notesSlide37.xml"/><Relationship Id="rId1" Type="http://schemas.openxmlformats.org/officeDocument/2006/relationships/slideLayout" Target="../slideLayouts/slideLayout10.xml"/><Relationship Id="rId6" Type="http://schemas.openxmlformats.org/officeDocument/2006/relationships/chart" Target="../charts/chart5.xml"/><Relationship Id="rId5" Type="http://schemas.openxmlformats.org/officeDocument/2006/relationships/image" Target="../media/image13.png"/><Relationship Id="rId4" Type="http://schemas.openxmlformats.org/officeDocument/2006/relationships/chart" Target="../charts/chart4.xml"/><Relationship Id="rId9" Type="http://schemas.openxmlformats.org/officeDocument/2006/relationships/image" Target="../media/image4.png"/></Relationships>
</file>

<file path=ppt/slides/_rels/slide38.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38.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4.emf"/></Relationships>
</file>

<file path=ppt/slides/_rels/slide39.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3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40.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41.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41.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2.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42.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3.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4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4.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44.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5.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4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6.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46.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47.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47.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48.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6.xml"/><Relationship Id="rId7" Type="http://schemas.openxmlformats.org/officeDocument/2006/relationships/chart" Target="../charts/chart19.xml"/><Relationship Id="rId2" Type="http://schemas.openxmlformats.org/officeDocument/2006/relationships/notesSlide" Target="../notesSlides/notesSlide48.xml"/><Relationship Id="rId1" Type="http://schemas.openxmlformats.org/officeDocument/2006/relationships/slideLayout" Target="../slideLayouts/slideLayout10.xml"/><Relationship Id="rId6" Type="http://schemas.openxmlformats.org/officeDocument/2006/relationships/chart" Target="../charts/chart18.xml"/><Relationship Id="rId5" Type="http://schemas.openxmlformats.org/officeDocument/2006/relationships/chart" Target="../charts/chart17.xml"/><Relationship Id="rId4" Type="http://schemas.openxmlformats.org/officeDocument/2006/relationships/image" Target="../media/image15.png"/><Relationship Id="rId9" Type="http://schemas.openxmlformats.org/officeDocument/2006/relationships/image" Target="../media/image4.png"/></Relationships>
</file>

<file path=ppt/slides/_rels/slide49.xml.rels><?xml version="1.0" encoding="UTF-8" standalone="yes"?>
<Relationships xmlns="http://schemas.openxmlformats.org/package/2006/relationships"><Relationship Id="rId3" Type="http://schemas.microsoft.com/office/2018/10/relationships/comments" Target="../comments/modernComment_7FFFF35E_E9F5B43F.xml"/><Relationship Id="rId2" Type="http://schemas.openxmlformats.org/officeDocument/2006/relationships/notesSlide" Target="../notesSlides/notesSlide49.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20.xml"/></Relationships>
</file>

<file path=ppt/slides/_rels/slide5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5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21.xml"/></Relationships>
</file>

<file path=ppt/slides/_rels/slide5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51.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5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chart" Target="../charts/chart22.xml"/><Relationship Id="rId1" Type="http://schemas.openxmlformats.org/officeDocument/2006/relationships/slideLayout" Target="../slideLayouts/slideLayout21.xml"/><Relationship Id="rId4" Type="http://schemas.openxmlformats.org/officeDocument/2006/relationships/image" Target="../media/image4.png"/></Relationships>
</file>

<file path=ppt/slides/_rels/slide53.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52.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54.xml.rels><?xml version="1.0" encoding="UTF-8" standalone="yes"?>
<Relationships xmlns="http://schemas.openxmlformats.org/package/2006/relationships"><Relationship Id="rId3" Type="http://schemas.openxmlformats.org/officeDocument/2006/relationships/chart" Target="../charts/chart24.xml"/><Relationship Id="rId2" Type="http://schemas.openxmlformats.org/officeDocument/2006/relationships/notesSlide" Target="../notesSlides/notesSlide53.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5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3" Type="http://schemas.microsoft.com/office/2018/10/relationships/comments" Target="../comments/modernComment_7FFFF433_8EE601CE.xml"/><Relationship Id="rId7" Type="http://schemas.openxmlformats.org/officeDocument/2006/relationships/image" Target="../media/image4.png"/><Relationship Id="rId2" Type="http://schemas.openxmlformats.org/officeDocument/2006/relationships/notesSlide" Target="../notesSlides/notesSlide54.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chart" Target="../charts/chart25.xml"/></Relationships>
</file>

<file path=ppt/slides/_rels/slide59.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chart" Target="../charts/chart2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6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2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6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5.xml"/><Relationship Id="rId1" Type="http://schemas.openxmlformats.org/officeDocument/2006/relationships/slideLayout" Target="../slideLayouts/slideLayout9.xml"/></Relationships>
</file>

<file path=ppt/slides/_rels/slide6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56.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63.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notesSlide" Target="../notesSlides/notesSlide57.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64.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notesSlide" Target="../notesSlides/notesSlide58.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65.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30.xml"/><Relationship Id="rId7" Type="http://schemas.openxmlformats.org/officeDocument/2006/relationships/chart" Target="../charts/chart33.xml"/><Relationship Id="rId2" Type="http://schemas.openxmlformats.org/officeDocument/2006/relationships/notesSlide" Target="../notesSlides/notesSlide59.xml"/><Relationship Id="rId1" Type="http://schemas.openxmlformats.org/officeDocument/2006/relationships/slideLayout" Target="../slideLayouts/slideLayout10.xml"/><Relationship Id="rId6" Type="http://schemas.openxmlformats.org/officeDocument/2006/relationships/chart" Target="../charts/chart32.xml"/><Relationship Id="rId5" Type="http://schemas.openxmlformats.org/officeDocument/2006/relationships/image" Target="../media/image13.png"/><Relationship Id="rId4" Type="http://schemas.openxmlformats.org/officeDocument/2006/relationships/chart" Target="../charts/chart31.xml"/><Relationship Id="rId9" Type="http://schemas.openxmlformats.org/officeDocument/2006/relationships/image" Target="../media/image4.png"/></Relationships>
</file>

<file path=ppt/slides/_rels/slide66.xml.rels><?xml version="1.0" encoding="UTF-8" standalone="yes"?>
<Relationships xmlns="http://schemas.openxmlformats.org/package/2006/relationships"><Relationship Id="rId3" Type="http://schemas.openxmlformats.org/officeDocument/2006/relationships/chart" Target="../charts/chart34.xml"/><Relationship Id="rId2" Type="http://schemas.openxmlformats.org/officeDocument/2006/relationships/notesSlide" Target="../notesSlides/notesSlide6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4.emf"/></Relationships>
</file>

<file path=ppt/slides/_rels/slide67.xml.rels><?xml version="1.0" encoding="UTF-8" standalone="yes"?>
<Relationships xmlns="http://schemas.openxmlformats.org/package/2006/relationships"><Relationship Id="rId3" Type="http://schemas.openxmlformats.org/officeDocument/2006/relationships/chart" Target="../charts/chart35.xml"/><Relationship Id="rId2" Type="http://schemas.openxmlformats.org/officeDocument/2006/relationships/notesSlide" Target="../notesSlides/notesSlide61.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6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62.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69.xml.rels><?xml version="1.0" encoding="UTF-8" standalone="yes"?>
<Relationships xmlns="http://schemas.openxmlformats.org/package/2006/relationships"><Relationship Id="rId3" Type="http://schemas.openxmlformats.org/officeDocument/2006/relationships/chart" Target="../charts/chart36.xml"/><Relationship Id="rId2" Type="http://schemas.openxmlformats.org/officeDocument/2006/relationships/notesSlide" Target="../notesSlides/notesSlide6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70.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notesSlide" Target="../notesSlides/notesSlide64.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71.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notesSlide" Target="../notesSlides/notesSlide6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72.xml.rels><?xml version="1.0" encoding="UTF-8" standalone="yes"?>
<Relationships xmlns="http://schemas.openxmlformats.org/package/2006/relationships"><Relationship Id="rId3" Type="http://schemas.openxmlformats.org/officeDocument/2006/relationships/chart" Target="../charts/chart39.xml"/><Relationship Id="rId2" Type="http://schemas.openxmlformats.org/officeDocument/2006/relationships/notesSlide" Target="../notesSlides/notesSlide6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73.xml.rels><?xml version="1.0" encoding="UTF-8" standalone="yes"?>
<Relationships xmlns="http://schemas.openxmlformats.org/package/2006/relationships"><Relationship Id="rId3" Type="http://schemas.openxmlformats.org/officeDocument/2006/relationships/chart" Target="../charts/chart40.xml"/><Relationship Id="rId2" Type="http://schemas.openxmlformats.org/officeDocument/2006/relationships/notesSlide" Target="../notesSlides/notesSlide6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74.xml.rels><?xml version="1.0" encoding="UTF-8" standalone="yes"?>
<Relationships xmlns="http://schemas.openxmlformats.org/package/2006/relationships"><Relationship Id="rId3" Type="http://schemas.openxmlformats.org/officeDocument/2006/relationships/chart" Target="../charts/chart41.xml"/><Relationship Id="rId2" Type="http://schemas.openxmlformats.org/officeDocument/2006/relationships/notesSlide" Target="../notesSlides/notesSlide68.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75.xml.rels><?xml version="1.0" encoding="UTF-8" standalone="yes"?>
<Relationships xmlns="http://schemas.openxmlformats.org/package/2006/relationships"><Relationship Id="rId3" Type="http://schemas.openxmlformats.org/officeDocument/2006/relationships/chart" Target="../charts/chart42.xml"/><Relationship Id="rId2" Type="http://schemas.openxmlformats.org/officeDocument/2006/relationships/notesSlide" Target="../notesSlides/notesSlide69.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76.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43.xml"/><Relationship Id="rId7" Type="http://schemas.openxmlformats.org/officeDocument/2006/relationships/chart" Target="../charts/chart46.xml"/><Relationship Id="rId2" Type="http://schemas.openxmlformats.org/officeDocument/2006/relationships/notesSlide" Target="../notesSlides/notesSlide70.xml"/><Relationship Id="rId1" Type="http://schemas.openxmlformats.org/officeDocument/2006/relationships/slideLayout" Target="../slideLayouts/slideLayout10.xml"/><Relationship Id="rId6" Type="http://schemas.openxmlformats.org/officeDocument/2006/relationships/chart" Target="../charts/chart45.xml"/><Relationship Id="rId5" Type="http://schemas.openxmlformats.org/officeDocument/2006/relationships/chart" Target="../charts/chart44.xml"/><Relationship Id="rId4" Type="http://schemas.openxmlformats.org/officeDocument/2006/relationships/image" Target="../media/image15.png"/><Relationship Id="rId9" Type="http://schemas.openxmlformats.org/officeDocument/2006/relationships/image" Target="../media/image4.png"/></Relationships>
</file>

<file path=ppt/slides/_rels/slide77.xml.rels><?xml version="1.0" encoding="UTF-8" standalone="yes"?>
<Relationships xmlns="http://schemas.openxmlformats.org/package/2006/relationships"><Relationship Id="rId3" Type="http://schemas.microsoft.com/office/2018/10/relationships/comments" Target="../comments/modernComment_7FFFF45E_EE8E2397.xml"/><Relationship Id="rId2" Type="http://schemas.openxmlformats.org/officeDocument/2006/relationships/notesSlide" Target="../notesSlides/notesSlide71.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47.xml"/></Relationships>
</file>

<file path=ppt/slides/_rels/slide7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2.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48.xml"/></Relationships>
</file>

<file path=ppt/slides/_rels/slide7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73.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8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chart" Target="../charts/chart49.xml"/><Relationship Id="rId1" Type="http://schemas.openxmlformats.org/officeDocument/2006/relationships/slideLayout" Target="../slideLayouts/slideLayout21.xml"/><Relationship Id="rId4" Type="http://schemas.openxmlformats.org/officeDocument/2006/relationships/image" Target="../media/image4.png"/></Relationships>
</file>

<file path=ppt/slides/_rels/slide81.xml.rels><?xml version="1.0" encoding="UTF-8" standalone="yes"?>
<Relationships xmlns="http://schemas.openxmlformats.org/package/2006/relationships"><Relationship Id="rId3" Type="http://schemas.openxmlformats.org/officeDocument/2006/relationships/chart" Target="../charts/chart50.xml"/><Relationship Id="rId2" Type="http://schemas.openxmlformats.org/officeDocument/2006/relationships/notesSlide" Target="../notesSlides/notesSlide74.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82.xml.rels><?xml version="1.0" encoding="UTF-8" standalone="yes"?>
<Relationships xmlns="http://schemas.openxmlformats.org/package/2006/relationships"><Relationship Id="rId3" Type="http://schemas.openxmlformats.org/officeDocument/2006/relationships/chart" Target="../charts/chart51.xml"/><Relationship Id="rId2" Type="http://schemas.openxmlformats.org/officeDocument/2006/relationships/notesSlide" Target="../notesSlides/notesSlide75.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8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8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8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86.xml.rels><?xml version="1.0" encoding="UTF-8" standalone="yes"?>
<Relationships xmlns="http://schemas.openxmlformats.org/package/2006/relationships"><Relationship Id="rId3" Type="http://schemas.microsoft.com/office/2018/10/relationships/comments" Target="../comments/modernComment_7FFFF467_773E7F93.xml"/><Relationship Id="rId7" Type="http://schemas.openxmlformats.org/officeDocument/2006/relationships/image" Target="../media/image4.png"/><Relationship Id="rId2" Type="http://schemas.openxmlformats.org/officeDocument/2006/relationships/notesSlide" Target="../notesSlides/notesSlide76.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chart" Target="../charts/chart52.xml"/></Relationships>
</file>

<file path=ppt/slides/_rels/slide87.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chart" Target="../charts/chart5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8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54.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8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7.xml"/><Relationship Id="rId1" Type="http://schemas.openxmlformats.org/officeDocument/2006/relationships/slideLayout" Target="../slideLayouts/slideLayout9.xml"/></Relationships>
</file>

<file path=ppt/slides/_rels/slide9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78.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91.xml.rels><?xml version="1.0" encoding="UTF-8" standalone="yes"?>
<Relationships xmlns="http://schemas.openxmlformats.org/package/2006/relationships"><Relationship Id="rId3" Type="http://schemas.openxmlformats.org/officeDocument/2006/relationships/chart" Target="../charts/chart55.xml"/><Relationship Id="rId2" Type="http://schemas.openxmlformats.org/officeDocument/2006/relationships/notesSlide" Target="../notesSlides/notesSlide79.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92.xml.rels><?xml version="1.0" encoding="UTF-8" standalone="yes"?>
<Relationships xmlns="http://schemas.openxmlformats.org/package/2006/relationships"><Relationship Id="rId3" Type="http://schemas.openxmlformats.org/officeDocument/2006/relationships/chart" Target="../charts/chart56.xml"/><Relationship Id="rId2" Type="http://schemas.openxmlformats.org/officeDocument/2006/relationships/notesSlide" Target="../notesSlides/notesSlide8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93.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57.xml"/><Relationship Id="rId7" Type="http://schemas.openxmlformats.org/officeDocument/2006/relationships/chart" Target="../charts/chart60.xml"/><Relationship Id="rId2" Type="http://schemas.openxmlformats.org/officeDocument/2006/relationships/notesSlide" Target="../notesSlides/notesSlide81.xml"/><Relationship Id="rId1" Type="http://schemas.openxmlformats.org/officeDocument/2006/relationships/slideLayout" Target="../slideLayouts/slideLayout10.xml"/><Relationship Id="rId6" Type="http://schemas.openxmlformats.org/officeDocument/2006/relationships/chart" Target="../charts/chart59.xml"/><Relationship Id="rId5" Type="http://schemas.openxmlformats.org/officeDocument/2006/relationships/image" Target="../media/image13.png"/><Relationship Id="rId4" Type="http://schemas.openxmlformats.org/officeDocument/2006/relationships/chart" Target="../charts/chart58.xml"/><Relationship Id="rId9" Type="http://schemas.openxmlformats.org/officeDocument/2006/relationships/image" Target="../media/image4.png"/></Relationships>
</file>

<file path=ppt/slides/_rels/slide94.xml.rels><?xml version="1.0" encoding="UTF-8" standalone="yes"?>
<Relationships xmlns="http://schemas.openxmlformats.org/package/2006/relationships"><Relationship Id="rId3" Type="http://schemas.openxmlformats.org/officeDocument/2006/relationships/chart" Target="../charts/chart61.xml"/><Relationship Id="rId2" Type="http://schemas.openxmlformats.org/officeDocument/2006/relationships/notesSlide" Target="../notesSlides/notesSlide82.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4.emf"/></Relationships>
</file>

<file path=ppt/slides/_rels/slide95.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notesSlide" Target="../notesSlides/notesSlide8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9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84.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97.xml.rels><?xml version="1.0" encoding="UTF-8" standalone="yes"?>
<Relationships xmlns="http://schemas.openxmlformats.org/package/2006/relationships"><Relationship Id="rId3" Type="http://schemas.openxmlformats.org/officeDocument/2006/relationships/chart" Target="../charts/chart63.xml"/><Relationship Id="rId2" Type="http://schemas.openxmlformats.org/officeDocument/2006/relationships/notesSlide" Target="../notesSlides/notesSlide8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98.xml.rels><?xml version="1.0" encoding="UTF-8" standalone="yes"?>
<Relationships xmlns="http://schemas.openxmlformats.org/package/2006/relationships"><Relationship Id="rId3" Type="http://schemas.openxmlformats.org/officeDocument/2006/relationships/chart" Target="../charts/chart64.xml"/><Relationship Id="rId2" Type="http://schemas.openxmlformats.org/officeDocument/2006/relationships/notesSlide" Target="../notesSlides/notesSlide8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99.xml.rels><?xml version="1.0" encoding="UTF-8" standalone="yes"?>
<Relationships xmlns="http://schemas.openxmlformats.org/package/2006/relationships"><Relationship Id="rId3" Type="http://schemas.openxmlformats.org/officeDocument/2006/relationships/chart" Target="../charts/chart65.xml"/><Relationship Id="rId2" Type="http://schemas.openxmlformats.org/officeDocument/2006/relationships/notesSlide" Target="../notesSlides/notesSlide8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00.xml.rels><?xml version="1.0" encoding="UTF-8" standalone="yes"?>
<Relationships xmlns="http://schemas.openxmlformats.org/package/2006/relationships"><Relationship Id="rId3" Type="http://schemas.openxmlformats.org/officeDocument/2006/relationships/chart" Target="../charts/chart66.xml"/><Relationship Id="rId2" Type="http://schemas.openxmlformats.org/officeDocument/2006/relationships/notesSlide" Target="../notesSlides/notesSlide88.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01.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notesSlide" Target="../notesSlides/notesSlide8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02.xml.rels><?xml version="1.0" encoding="UTF-8" standalone="yes"?>
<Relationships xmlns="http://schemas.openxmlformats.org/package/2006/relationships"><Relationship Id="rId3" Type="http://schemas.openxmlformats.org/officeDocument/2006/relationships/chart" Target="../charts/chart68.xml"/><Relationship Id="rId2" Type="http://schemas.openxmlformats.org/officeDocument/2006/relationships/notesSlide" Target="../notesSlides/notesSlide9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103.xml.rels><?xml version="1.0" encoding="UTF-8" standalone="yes"?>
<Relationships xmlns="http://schemas.openxmlformats.org/package/2006/relationships"><Relationship Id="rId3" Type="http://schemas.openxmlformats.org/officeDocument/2006/relationships/chart" Target="../charts/chart69.xml"/><Relationship Id="rId2" Type="http://schemas.openxmlformats.org/officeDocument/2006/relationships/notesSlide" Target="../notesSlides/notesSlide91.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104.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70.xml"/><Relationship Id="rId7" Type="http://schemas.openxmlformats.org/officeDocument/2006/relationships/chart" Target="../charts/chart73.xml"/><Relationship Id="rId2" Type="http://schemas.openxmlformats.org/officeDocument/2006/relationships/notesSlide" Target="../notesSlides/notesSlide92.xml"/><Relationship Id="rId1" Type="http://schemas.openxmlformats.org/officeDocument/2006/relationships/slideLayout" Target="../slideLayouts/slideLayout10.xml"/><Relationship Id="rId6" Type="http://schemas.openxmlformats.org/officeDocument/2006/relationships/chart" Target="../charts/chart72.xml"/><Relationship Id="rId5" Type="http://schemas.openxmlformats.org/officeDocument/2006/relationships/chart" Target="../charts/chart71.xml"/><Relationship Id="rId4" Type="http://schemas.openxmlformats.org/officeDocument/2006/relationships/image" Target="../media/image15.png"/><Relationship Id="rId9" Type="http://schemas.openxmlformats.org/officeDocument/2006/relationships/image" Target="../media/image4.png"/></Relationships>
</file>

<file path=ppt/slides/_rels/slide105.xml.rels><?xml version="1.0" encoding="UTF-8" standalone="yes"?>
<Relationships xmlns="http://schemas.openxmlformats.org/package/2006/relationships"><Relationship Id="rId3" Type="http://schemas.microsoft.com/office/2018/10/relationships/comments" Target="../comments/modernComment_7FFFF481_A4EA31F.xml"/><Relationship Id="rId2" Type="http://schemas.openxmlformats.org/officeDocument/2006/relationships/notesSlide" Target="../notesSlides/notesSlide93.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74.xml"/></Relationships>
</file>

<file path=ppt/slides/_rels/slide10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94.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75.xml"/></Relationships>
</file>

<file path=ppt/slides/_rels/slide10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95.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0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chart" Target="../charts/chart76.xml"/><Relationship Id="rId1" Type="http://schemas.openxmlformats.org/officeDocument/2006/relationships/slideLayout" Target="../slideLayouts/slideLayout21.xml"/><Relationship Id="rId4" Type="http://schemas.openxmlformats.org/officeDocument/2006/relationships/image" Target="../media/image4.png"/></Relationships>
</file>

<file path=ppt/slides/_rels/slide109.xml.rels><?xml version="1.0" encoding="UTF-8" standalone="yes"?>
<Relationships xmlns="http://schemas.openxmlformats.org/package/2006/relationships"><Relationship Id="rId3" Type="http://schemas.openxmlformats.org/officeDocument/2006/relationships/chart" Target="../charts/chart77.xml"/><Relationship Id="rId2" Type="http://schemas.openxmlformats.org/officeDocument/2006/relationships/notesSlide" Target="../notesSlides/notesSlide96.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110.xml.rels><?xml version="1.0" encoding="UTF-8" standalone="yes"?>
<Relationships xmlns="http://schemas.openxmlformats.org/package/2006/relationships"><Relationship Id="rId3" Type="http://schemas.openxmlformats.org/officeDocument/2006/relationships/chart" Target="../charts/chart78.xml"/><Relationship Id="rId2" Type="http://schemas.openxmlformats.org/officeDocument/2006/relationships/notesSlide" Target="../notesSlides/notesSlide97.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1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14.xml.rels><?xml version="1.0" encoding="UTF-8" standalone="yes"?>
<Relationships xmlns="http://schemas.openxmlformats.org/package/2006/relationships"><Relationship Id="rId3" Type="http://schemas.microsoft.com/office/2018/10/relationships/comments" Target="../comments/modernComment_7FFFF48A_2E1A856.xml"/><Relationship Id="rId7" Type="http://schemas.openxmlformats.org/officeDocument/2006/relationships/image" Target="../media/image4.png"/><Relationship Id="rId2" Type="http://schemas.openxmlformats.org/officeDocument/2006/relationships/notesSlide" Target="../notesSlides/notesSlide98.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chart" Target="../charts/chart79.xml"/></Relationships>
</file>

<file path=ppt/slides/_rels/slide115.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chart" Target="../charts/chart80.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1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81.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9.xml"/><Relationship Id="rId1" Type="http://schemas.openxmlformats.org/officeDocument/2006/relationships/slideLayout" Target="../slideLayouts/slideLayout9.xml"/></Relationships>
</file>

<file path=ppt/slides/_rels/slide11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0.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19.xml.rels><?xml version="1.0" encoding="UTF-8" standalone="yes"?>
<Relationships xmlns="http://schemas.openxmlformats.org/package/2006/relationships"><Relationship Id="rId3" Type="http://schemas.openxmlformats.org/officeDocument/2006/relationships/chart" Target="../charts/chart82.xml"/><Relationship Id="rId7" Type="http://schemas.openxmlformats.org/officeDocument/2006/relationships/image" Target="../media/image4.png"/><Relationship Id="rId2" Type="http://schemas.openxmlformats.org/officeDocument/2006/relationships/notesSlide" Target="../notesSlides/notesSlide101.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7.png"/><Relationship Id="rId4" Type="http://schemas.openxmlformats.org/officeDocument/2006/relationships/chart" Target="../charts/chart83.xml"/></Relationships>
</file>

<file path=ppt/slides/_rels/slide120.xml.rels><?xml version="1.0" encoding="UTF-8" standalone="yes"?>
<Relationships xmlns="http://schemas.openxmlformats.org/package/2006/relationships"><Relationship Id="rId3" Type="http://schemas.openxmlformats.org/officeDocument/2006/relationships/chart" Target="../charts/chart84.xml"/><Relationship Id="rId7" Type="http://schemas.openxmlformats.org/officeDocument/2006/relationships/image" Target="../media/image4.png"/><Relationship Id="rId2" Type="http://schemas.openxmlformats.org/officeDocument/2006/relationships/notesSlide" Target="../notesSlides/notesSlide102.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85.xml"/><Relationship Id="rId4" Type="http://schemas.openxmlformats.org/officeDocument/2006/relationships/image" Target="../media/image12.png"/></Relationships>
</file>

<file path=ppt/slides/_rels/slide121.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86.xml"/><Relationship Id="rId7" Type="http://schemas.openxmlformats.org/officeDocument/2006/relationships/chart" Target="../charts/chart89.xml"/><Relationship Id="rId2" Type="http://schemas.openxmlformats.org/officeDocument/2006/relationships/notesSlide" Target="../notesSlides/notesSlide103.xml"/><Relationship Id="rId1" Type="http://schemas.openxmlformats.org/officeDocument/2006/relationships/slideLayout" Target="../slideLayouts/slideLayout10.xml"/><Relationship Id="rId6" Type="http://schemas.openxmlformats.org/officeDocument/2006/relationships/chart" Target="../charts/chart88.xml"/><Relationship Id="rId5" Type="http://schemas.openxmlformats.org/officeDocument/2006/relationships/image" Target="../media/image13.png"/><Relationship Id="rId4" Type="http://schemas.openxmlformats.org/officeDocument/2006/relationships/chart" Target="../charts/chart87.xml"/><Relationship Id="rId9" Type="http://schemas.openxmlformats.org/officeDocument/2006/relationships/image" Target="../media/image4.png"/></Relationships>
</file>

<file path=ppt/slides/_rels/slide122.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90.xml"/><Relationship Id="rId7" Type="http://schemas.openxmlformats.org/officeDocument/2006/relationships/chart" Target="../charts/chart93.xml"/><Relationship Id="rId2" Type="http://schemas.openxmlformats.org/officeDocument/2006/relationships/notesSlide" Target="../notesSlides/notesSlide104.xml"/><Relationship Id="rId1" Type="http://schemas.openxmlformats.org/officeDocument/2006/relationships/slideLayout" Target="../slideLayouts/slideLayout10.xml"/><Relationship Id="rId6" Type="http://schemas.openxmlformats.org/officeDocument/2006/relationships/chart" Target="../charts/chart92.xml"/><Relationship Id="rId5" Type="http://schemas.openxmlformats.org/officeDocument/2006/relationships/image" Target="../media/image13.png"/><Relationship Id="rId4" Type="http://schemas.openxmlformats.org/officeDocument/2006/relationships/chart" Target="../charts/chart91.xml"/><Relationship Id="rId9" Type="http://schemas.openxmlformats.org/officeDocument/2006/relationships/image" Target="../media/image4.png"/></Relationships>
</file>

<file path=ppt/slides/_rels/slide123.xml.rels><?xml version="1.0" encoding="UTF-8" standalone="yes"?>
<Relationships xmlns="http://schemas.openxmlformats.org/package/2006/relationships"><Relationship Id="rId3" Type="http://schemas.openxmlformats.org/officeDocument/2006/relationships/chart" Target="../charts/chart94.xml"/><Relationship Id="rId7" Type="http://schemas.openxmlformats.org/officeDocument/2006/relationships/image" Target="../media/image4.png"/><Relationship Id="rId2" Type="http://schemas.openxmlformats.org/officeDocument/2006/relationships/notesSlide" Target="../notesSlides/notesSlide105.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4.emf"/><Relationship Id="rId4" Type="http://schemas.openxmlformats.org/officeDocument/2006/relationships/chart" Target="../charts/chart95.xml"/></Relationships>
</file>

<file path=ppt/slides/_rels/slide124.xml.rels><?xml version="1.0" encoding="UTF-8" standalone="yes"?>
<Relationships xmlns="http://schemas.openxmlformats.org/package/2006/relationships"><Relationship Id="rId3" Type="http://schemas.openxmlformats.org/officeDocument/2006/relationships/chart" Target="../charts/chart96.xml"/><Relationship Id="rId2" Type="http://schemas.openxmlformats.org/officeDocument/2006/relationships/notesSlide" Target="../notesSlides/notesSlide10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2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7.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26.xml.rels><?xml version="1.0" encoding="UTF-8" standalone="yes"?>
<Relationships xmlns="http://schemas.openxmlformats.org/package/2006/relationships"><Relationship Id="rId3" Type="http://schemas.openxmlformats.org/officeDocument/2006/relationships/chart" Target="../charts/chart97.xml"/><Relationship Id="rId2" Type="http://schemas.openxmlformats.org/officeDocument/2006/relationships/notesSlide" Target="../notesSlides/notesSlide108.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27.xml.rels><?xml version="1.0" encoding="UTF-8" standalone="yes"?>
<Relationships xmlns="http://schemas.openxmlformats.org/package/2006/relationships"><Relationship Id="rId3" Type="http://schemas.openxmlformats.org/officeDocument/2006/relationships/chart" Target="../charts/chart98.xml"/><Relationship Id="rId2" Type="http://schemas.openxmlformats.org/officeDocument/2006/relationships/notesSlide" Target="../notesSlides/notesSlide10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28.xml.rels><?xml version="1.0" encoding="UTF-8" standalone="yes"?>
<Relationships xmlns="http://schemas.openxmlformats.org/package/2006/relationships"><Relationship Id="rId3" Type="http://schemas.openxmlformats.org/officeDocument/2006/relationships/chart" Target="../charts/chart99.xml"/><Relationship Id="rId2" Type="http://schemas.openxmlformats.org/officeDocument/2006/relationships/notesSlide" Target="../notesSlides/notesSlide110.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29.xml.rels><?xml version="1.0" encoding="UTF-8" standalone="yes"?>
<Relationships xmlns="http://schemas.openxmlformats.org/package/2006/relationships"><Relationship Id="rId3" Type="http://schemas.openxmlformats.org/officeDocument/2006/relationships/chart" Target="../charts/chart100.xml"/><Relationship Id="rId2" Type="http://schemas.openxmlformats.org/officeDocument/2006/relationships/notesSlide" Target="../notesSlides/notesSlide111.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0.xml.rels><?xml version="1.0" encoding="UTF-8" standalone="yes"?>
<Relationships xmlns="http://schemas.openxmlformats.org/package/2006/relationships"><Relationship Id="rId3" Type="http://schemas.openxmlformats.org/officeDocument/2006/relationships/chart" Target="../charts/chart101.xml"/><Relationship Id="rId2" Type="http://schemas.openxmlformats.org/officeDocument/2006/relationships/notesSlide" Target="../notesSlides/notesSlide112.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1.xml.rels><?xml version="1.0" encoding="UTF-8" standalone="yes"?>
<Relationships xmlns="http://schemas.openxmlformats.org/package/2006/relationships"><Relationship Id="rId3" Type="http://schemas.openxmlformats.org/officeDocument/2006/relationships/chart" Target="../charts/chart102.xml"/><Relationship Id="rId2" Type="http://schemas.openxmlformats.org/officeDocument/2006/relationships/notesSlide" Target="../notesSlides/notesSlide11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14.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33.xml.rels><?xml version="1.0" encoding="UTF-8" standalone="yes"?>
<Relationships xmlns="http://schemas.openxmlformats.org/package/2006/relationships"><Relationship Id="rId3" Type="http://schemas.openxmlformats.org/officeDocument/2006/relationships/chart" Target="../charts/chart103.xml"/><Relationship Id="rId2" Type="http://schemas.openxmlformats.org/officeDocument/2006/relationships/notesSlide" Target="../notesSlides/notesSlide11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4.xml.rels><?xml version="1.0" encoding="UTF-8" standalone="yes"?>
<Relationships xmlns="http://schemas.openxmlformats.org/package/2006/relationships"><Relationship Id="rId3" Type="http://schemas.openxmlformats.org/officeDocument/2006/relationships/chart" Target="../charts/chart104.xml"/><Relationship Id="rId2" Type="http://schemas.openxmlformats.org/officeDocument/2006/relationships/notesSlide" Target="../notesSlides/notesSlide11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5.xml.rels><?xml version="1.0" encoding="UTF-8" standalone="yes"?>
<Relationships xmlns="http://schemas.openxmlformats.org/package/2006/relationships"><Relationship Id="rId3" Type="http://schemas.openxmlformats.org/officeDocument/2006/relationships/chart" Target="../charts/chart105.xml"/><Relationship Id="rId2" Type="http://schemas.openxmlformats.org/officeDocument/2006/relationships/notesSlide" Target="../notesSlides/notesSlide11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6.xml.rels><?xml version="1.0" encoding="UTF-8" standalone="yes"?>
<Relationships xmlns="http://schemas.openxmlformats.org/package/2006/relationships"><Relationship Id="rId3" Type="http://schemas.openxmlformats.org/officeDocument/2006/relationships/chart" Target="../charts/chart106.xml"/><Relationship Id="rId2" Type="http://schemas.openxmlformats.org/officeDocument/2006/relationships/notesSlide" Target="../notesSlides/notesSlide118.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7.xml.rels><?xml version="1.0" encoding="UTF-8" standalone="yes"?>
<Relationships xmlns="http://schemas.openxmlformats.org/package/2006/relationships"><Relationship Id="rId3" Type="http://schemas.openxmlformats.org/officeDocument/2006/relationships/chart" Target="../charts/chart107.xml"/><Relationship Id="rId2" Type="http://schemas.openxmlformats.org/officeDocument/2006/relationships/notesSlide" Target="../notesSlides/notesSlide11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8.xml.rels><?xml version="1.0" encoding="UTF-8" standalone="yes"?>
<Relationships xmlns="http://schemas.openxmlformats.org/package/2006/relationships"><Relationship Id="rId3" Type="http://schemas.openxmlformats.org/officeDocument/2006/relationships/chart" Target="../charts/chart108.xml"/><Relationship Id="rId7" Type="http://schemas.openxmlformats.org/officeDocument/2006/relationships/image" Target="../media/image4.png"/><Relationship Id="rId2" Type="http://schemas.openxmlformats.org/officeDocument/2006/relationships/notesSlide" Target="../notesSlides/notesSlide120.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09.xml"/><Relationship Id="rId4" Type="http://schemas.openxmlformats.org/officeDocument/2006/relationships/image" Target="../media/image15.png"/></Relationships>
</file>

<file path=ppt/slides/_rels/slide139.xml.rels><?xml version="1.0" encoding="UTF-8" standalone="yes"?>
<Relationships xmlns="http://schemas.openxmlformats.org/package/2006/relationships"><Relationship Id="rId3" Type="http://schemas.openxmlformats.org/officeDocument/2006/relationships/chart" Target="../charts/chart110.xml"/><Relationship Id="rId7" Type="http://schemas.openxmlformats.org/officeDocument/2006/relationships/image" Target="../media/image4.png"/><Relationship Id="rId2" Type="http://schemas.openxmlformats.org/officeDocument/2006/relationships/notesSlide" Target="../notesSlides/notesSlide121.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11.xml"/><Relationship Id="rId4" Type="http://schemas.openxmlformats.org/officeDocument/2006/relationships/image" Target="../media/image15.png"/></Relationships>
</file>

<file path=ppt/slides/_rels/slide140.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12.xml"/><Relationship Id="rId7" Type="http://schemas.openxmlformats.org/officeDocument/2006/relationships/chart" Target="../charts/chart115.xml"/><Relationship Id="rId2" Type="http://schemas.openxmlformats.org/officeDocument/2006/relationships/notesSlide" Target="../notesSlides/notesSlide122.xml"/><Relationship Id="rId1" Type="http://schemas.openxmlformats.org/officeDocument/2006/relationships/slideLayout" Target="../slideLayouts/slideLayout10.xml"/><Relationship Id="rId6" Type="http://schemas.openxmlformats.org/officeDocument/2006/relationships/chart" Target="../charts/chart114.xml"/><Relationship Id="rId5" Type="http://schemas.openxmlformats.org/officeDocument/2006/relationships/chart" Target="../charts/chart113.xml"/><Relationship Id="rId4" Type="http://schemas.openxmlformats.org/officeDocument/2006/relationships/image" Target="../media/image15.png"/><Relationship Id="rId9" Type="http://schemas.openxmlformats.org/officeDocument/2006/relationships/image" Target="../media/image4.png"/></Relationships>
</file>

<file path=ppt/slides/_rels/slide141.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16.xml"/><Relationship Id="rId7" Type="http://schemas.openxmlformats.org/officeDocument/2006/relationships/chart" Target="../charts/chart119.xml"/><Relationship Id="rId2" Type="http://schemas.openxmlformats.org/officeDocument/2006/relationships/notesSlide" Target="../notesSlides/notesSlide123.xml"/><Relationship Id="rId1" Type="http://schemas.openxmlformats.org/officeDocument/2006/relationships/slideLayout" Target="../slideLayouts/slideLayout10.xml"/><Relationship Id="rId6" Type="http://schemas.openxmlformats.org/officeDocument/2006/relationships/chart" Target="../charts/chart118.xml"/><Relationship Id="rId5" Type="http://schemas.openxmlformats.org/officeDocument/2006/relationships/chart" Target="../charts/chart117.xml"/><Relationship Id="rId4" Type="http://schemas.openxmlformats.org/officeDocument/2006/relationships/image" Target="../media/image15.png"/><Relationship Id="rId9" Type="http://schemas.openxmlformats.org/officeDocument/2006/relationships/image" Target="../media/image4.png"/></Relationships>
</file>

<file path=ppt/slides/_rels/slide142.xml.rels><?xml version="1.0" encoding="UTF-8" standalone="yes"?>
<Relationships xmlns="http://schemas.openxmlformats.org/package/2006/relationships"><Relationship Id="rId3" Type="http://schemas.openxmlformats.org/officeDocument/2006/relationships/image" Target="../media/image18.png"/><Relationship Id="rId7" Type="http://schemas.openxmlformats.org/officeDocument/2006/relationships/image" Target="../media/image4.png"/><Relationship Id="rId2" Type="http://schemas.openxmlformats.org/officeDocument/2006/relationships/notesSlide" Target="../notesSlides/notesSlide124.xml"/><Relationship Id="rId1" Type="http://schemas.openxmlformats.org/officeDocument/2006/relationships/slideLayout" Target="../slideLayouts/slideLayout21.xml"/><Relationship Id="rId6" Type="http://schemas.openxmlformats.org/officeDocument/2006/relationships/image" Target="../media/image10.png"/><Relationship Id="rId5" Type="http://schemas.openxmlformats.org/officeDocument/2006/relationships/chart" Target="../charts/chart121.xml"/><Relationship Id="rId4" Type="http://schemas.openxmlformats.org/officeDocument/2006/relationships/chart" Target="../charts/chart120.xml"/></Relationships>
</file>

<file path=ppt/slides/_rels/slide143.xml.rels><?xml version="1.0" encoding="UTF-8" standalone="yes"?>
<Relationships xmlns="http://schemas.openxmlformats.org/package/2006/relationships"><Relationship Id="rId3" Type="http://schemas.openxmlformats.org/officeDocument/2006/relationships/chart" Target="../charts/chart122.xml"/><Relationship Id="rId7" Type="http://schemas.openxmlformats.org/officeDocument/2006/relationships/image" Target="../media/image4.png"/><Relationship Id="rId2" Type="http://schemas.openxmlformats.org/officeDocument/2006/relationships/notesSlide" Target="../notesSlides/notesSlide125.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23.xml"/><Relationship Id="rId4" Type="http://schemas.openxmlformats.org/officeDocument/2006/relationships/image" Target="../media/image16.png"/></Relationships>
</file>

<file path=ppt/slides/_rels/slide14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6.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4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7.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46.xml.rels><?xml version="1.0" encoding="UTF-8" standalone="yes"?>
<Relationships xmlns="http://schemas.openxmlformats.org/package/2006/relationships"><Relationship Id="rId3" Type="http://schemas.openxmlformats.org/officeDocument/2006/relationships/chart" Target="../charts/chart125.xml"/><Relationship Id="rId2" Type="http://schemas.openxmlformats.org/officeDocument/2006/relationships/chart" Target="../charts/chart124.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9.png"/></Relationships>
</file>

<file path=ppt/slides/_rels/slide147.xml.rels><?xml version="1.0" encoding="UTF-8" standalone="yes"?>
<Relationships xmlns="http://schemas.openxmlformats.org/package/2006/relationships"><Relationship Id="rId3" Type="http://schemas.openxmlformats.org/officeDocument/2006/relationships/chart" Target="../charts/chart126.xml"/><Relationship Id="rId2" Type="http://schemas.openxmlformats.org/officeDocument/2006/relationships/notesSlide" Target="../notesSlides/notesSlide128.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127.xml"/></Relationships>
</file>

<file path=ppt/slides/_rels/slide148.xml.rels><?xml version="1.0" encoding="UTF-8" standalone="yes"?>
<Relationships xmlns="http://schemas.openxmlformats.org/package/2006/relationships"><Relationship Id="rId3" Type="http://schemas.openxmlformats.org/officeDocument/2006/relationships/chart" Target="../charts/chart128.xml"/><Relationship Id="rId2" Type="http://schemas.openxmlformats.org/officeDocument/2006/relationships/notesSlide" Target="../notesSlides/notesSlide129.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129.xml"/></Relationships>
</file>

<file path=ppt/slides/_rels/slide14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5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5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52.xml.rels><?xml version="1.0" encoding="UTF-8" standalone="yes"?>
<Relationships xmlns="http://schemas.openxmlformats.org/package/2006/relationships"><Relationship Id="rId3" Type="http://schemas.openxmlformats.org/officeDocument/2006/relationships/chart" Target="../charts/chart130.xml"/><Relationship Id="rId7" Type="http://schemas.openxmlformats.org/officeDocument/2006/relationships/image" Target="../media/image4.png"/><Relationship Id="rId2" Type="http://schemas.openxmlformats.org/officeDocument/2006/relationships/notesSlide" Target="../notesSlides/notesSlide130.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31.xml"/><Relationship Id="rId4" Type="http://schemas.openxmlformats.org/officeDocument/2006/relationships/image" Target="../media/image12.png"/></Relationships>
</file>

<file path=ppt/slides/_rels/slide153.xml.rels><?xml version="1.0" encoding="UTF-8" standalone="yes"?>
<Relationships xmlns="http://schemas.openxmlformats.org/package/2006/relationships"><Relationship Id="rId3" Type="http://schemas.openxmlformats.org/officeDocument/2006/relationships/chart" Target="../charts/chart132.xml"/><Relationship Id="rId7" Type="http://schemas.openxmlformats.org/officeDocument/2006/relationships/image" Target="../media/image4.png"/><Relationship Id="rId2" Type="http://schemas.openxmlformats.org/officeDocument/2006/relationships/notesSlide" Target="../notesSlides/notesSlide131.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4.emf"/><Relationship Id="rId4" Type="http://schemas.openxmlformats.org/officeDocument/2006/relationships/chart" Target="../charts/chart133.xml"/></Relationships>
</file>

<file path=ppt/slides/_rels/slide154.xml.rels><?xml version="1.0" encoding="UTF-8" standalone="yes"?>
<Relationships xmlns="http://schemas.openxmlformats.org/package/2006/relationships"><Relationship Id="rId3" Type="http://schemas.openxmlformats.org/officeDocument/2006/relationships/chart" Target="../charts/chart134.xml"/><Relationship Id="rId7" Type="http://schemas.openxmlformats.org/officeDocument/2006/relationships/image" Target="../media/image4.png"/><Relationship Id="rId2" Type="http://schemas.openxmlformats.org/officeDocument/2006/relationships/notesSlide" Target="../notesSlides/notesSlide132.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35.xml"/><Relationship Id="rId4" Type="http://schemas.openxmlformats.org/officeDocument/2006/relationships/image" Target="../media/image15.png"/></Relationships>
</file>

<file path=ppt/slides/_rels/slide15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3.xml"/><Relationship Id="rId1" Type="http://schemas.openxmlformats.org/officeDocument/2006/relationships/slideLayout" Target="../slideLayouts/slideLayout9.xml"/></Relationships>
</file>

<file path=ppt/slides/_rels/slide15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34.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57.xml.rels><?xml version="1.0" encoding="UTF-8" standalone="yes"?>
<Relationships xmlns="http://schemas.openxmlformats.org/package/2006/relationships"><Relationship Id="rId3" Type="http://schemas.openxmlformats.org/officeDocument/2006/relationships/chart" Target="../charts/chart136.xml"/><Relationship Id="rId7" Type="http://schemas.openxmlformats.org/officeDocument/2006/relationships/image" Target="../media/image4.png"/><Relationship Id="rId2" Type="http://schemas.openxmlformats.org/officeDocument/2006/relationships/notesSlide" Target="../notesSlides/notesSlide135.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7.png"/><Relationship Id="rId4" Type="http://schemas.openxmlformats.org/officeDocument/2006/relationships/chart" Target="../charts/chart137.xml"/></Relationships>
</file>

<file path=ppt/slides/_rels/slide158.xml.rels><?xml version="1.0" encoding="UTF-8" standalone="yes"?>
<Relationships xmlns="http://schemas.openxmlformats.org/package/2006/relationships"><Relationship Id="rId3" Type="http://schemas.openxmlformats.org/officeDocument/2006/relationships/chart" Target="../charts/chart138.xml"/><Relationship Id="rId7" Type="http://schemas.openxmlformats.org/officeDocument/2006/relationships/image" Target="../media/image4.png"/><Relationship Id="rId2" Type="http://schemas.openxmlformats.org/officeDocument/2006/relationships/notesSlide" Target="../notesSlides/notesSlide136.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39.xml"/><Relationship Id="rId4" Type="http://schemas.openxmlformats.org/officeDocument/2006/relationships/image" Target="../media/image12.png"/></Relationships>
</file>

<file path=ppt/slides/_rels/slide159.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40.xml"/><Relationship Id="rId7" Type="http://schemas.openxmlformats.org/officeDocument/2006/relationships/chart" Target="../charts/chart143.xml"/><Relationship Id="rId2" Type="http://schemas.openxmlformats.org/officeDocument/2006/relationships/notesSlide" Target="../notesSlides/notesSlide137.xml"/><Relationship Id="rId1" Type="http://schemas.openxmlformats.org/officeDocument/2006/relationships/slideLayout" Target="../slideLayouts/slideLayout10.xml"/><Relationship Id="rId6" Type="http://schemas.openxmlformats.org/officeDocument/2006/relationships/chart" Target="../charts/chart142.xml"/><Relationship Id="rId5" Type="http://schemas.openxmlformats.org/officeDocument/2006/relationships/image" Target="../media/image13.png"/><Relationship Id="rId4" Type="http://schemas.openxmlformats.org/officeDocument/2006/relationships/chart" Target="../charts/chart141.xml"/><Relationship Id="rId9" Type="http://schemas.openxmlformats.org/officeDocument/2006/relationships/image" Target="../media/image4.png"/></Relationships>
</file>

<file path=ppt/slides/_rels/slide160.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44.xml"/><Relationship Id="rId7" Type="http://schemas.openxmlformats.org/officeDocument/2006/relationships/chart" Target="../charts/chart147.xml"/><Relationship Id="rId2" Type="http://schemas.openxmlformats.org/officeDocument/2006/relationships/notesSlide" Target="../notesSlides/notesSlide138.xml"/><Relationship Id="rId1" Type="http://schemas.openxmlformats.org/officeDocument/2006/relationships/slideLayout" Target="../slideLayouts/slideLayout10.xml"/><Relationship Id="rId6" Type="http://schemas.openxmlformats.org/officeDocument/2006/relationships/chart" Target="../charts/chart146.xml"/><Relationship Id="rId5" Type="http://schemas.openxmlformats.org/officeDocument/2006/relationships/image" Target="../media/image13.png"/><Relationship Id="rId4" Type="http://schemas.openxmlformats.org/officeDocument/2006/relationships/chart" Target="../charts/chart145.xml"/><Relationship Id="rId9" Type="http://schemas.openxmlformats.org/officeDocument/2006/relationships/image" Target="../media/image4.png"/></Relationships>
</file>

<file path=ppt/slides/_rels/slide161.xml.rels><?xml version="1.0" encoding="UTF-8" standalone="yes"?>
<Relationships xmlns="http://schemas.openxmlformats.org/package/2006/relationships"><Relationship Id="rId3" Type="http://schemas.openxmlformats.org/officeDocument/2006/relationships/chart" Target="../charts/chart148.xml"/><Relationship Id="rId7" Type="http://schemas.openxmlformats.org/officeDocument/2006/relationships/image" Target="../media/image4.png"/><Relationship Id="rId2" Type="http://schemas.openxmlformats.org/officeDocument/2006/relationships/notesSlide" Target="../notesSlides/notesSlide139.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4.emf"/><Relationship Id="rId4" Type="http://schemas.openxmlformats.org/officeDocument/2006/relationships/chart" Target="../charts/chart149.xml"/></Relationships>
</file>

<file path=ppt/slides/_rels/slide162.xml.rels><?xml version="1.0" encoding="UTF-8" standalone="yes"?>
<Relationships xmlns="http://schemas.openxmlformats.org/package/2006/relationships"><Relationship Id="rId3" Type="http://schemas.openxmlformats.org/officeDocument/2006/relationships/chart" Target="../charts/chart150.xml"/><Relationship Id="rId2" Type="http://schemas.openxmlformats.org/officeDocument/2006/relationships/notesSlide" Target="../notesSlides/notesSlide140.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41.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64.xml.rels><?xml version="1.0" encoding="UTF-8" standalone="yes"?>
<Relationships xmlns="http://schemas.openxmlformats.org/package/2006/relationships"><Relationship Id="rId3" Type="http://schemas.openxmlformats.org/officeDocument/2006/relationships/chart" Target="../charts/chart151.xml"/><Relationship Id="rId2" Type="http://schemas.openxmlformats.org/officeDocument/2006/relationships/notesSlide" Target="../notesSlides/notesSlide142.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5.xml.rels><?xml version="1.0" encoding="UTF-8" standalone="yes"?>
<Relationships xmlns="http://schemas.openxmlformats.org/package/2006/relationships"><Relationship Id="rId3" Type="http://schemas.openxmlformats.org/officeDocument/2006/relationships/chart" Target="../charts/chart152.xml"/><Relationship Id="rId2" Type="http://schemas.openxmlformats.org/officeDocument/2006/relationships/notesSlide" Target="../notesSlides/notesSlide14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6.xml.rels><?xml version="1.0" encoding="UTF-8" standalone="yes"?>
<Relationships xmlns="http://schemas.openxmlformats.org/package/2006/relationships"><Relationship Id="rId3" Type="http://schemas.openxmlformats.org/officeDocument/2006/relationships/chart" Target="../charts/chart153.xml"/><Relationship Id="rId2" Type="http://schemas.openxmlformats.org/officeDocument/2006/relationships/notesSlide" Target="../notesSlides/notesSlide144.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7.xml.rels><?xml version="1.0" encoding="UTF-8" standalone="yes"?>
<Relationships xmlns="http://schemas.openxmlformats.org/package/2006/relationships"><Relationship Id="rId3" Type="http://schemas.openxmlformats.org/officeDocument/2006/relationships/chart" Target="../charts/chart154.xml"/><Relationship Id="rId2" Type="http://schemas.openxmlformats.org/officeDocument/2006/relationships/notesSlide" Target="../notesSlides/notesSlide14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8.xml.rels><?xml version="1.0" encoding="UTF-8" standalone="yes"?>
<Relationships xmlns="http://schemas.openxmlformats.org/package/2006/relationships"><Relationship Id="rId3" Type="http://schemas.openxmlformats.org/officeDocument/2006/relationships/chart" Target="../charts/chart155.xml"/><Relationship Id="rId2" Type="http://schemas.openxmlformats.org/officeDocument/2006/relationships/notesSlide" Target="../notesSlides/notesSlide14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9.xml.rels><?xml version="1.0" encoding="UTF-8" standalone="yes"?>
<Relationships xmlns="http://schemas.openxmlformats.org/package/2006/relationships"><Relationship Id="rId3" Type="http://schemas.openxmlformats.org/officeDocument/2006/relationships/chart" Target="../charts/chart156.xml"/><Relationship Id="rId2" Type="http://schemas.openxmlformats.org/officeDocument/2006/relationships/notesSlide" Target="../notesSlides/notesSlide14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48.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71.xml.rels><?xml version="1.0" encoding="UTF-8" standalone="yes"?>
<Relationships xmlns="http://schemas.openxmlformats.org/package/2006/relationships"><Relationship Id="rId3" Type="http://schemas.openxmlformats.org/officeDocument/2006/relationships/chart" Target="../charts/chart157.xml"/><Relationship Id="rId2" Type="http://schemas.openxmlformats.org/officeDocument/2006/relationships/notesSlide" Target="../notesSlides/notesSlide14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2.xml.rels><?xml version="1.0" encoding="UTF-8" standalone="yes"?>
<Relationships xmlns="http://schemas.openxmlformats.org/package/2006/relationships"><Relationship Id="rId3" Type="http://schemas.openxmlformats.org/officeDocument/2006/relationships/chart" Target="../charts/chart158.xml"/><Relationship Id="rId2" Type="http://schemas.openxmlformats.org/officeDocument/2006/relationships/notesSlide" Target="../notesSlides/notesSlide150.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3.xml.rels><?xml version="1.0" encoding="UTF-8" standalone="yes"?>
<Relationships xmlns="http://schemas.openxmlformats.org/package/2006/relationships"><Relationship Id="rId3" Type="http://schemas.openxmlformats.org/officeDocument/2006/relationships/chart" Target="../charts/chart159.xml"/><Relationship Id="rId2" Type="http://schemas.openxmlformats.org/officeDocument/2006/relationships/notesSlide" Target="../notesSlides/notesSlide151.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4.xml.rels><?xml version="1.0" encoding="UTF-8" standalone="yes"?>
<Relationships xmlns="http://schemas.openxmlformats.org/package/2006/relationships"><Relationship Id="rId3" Type="http://schemas.openxmlformats.org/officeDocument/2006/relationships/chart" Target="../charts/chart160.xml"/><Relationship Id="rId2" Type="http://schemas.openxmlformats.org/officeDocument/2006/relationships/notesSlide" Target="../notesSlides/notesSlide152.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5.xml.rels><?xml version="1.0" encoding="UTF-8" standalone="yes"?>
<Relationships xmlns="http://schemas.openxmlformats.org/package/2006/relationships"><Relationship Id="rId3" Type="http://schemas.openxmlformats.org/officeDocument/2006/relationships/chart" Target="../charts/chart161.xml"/><Relationship Id="rId2" Type="http://schemas.openxmlformats.org/officeDocument/2006/relationships/notesSlide" Target="../notesSlides/notesSlide15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6.xml.rels><?xml version="1.0" encoding="UTF-8" standalone="yes"?>
<Relationships xmlns="http://schemas.openxmlformats.org/package/2006/relationships"><Relationship Id="rId3" Type="http://schemas.openxmlformats.org/officeDocument/2006/relationships/chart" Target="../charts/chart162.xml"/><Relationship Id="rId7" Type="http://schemas.openxmlformats.org/officeDocument/2006/relationships/image" Target="../media/image4.png"/><Relationship Id="rId2" Type="http://schemas.openxmlformats.org/officeDocument/2006/relationships/notesSlide" Target="../notesSlides/notesSlide154.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63.xml"/><Relationship Id="rId4" Type="http://schemas.openxmlformats.org/officeDocument/2006/relationships/image" Target="../media/image15.png"/></Relationships>
</file>

<file path=ppt/slides/_rels/slide177.xml.rels><?xml version="1.0" encoding="UTF-8" standalone="yes"?>
<Relationships xmlns="http://schemas.openxmlformats.org/package/2006/relationships"><Relationship Id="rId3" Type="http://schemas.openxmlformats.org/officeDocument/2006/relationships/chart" Target="../charts/chart164.xml"/><Relationship Id="rId7" Type="http://schemas.openxmlformats.org/officeDocument/2006/relationships/image" Target="../media/image4.png"/><Relationship Id="rId2" Type="http://schemas.openxmlformats.org/officeDocument/2006/relationships/notesSlide" Target="../notesSlides/notesSlide155.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65.xml"/><Relationship Id="rId4" Type="http://schemas.openxmlformats.org/officeDocument/2006/relationships/image" Target="../media/image15.png"/></Relationships>
</file>

<file path=ppt/slides/_rels/slide178.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66.xml"/><Relationship Id="rId7" Type="http://schemas.openxmlformats.org/officeDocument/2006/relationships/chart" Target="../charts/chart169.xml"/><Relationship Id="rId2" Type="http://schemas.openxmlformats.org/officeDocument/2006/relationships/notesSlide" Target="../notesSlides/notesSlide156.xml"/><Relationship Id="rId1" Type="http://schemas.openxmlformats.org/officeDocument/2006/relationships/slideLayout" Target="../slideLayouts/slideLayout10.xml"/><Relationship Id="rId6" Type="http://schemas.openxmlformats.org/officeDocument/2006/relationships/chart" Target="../charts/chart168.xml"/><Relationship Id="rId5" Type="http://schemas.openxmlformats.org/officeDocument/2006/relationships/chart" Target="../charts/chart167.xml"/><Relationship Id="rId4" Type="http://schemas.openxmlformats.org/officeDocument/2006/relationships/image" Target="../media/image15.png"/><Relationship Id="rId9" Type="http://schemas.openxmlformats.org/officeDocument/2006/relationships/image" Target="../media/image4.png"/></Relationships>
</file>

<file path=ppt/slides/_rels/slide179.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70.xml"/><Relationship Id="rId7" Type="http://schemas.openxmlformats.org/officeDocument/2006/relationships/chart" Target="../charts/chart173.xml"/><Relationship Id="rId2" Type="http://schemas.openxmlformats.org/officeDocument/2006/relationships/notesSlide" Target="../notesSlides/notesSlide157.xml"/><Relationship Id="rId1" Type="http://schemas.openxmlformats.org/officeDocument/2006/relationships/slideLayout" Target="../slideLayouts/slideLayout10.xml"/><Relationship Id="rId6" Type="http://schemas.openxmlformats.org/officeDocument/2006/relationships/chart" Target="../charts/chart172.xml"/><Relationship Id="rId5" Type="http://schemas.openxmlformats.org/officeDocument/2006/relationships/chart" Target="../charts/chart171.xml"/><Relationship Id="rId4" Type="http://schemas.openxmlformats.org/officeDocument/2006/relationships/image" Target="../media/image15.png"/><Relationship Id="rId9" Type="http://schemas.openxmlformats.org/officeDocument/2006/relationships/image" Target="../media/image4.png"/></Relationships>
</file>

<file path=ppt/slides/_rels/slide180.xml.rels><?xml version="1.0" encoding="UTF-8" standalone="yes"?>
<Relationships xmlns="http://schemas.openxmlformats.org/package/2006/relationships"><Relationship Id="rId3" Type="http://schemas.openxmlformats.org/officeDocument/2006/relationships/image" Target="../media/image18.png"/><Relationship Id="rId7" Type="http://schemas.openxmlformats.org/officeDocument/2006/relationships/image" Target="../media/image4.png"/><Relationship Id="rId2" Type="http://schemas.openxmlformats.org/officeDocument/2006/relationships/notesSlide" Target="../notesSlides/notesSlide158.xml"/><Relationship Id="rId1" Type="http://schemas.openxmlformats.org/officeDocument/2006/relationships/slideLayout" Target="../slideLayouts/slideLayout21.xml"/><Relationship Id="rId6" Type="http://schemas.openxmlformats.org/officeDocument/2006/relationships/image" Target="../media/image10.png"/><Relationship Id="rId5" Type="http://schemas.openxmlformats.org/officeDocument/2006/relationships/chart" Target="../charts/chart175.xml"/><Relationship Id="rId4" Type="http://schemas.openxmlformats.org/officeDocument/2006/relationships/chart" Target="../charts/chart174.xml"/></Relationships>
</file>

<file path=ppt/slides/_rels/slide181.xml.rels><?xml version="1.0" encoding="UTF-8" standalone="yes"?>
<Relationships xmlns="http://schemas.openxmlformats.org/package/2006/relationships"><Relationship Id="rId3" Type="http://schemas.openxmlformats.org/officeDocument/2006/relationships/chart" Target="../charts/chart176.xml"/><Relationship Id="rId7" Type="http://schemas.openxmlformats.org/officeDocument/2006/relationships/image" Target="../media/image4.png"/><Relationship Id="rId2" Type="http://schemas.openxmlformats.org/officeDocument/2006/relationships/notesSlide" Target="../notesSlides/notesSlide159.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77.xml"/><Relationship Id="rId4" Type="http://schemas.openxmlformats.org/officeDocument/2006/relationships/image" Target="../media/image16.png"/></Relationships>
</file>

<file path=ppt/slides/_rels/slide18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0.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8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1.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84.xml.rels><?xml version="1.0" encoding="UTF-8" standalone="yes"?>
<Relationships xmlns="http://schemas.openxmlformats.org/package/2006/relationships"><Relationship Id="rId3" Type="http://schemas.openxmlformats.org/officeDocument/2006/relationships/chart" Target="../charts/chart179.xml"/><Relationship Id="rId2" Type="http://schemas.openxmlformats.org/officeDocument/2006/relationships/chart" Target="../charts/chart178.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9.png"/></Relationships>
</file>

<file path=ppt/slides/_rels/slide185.xml.rels><?xml version="1.0" encoding="UTF-8" standalone="yes"?>
<Relationships xmlns="http://schemas.openxmlformats.org/package/2006/relationships"><Relationship Id="rId3" Type="http://schemas.openxmlformats.org/officeDocument/2006/relationships/chart" Target="../charts/chart180.xml"/><Relationship Id="rId2" Type="http://schemas.openxmlformats.org/officeDocument/2006/relationships/notesSlide" Target="../notesSlides/notesSlide162.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181.xml"/></Relationships>
</file>

<file path=ppt/slides/_rels/slide186.xml.rels><?xml version="1.0" encoding="UTF-8" standalone="yes"?>
<Relationships xmlns="http://schemas.openxmlformats.org/package/2006/relationships"><Relationship Id="rId3" Type="http://schemas.openxmlformats.org/officeDocument/2006/relationships/chart" Target="../charts/chart182.xml"/><Relationship Id="rId2" Type="http://schemas.openxmlformats.org/officeDocument/2006/relationships/notesSlide" Target="../notesSlides/notesSlide163.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183.xml"/></Relationships>
</file>

<file path=ppt/slides/_rels/slide18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8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8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90.xml.rels><?xml version="1.0" encoding="UTF-8" standalone="yes"?>
<Relationships xmlns="http://schemas.openxmlformats.org/package/2006/relationships"><Relationship Id="rId3" Type="http://schemas.openxmlformats.org/officeDocument/2006/relationships/chart" Target="../charts/chart184.xml"/><Relationship Id="rId7" Type="http://schemas.openxmlformats.org/officeDocument/2006/relationships/image" Target="../media/image4.png"/><Relationship Id="rId2" Type="http://schemas.openxmlformats.org/officeDocument/2006/relationships/notesSlide" Target="../notesSlides/notesSlide164.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85.xml"/><Relationship Id="rId4" Type="http://schemas.openxmlformats.org/officeDocument/2006/relationships/image" Target="../media/image12.png"/></Relationships>
</file>

<file path=ppt/slides/_rels/slide191.xml.rels><?xml version="1.0" encoding="UTF-8" standalone="yes"?>
<Relationships xmlns="http://schemas.openxmlformats.org/package/2006/relationships"><Relationship Id="rId3" Type="http://schemas.openxmlformats.org/officeDocument/2006/relationships/chart" Target="../charts/chart186.xml"/><Relationship Id="rId7" Type="http://schemas.openxmlformats.org/officeDocument/2006/relationships/image" Target="../media/image4.png"/><Relationship Id="rId2" Type="http://schemas.openxmlformats.org/officeDocument/2006/relationships/notesSlide" Target="../notesSlides/notesSlide165.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4.emf"/><Relationship Id="rId4" Type="http://schemas.openxmlformats.org/officeDocument/2006/relationships/chart" Target="../charts/chart187.xml"/></Relationships>
</file>

<file path=ppt/slides/_rels/slide192.xml.rels><?xml version="1.0" encoding="UTF-8" standalone="yes"?>
<Relationships xmlns="http://schemas.openxmlformats.org/package/2006/relationships"><Relationship Id="rId3" Type="http://schemas.openxmlformats.org/officeDocument/2006/relationships/chart" Target="../charts/chart188.xml"/><Relationship Id="rId7" Type="http://schemas.openxmlformats.org/officeDocument/2006/relationships/image" Target="../media/image4.png"/><Relationship Id="rId2" Type="http://schemas.openxmlformats.org/officeDocument/2006/relationships/notesSlide" Target="../notesSlides/notesSlide166.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89.xml"/><Relationship Id="rId4" Type="http://schemas.openxmlformats.org/officeDocument/2006/relationships/image" Target="../media/image15.png"/></Relationships>
</file>

<file path=ppt/slides/_rels/slide19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67.xml"/><Relationship Id="rId1" Type="http://schemas.openxmlformats.org/officeDocument/2006/relationships/slideLayout" Target="../slideLayouts/slideLayout9.xml"/></Relationships>
</file>

<file path=ppt/slides/_rels/slide19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8.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95.xml.rels><?xml version="1.0" encoding="UTF-8" standalone="yes"?>
<Relationships xmlns="http://schemas.openxmlformats.org/package/2006/relationships"><Relationship Id="rId3" Type="http://schemas.openxmlformats.org/officeDocument/2006/relationships/chart" Target="../charts/chart190.xml"/><Relationship Id="rId2" Type="http://schemas.openxmlformats.org/officeDocument/2006/relationships/notesSlide" Target="../notesSlides/notesSlide169.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196.xml.rels><?xml version="1.0" encoding="UTF-8" standalone="yes"?>
<Relationships xmlns="http://schemas.openxmlformats.org/package/2006/relationships"><Relationship Id="rId3" Type="http://schemas.openxmlformats.org/officeDocument/2006/relationships/chart" Target="../charts/chart191.xml"/><Relationship Id="rId2" Type="http://schemas.openxmlformats.org/officeDocument/2006/relationships/notesSlide" Target="../notesSlides/notesSlide17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197.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92.xml"/><Relationship Id="rId7" Type="http://schemas.openxmlformats.org/officeDocument/2006/relationships/chart" Target="../charts/chart195.xml"/><Relationship Id="rId2" Type="http://schemas.openxmlformats.org/officeDocument/2006/relationships/notesSlide" Target="../notesSlides/notesSlide171.xml"/><Relationship Id="rId1" Type="http://schemas.openxmlformats.org/officeDocument/2006/relationships/slideLayout" Target="../slideLayouts/slideLayout10.xml"/><Relationship Id="rId6" Type="http://schemas.openxmlformats.org/officeDocument/2006/relationships/chart" Target="../charts/chart194.xml"/><Relationship Id="rId5" Type="http://schemas.openxmlformats.org/officeDocument/2006/relationships/image" Target="../media/image13.png"/><Relationship Id="rId4" Type="http://schemas.openxmlformats.org/officeDocument/2006/relationships/chart" Target="../charts/chart193.xml"/><Relationship Id="rId9" Type="http://schemas.openxmlformats.org/officeDocument/2006/relationships/image" Target="../media/image4.png"/></Relationships>
</file>

<file path=ppt/slides/_rels/slide198.xml.rels><?xml version="1.0" encoding="UTF-8" standalone="yes"?>
<Relationships xmlns="http://schemas.openxmlformats.org/package/2006/relationships"><Relationship Id="rId3" Type="http://schemas.openxmlformats.org/officeDocument/2006/relationships/chart" Target="../charts/chart196.xml"/><Relationship Id="rId2" Type="http://schemas.openxmlformats.org/officeDocument/2006/relationships/notesSlide" Target="../notesSlides/notesSlide172.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4.emf"/></Relationships>
</file>

<file path=ppt/slides/_rels/slide199.xml.rels><?xml version="1.0" encoding="UTF-8" standalone="yes"?>
<Relationships xmlns="http://schemas.openxmlformats.org/package/2006/relationships"><Relationship Id="rId3" Type="http://schemas.openxmlformats.org/officeDocument/2006/relationships/chart" Target="../charts/chart197.xml"/><Relationship Id="rId2" Type="http://schemas.openxmlformats.org/officeDocument/2006/relationships/notesSlide" Target="../notesSlides/notesSlide17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74.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01.xml.rels><?xml version="1.0" encoding="UTF-8" standalone="yes"?>
<Relationships xmlns="http://schemas.openxmlformats.org/package/2006/relationships"><Relationship Id="rId3" Type="http://schemas.openxmlformats.org/officeDocument/2006/relationships/chart" Target="../charts/chart198.xml"/><Relationship Id="rId2" Type="http://schemas.openxmlformats.org/officeDocument/2006/relationships/notesSlide" Target="../notesSlides/notesSlide17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2.xml.rels><?xml version="1.0" encoding="UTF-8" standalone="yes"?>
<Relationships xmlns="http://schemas.openxmlformats.org/package/2006/relationships"><Relationship Id="rId3" Type="http://schemas.openxmlformats.org/officeDocument/2006/relationships/chart" Target="../charts/chart199.xml"/><Relationship Id="rId2" Type="http://schemas.openxmlformats.org/officeDocument/2006/relationships/notesSlide" Target="../notesSlides/notesSlide17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3.xml.rels><?xml version="1.0" encoding="UTF-8" standalone="yes"?>
<Relationships xmlns="http://schemas.openxmlformats.org/package/2006/relationships"><Relationship Id="rId3" Type="http://schemas.openxmlformats.org/officeDocument/2006/relationships/chart" Target="../charts/chart200.xml"/><Relationship Id="rId2" Type="http://schemas.openxmlformats.org/officeDocument/2006/relationships/notesSlide" Target="../notesSlides/notesSlide17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4.xml.rels><?xml version="1.0" encoding="UTF-8" standalone="yes"?>
<Relationships xmlns="http://schemas.openxmlformats.org/package/2006/relationships"><Relationship Id="rId3" Type="http://schemas.openxmlformats.org/officeDocument/2006/relationships/chart" Target="../charts/chart201.xml"/><Relationship Id="rId2" Type="http://schemas.openxmlformats.org/officeDocument/2006/relationships/notesSlide" Target="../notesSlides/notesSlide178.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5.xml.rels><?xml version="1.0" encoding="UTF-8" standalone="yes"?>
<Relationships xmlns="http://schemas.openxmlformats.org/package/2006/relationships"><Relationship Id="rId3" Type="http://schemas.openxmlformats.org/officeDocument/2006/relationships/chart" Target="../charts/chart202.xml"/><Relationship Id="rId2" Type="http://schemas.openxmlformats.org/officeDocument/2006/relationships/notesSlide" Target="../notesSlides/notesSlide17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6.xml.rels><?xml version="1.0" encoding="UTF-8" standalone="yes"?>
<Relationships xmlns="http://schemas.openxmlformats.org/package/2006/relationships"><Relationship Id="rId3" Type="http://schemas.openxmlformats.org/officeDocument/2006/relationships/chart" Target="../charts/chart203.xml"/><Relationship Id="rId2" Type="http://schemas.openxmlformats.org/officeDocument/2006/relationships/notesSlide" Target="../notesSlides/notesSlide18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207.xml.rels><?xml version="1.0" encoding="UTF-8" standalone="yes"?>
<Relationships xmlns="http://schemas.openxmlformats.org/package/2006/relationships"><Relationship Id="rId3" Type="http://schemas.openxmlformats.org/officeDocument/2006/relationships/chart" Target="../charts/chart204.xml"/><Relationship Id="rId2" Type="http://schemas.openxmlformats.org/officeDocument/2006/relationships/notesSlide" Target="../notesSlides/notesSlide181.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208.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205.xml"/><Relationship Id="rId7" Type="http://schemas.openxmlformats.org/officeDocument/2006/relationships/chart" Target="../charts/chart208.xml"/><Relationship Id="rId2" Type="http://schemas.openxmlformats.org/officeDocument/2006/relationships/notesSlide" Target="../notesSlides/notesSlide182.xml"/><Relationship Id="rId1" Type="http://schemas.openxmlformats.org/officeDocument/2006/relationships/slideLayout" Target="../slideLayouts/slideLayout10.xml"/><Relationship Id="rId6" Type="http://schemas.openxmlformats.org/officeDocument/2006/relationships/chart" Target="../charts/chart207.xml"/><Relationship Id="rId5" Type="http://schemas.openxmlformats.org/officeDocument/2006/relationships/chart" Target="../charts/chart206.xml"/><Relationship Id="rId4" Type="http://schemas.openxmlformats.org/officeDocument/2006/relationships/image" Target="../media/image15.png"/><Relationship Id="rId9" Type="http://schemas.openxmlformats.org/officeDocument/2006/relationships/image" Target="../media/image4.png"/></Relationships>
</file>

<file path=ppt/slides/_rels/slide209.xml.rels><?xml version="1.0" encoding="UTF-8" standalone="yes"?>
<Relationships xmlns="http://schemas.openxmlformats.org/package/2006/relationships"><Relationship Id="rId3" Type="http://schemas.microsoft.com/office/2018/10/relationships/comments" Target="../comments/modernComment_7FFFF4F3_5FA9CE7A.xml"/><Relationship Id="rId2" Type="http://schemas.openxmlformats.org/officeDocument/2006/relationships/notesSlide" Target="../notesSlides/notesSlide183.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209.xml"/></Relationships>
</file>

<file path=ppt/slides/_rels/slide21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84.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210.xml"/></Relationships>
</file>

<file path=ppt/slides/_rels/slide21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85.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1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chart" Target="../charts/chart211.xml"/><Relationship Id="rId1" Type="http://schemas.openxmlformats.org/officeDocument/2006/relationships/slideLayout" Target="../slideLayouts/slideLayout21.xml"/><Relationship Id="rId4" Type="http://schemas.openxmlformats.org/officeDocument/2006/relationships/image" Target="../media/image4.png"/></Relationships>
</file>

<file path=ppt/slides/_rels/slide213.xml.rels><?xml version="1.0" encoding="UTF-8" standalone="yes"?>
<Relationships xmlns="http://schemas.openxmlformats.org/package/2006/relationships"><Relationship Id="rId3" Type="http://schemas.openxmlformats.org/officeDocument/2006/relationships/chart" Target="../charts/chart212.xml"/><Relationship Id="rId2" Type="http://schemas.openxmlformats.org/officeDocument/2006/relationships/notesSlide" Target="../notesSlides/notesSlide186.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214.xml.rels><?xml version="1.0" encoding="UTF-8" standalone="yes"?>
<Relationships xmlns="http://schemas.openxmlformats.org/package/2006/relationships"><Relationship Id="rId3" Type="http://schemas.openxmlformats.org/officeDocument/2006/relationships/chart" Target="../charts/chart213.xml"/><Relationship Id="rId2" Type="http://schemas.openxmlformats.org/officeDocument/2006/relationships/notesSlide" Target="../notesSlides/notesSlide187.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21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2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2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218.xml.rels><?xml version="1.0" encoding="UTF-8" standalone="yes"?>
<Relationships xmlns="http://schemas.openxmlformats.org/package/2006/relationships"><Relationship Id="rId3" Type="http://schemas.microsoft.com/office/2018/10/relationships/comments" Target="../comments/modernComment_7FFFF4FC_B8D048AD.xml"/><Relationship Id="rId7" Type="http://schemas.openxmlformats.org/officeDocument/2006/relationships/image" Target="../media/image4.png"/><Relationship Id="rId2" Type="http://schemas.openxmlformats.org/officeDocument/2006/relationships/notesSlide" Target="../notesSlides/notesSlide188.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chart" Target="../charts/chart214.xml"/></Relationships>
</file>

<file path=ppt/slides/_rels/slide219.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chart" Target="../charts/chart21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2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21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2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89.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9.xml"/></Relationships>
</file>

<file path=ppt/slides/_rels/slide223.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191.xml"/><Relationship Id="rId1" Type="http://schemas.openxmlformats.org/officeDocument/2006/relationships/slideLayout" Target="../slideLayouts/slideLayout10.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22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92.xml"/><Relationship Id="rId1" Type="http://schemas.openxmlformats.org/officeDocument/2006/relationships/slideLayout" Target="../slideLayouts/slideLayout9.xml"/><Relationship Id="rId4" Type="http://schemas.openxmlformats.org/officeDocument/2006/relationships/image" Target="../media/image4.png"/></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a:extLst>
              <a:ext uri="{FF2B5EF4-FFF2-40B4-BE49-F238E27FC236}">
                <a16:creationId xmlns:a16="http://schemas.microsoft.com/office/drawing/2014/main" id="{2F8785F8-FCC5-8815-9F02-C6FC4A762653}"/>
              </a:ext>
            </a:extLst>
          </p:cNvPr>
          <p:cNvSpPr>
            <a:spLocks noGrp="1"/>
          </p:cNvSpPr>
          <p:nvPr>
            <p:ph sz="quarter" idx="12"/>
          </p:nvPr>
        </p:nvSpPr>
        <p:spPr>
          <a:xfrm>
            <a:off x="613475" y="4997165"/>
            <a:ext cx="13258800" cy="1809170"/>
          </a:xfrm>
        </p:spPr>
        <p:txBody>
          <a:bodyPr vert="horz" wrap="square" lIns="0" tIns="0" rIns="0" bIns="0" rtlCol="0" anchor="t">
            <a:normAutofit/>
          </a:bodyPr>
          <a:lstStyle/>
          <a:p>
            <a:endParaRPr lang="en-US">
              <a:latin typeface="Avenir Next LT Pro" panose="020B0504020202020204" pitchFamily="34" charset="0"/>
            </a:endParaRPr>
          </a:p>
          <a:p>
            <a:r>
              <a:rPr lang="en-US">
                <a:latin typeface="Avenir Next LT Pro" panose="020B0504020202020204" pitchFamily="34" charset="0"/>
              </a:rPr>
              <a:t>Technical Consumer Research</a:t>
            </a:r>
          </a:p>
          <a:p>
            <a:r>
              <a:rPr lang="en-US">
                <a:latin typeface="Avenir Next LT Pro" panose="020B0504020202020204" pitchFamily="34" charset="0"/>
              </a:rPr>
              <a:t>August 20, 2026</a:t>
            </a:r>
          </a:p>
        </p:txBody>
      </p:sp>
      <p:sp>
        <p:nvSpPr>
          <p:cNvPr id="8" name="Title 6">
            <a:extLst>
              <a:ext uri="{FF2B5EF4-FFF2-40B4-BE49-F238E27FC236}">
                <a16:creationId xmlns:a16="http://schemas.microsoft.com/office/drawing/2014/main" id="{80FD369A-6E5F-D8DC-DDFC-227491D60B54}"/>
              </a:ext>
            </a:extLst>
          </p:cNvPr>
          <p:cNvSpPr>
            <a:spLocks noGrp="1"/>
          </p:cNvSpPr>
          <p:nvPr>
            <p:ph type="ctrTitle"/>
          </p:nvPr>
        </p:nvSpPr>
        <p:spPr>
          <a:xfrm>
            <a:off x="613475" y="2322652"/>
            <a:ext cx="13258800" cy="2031325"/>
          </a:xfrm>
        </p:spPr>
        <p:txBody>
          <a:bodyPr/>
          <a:lstStyle/>
          <a:p>
            <a:r>
              <a:rPr lang="en-US" sz="4400" dirty="0">
                <a:latin typeface="+mj-lt"/>
              </a:rPr>
              <a:t>Project Kaizen 4.0: Key Measures Action Standards (KMAS) Topline Report</a:t>
            </a:r>
            <a:br>
              <a:rPr lang="en-US" sz="4400" dirty="0">
                <a:latin typeface="+mj-lt"/>
              </a:rPr>
            </a:br>
            <a:r>
              <a:rPr lang="en-US" sz="4400" dirty="0">
                <a:latin typeface="+mj-lt"/>
              </a:rPr>
              <a:t>GBR</a:t>
            </a:r>
          </a:p>
        </p:txBody>
      </p:sp>
      <p:grpSp>
        <p:nvGrpSpPr>
          <p:cNvPr id="7" name="Group 6">
            <a:extLst>
              <a:ext uri="{FF2B5EF4-FFF2-40B4-BE49-F238E27FC236}">
                <a16:creationId xmlns:a16="http://schemas.microsoft.com/office/drawing/2014/main" id="{5A66EB6E-BD05-1446-10A3-61DD760BC0C9}"/>
              </a:ext>
            </a:extLst>
          </p:cNvPr>
          <p:cNvGrpSpPr/>
          <p:nvPr/>
        </p:nvGrpSpPr>
        <p:grpSpPr>
          <a:xfrm>
            <a:off x="9938992" y="3680543"/>
            <a:ext cx="3589855" cy="3736734"/>
            <a:chOff x="9938992" y="3680543"/>
            <a:chExt cx="3589855" cy="3736734"/>
          </a:xfrm>
        </p:grpSpPr>
        <p:pic>
          <p:nvPicPr>
            <p:cNvPr id="12" name="Picture 11">
              <a:extLst>
                <a:ext uri="{FF2B5EF4-FFF2-40B4-BE49-F238E27FC236}">
                  <a16:creationId xmlns:a16="http://schemas.microsoft.com/office/drawing/2014/main" id="{C48E3982-FA2B-144C-AED8-3FD188D17B6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38992" y="3680543"/>
              <a:ext cx="1120752" cy="3736734"/>
            </a:xfrm>
            <a:prstGeom prst="rect">
              <a:avLst/>
            </a:prstGeom>
          </p:spPr>
        </p:pic>
        <p:pic>
          <p:nvPicPr>
            <p:cNvPr id="6" name="Picture 5" descr="A flag on a button&#10;&#10;Description automatically generated">
              <a:extLst>
                <a:ext uri="{FF2B5EF4-FFF2-40B4-BE49-F238E27FC236}">
                  <a16:creationId xmlns:a16="http://schemas.microsoft.com/office/drawing/2014/main" id="{6FEC43D4-9761-841C-EF99-75637AD0A119}"/>
                </a:ext>
              </a:extLst>
            </p:cNvPr>
            <p:cNvPicPr>
              <a:picLocks noChangeAspect="1"/>
            </p:cNvPicPr>
            <p:nvPr/>
          </p:nvPicPr>
          <p:blipFill>
            <a:blip r:embed="rId4"/>
            <a:stretch>
              <a:fillRect/>
            </a:stretch>
          </p:blipFill>
          <p:spPr>
            <a:xfrm>
              <a:off x="10983156" y="4664223"/>
              <a:ext cx="2545691" cy="1906172"/>
            </a:xfrm>
            <a:prstGeom prst="rect">
              <a:avLst/>
            </a:prstGeom>
          </p:spPr>
        </p:pic>
      </p:grpSp>
    </p:spTree>
    <p:extLst>
      <p:ext uri="{BB962C8B-B14F-4D97-AF65-F5344CB8AC3E}">
        <p14:creationId xmlns:p14="http://schemas.microsoft.com/office/powerpoint/2010/main" val="310731030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7E5F2BB-8E25-43BA-B228-DE5D0D40EE7B}"/>
              </a:ext>
            </a:extLst>
          </p:cNvPr>
          <p:cNvSpPr>
            <a:spLocks noGrp="1"/>
          </p:cNvSpPr>
          <p:nvPr>
            <p:ph type="ctrTitle"/>
          </p:nvPr>
        </p:nvSpPr>
        <p:spPr/>
        <p:txBody>
          <a:bodyPr/>
          <a:lstStyle/>
          <a:p>
            <a:r>
              <a:rPr lang="en-US"/>
              <a:t>Background &amp; Objective</a:t>
            </a:r>
          </a:p>
        </p:txBody>
      </p:sp>
      <p:sp>
        <p:nvSpPr>
          <p:cNvPr id="6" name="Content Placeholder 5">
            <a:extLst>
              <a:ext uri="{FF2B5EF4-FFF2-40B4-BE49-F238E27FC236}">
                <a16:creationId xmlns:a16="http://schemas.microsoft.com/office/drawing/2014/main" id="{BCBA5706-7031-4A72-8CE1-FF49FB985687}"/>
              </a:ext>
            </a:extLst>
          </p:cNvPr>
          <p:cNvSpPr>
            <a:spLocks noGrp="1"/>
          </p:cNvSpPr>
          <p:nvPr>
            <p:ph sz="quarter" idx="12"/>
          </p:nvPr>
        </p:nvSpPr>
        <p:spPr>
          <a:xfrm>
            <a:off x="501926" y="1409891"/>
            <a:ext cx="13716000" cy="5905309"/>
          </a:xfrm>
        </p:spPr>
        <p:txBody>
          <a:bodyPr>
            <a:normAutofit/>
          </a:bodyPr>
          <a:lstStyle/>
          <a:p>
            <a:r>
              <a:rPr lang="en-US" b="1">
                <a:latin typeface="Avenir Next LT Pro" panose="020B0504020202020204" pitchFamily="34" charset="0"/>
              </a:rPr>
              <a:t>Background</a:t>
            </a:r>
          </a:p>
          <a:p>
            <a:r>
              <a:rPr lang="en-US" sz="1600">
                <a:highlight>
                  <a:srgbClr val="FFFF00"/>
                </a:highlight>
                <a:latin typeface="Avenir Next LT Pro" panose="020B0504020202020204" pitchFamily="34" charset="0"/>
              </a:rPr>
              <a:t>XXX</a:t>
            </a:r>
          </a:p>
          <a:p>
            <a:endParaRPr lang="en-US">
              <a:latin typeface="Avenir Next LT Pro" panose="020B0504020202020204" pitchFamily="34" charset="0"/>
            </a:endParaRPr>
          </a:p>
          <a:p>
            <a:r>
              <a:rPr lang="en-US" b="1">
                <a:latin typeface="Avenir Next LT Pro" panose="020B0504020202020204" pitchFamily="34" charset="0"/>
              </a:rPr>
              <a:t>Objective</a:t>
            </a:r>
          </a:p>
          <a:p>
            <a:r>
              <a:rPr lang="en-US" sz="1600">
                <a:highlight>
                  <a:srgbClr val="FFFF00"/>
                </a:highlight>
                <a:latin typeface="Avenir Next LT Pro" panose="020B0504020202020204" pitchFamily="34" charset="0"/>
              </a:rPr>
              <a:t>XXX</a:t>
            </a:r>
          </a:p>
        </p:txBody>
      </p:sp>
      <p:sp>
        <p:nvSpPr>
          <p:cNvPr id="4" name="Slide Number Placeholder 3">
            <a:extLst>
              <a:ext uri="{FF2B5EF4-FFF2-40B4-BE49-F238E27FC236}">
                <a16:creationId xmlns:a16="http://schemas.microsoft.com/office/drawing/2014/main" id="{995D29BD-626B-4056-9A65-D0E2BF72B132}"/>
              </a:ext>
            </a:extLst>
          </p:cNvPr>
          <p:cNvSpPr>
            <a:spLocks noGrp="1"/>
          </p:cNvSpPr>
          <p:nvPr>
            <p:ph type="sldNum" sz="quarter" idx="14"/>
          </p:nvPr>
        </p:nvSpPr>
        <p:spPr/>
        <p:txBody>
          <a:bodyPr/>
          <a:lstStyle/>
          <a:p>
            <a:fld id="{9BBCFCA3-D307-4DD3-86E3-CC1388E97AC0}" type="slidenum">
              <a:rPr lang="en-US" smtClean="0"/>
              <a:pPr/>
              <a:t>2</a:t>
            </a:fld>
            <a:endParaRPr lang="en-US"/>
          </a:p>
        </p:txBody>
      </p:sp>
      <p:pic>
        <p:nvPicPr>
          <p:cNvPr id="9" name="Picture 8" descr="A flag on a button&#10;&#10;Description automatically generated">
            <a:extLst>
              <a:ext uri="{FF2B5EF4-FFF2-40B4-BE49-F238E27FC236}">
                <a16:creationId xmlns:a16="http://schemas.microsoft.com/office/drawing/2014/main" id="{1B59801C-C333-665C-DCFC-079FEF577495}"/>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50913282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0F8CC5-C44B-461A-A82F-AC21A6838712}"/>
              </a:ext>
            </a:extLst>
          </p:cNvPr>
          <p:cNvSpPr>
            <a:spLocks noGrp="1"/>
          </p:cNvSpPr>
          <p:nvPr>
            <p:ph type="ctrTitle"/>
          </p:nvPr>
        </p:nvSpPr>
        <p:spPr/>
        <p:txBody>
          <a:bodyPr/>
          <a:lstStyle/>
          <a:p>
            <a:r>
              <a:rPr lang="en-US"/>
              <a:t>Methodology &amp; Action Standard (Overall)</a:t>
            </a:r>
          </a:p>
        </p:txBody>
      </p:sp>
      <p:sp>
        <p:nvSpPr>
          <p:cNvPr id="3" name="Content Placeholder 2">
            <a:extLst>
              <a:ext uri="{FF2B5EF4-FFF2-40B4-BE49-F238E27FC236}">
                <a16:creationId xmlns:a16="http://schemas.microsoft.com/office/drawing/2014/main" id="{7ECC9AA8-745C-473E-AF82-AFF18A917EDF}"/>
              </a:ext>
            </a:extLst>
          </p:cNvPr>
          <p:cNvSpPr>
            <a:spLocks noGrp="1"/>
          </p:cNvSpPr>
          <p:nvPr>
            <p:ph sz="quarter" idx="12"/>
          </p:nvPr>
        </p:nvSpPr>
        <p:spPr>
          <a:xfrm>
            <a:off x="457201" y="1168185"/>
            <a:ext cx="13451840" cy="6489916"/>
          </a:xfrm>
        </p:spPr>
        <p:txBody>
          <a:bodyPr vert="horz" wrap="square" lIns="0" tIns="0" rIns="0" bIns="0" rtlCol="0" anchor="t">
            <a:normAutofit lnSpcReduction="10000"/>
          </a:bodyPr>
          <a:lstStyle/>
          <a:p>
            <a:pPr>
              <a:lnSpc>
                <a:spcPct val="110000"/>
              </a:lnSpc>
              <a:spcAft>
                <a:spcPts val="600"/>
              </a:spcAft>
            </a:pPr>
            <a:r>
              <a:rPr lang="en-US" sz="2200" b="1">
                <a:latin typeface="Avenir Next LT Pro" panose="020B0504020202020204" pitchFamily="34" charset="0"/>
              </a:rPr>
              <a:t>Methodology</a:t>
            </a:r>
          </a:p>
          <a:p>
            <a:pPr marL="342265" indent="-342265">
              <a:lnSpc>
                <a:spcPct val="110000"/>
              </a:lnSpc>
              <a:spcAft>
                <a:spcPts val="600"/>
              </a:spcAft>
              <a:buFont typeface="Arial" panose="020B0604020202020204" pitchFamily="34" charset="0"/>
              <a:buChar char="•"/>
            </a:pPr>
            <a:r>
              <a:rPr lang="en-US">
                <a:latin typeface="Avenir Next LT Pro"/>
              </a:rPr>
              <a:t>Unbranded sequential monadic CLT, product trial completed in three visits, one product trial on each day</a:t>
            </a:r>
          </a:p>
          <a:p>
            <a:pPr marL="342265" indent="-342265">
              <a:lnSpc>
                <a:spcPct val="110000"/>
              </a:lnSpc>
              <a:spcAft>
                <a:spcPts val="600"/>
              </a:spcAft>
              <a:buFont typeface="Arial" panose="020B0604020202020204" pitchFamily="34" charset="0"/>
              <a:buChar char="•"/>
            </a:pPr>
            <a:r>
              <a:rPr lang="en-US">
                <a:latin typeface="Avenir Next LT Pro" panose="020B0504020202020204" pitchFamily="34" charset="0"/>
              </a:rPr>
              <a:t>Incomplete block design where each respondent tried 3 out of the 4 products</a:t>
            </a:r>
          </a:p>
          <a:p>
            <a:pPr marL="342265" indent="-342265">
              <a:lnSpc>
                <a:spcPct val="110000"/>
              </a:lnSpc>
              <a:spcAft>
                <a:spcPts val="600"/>
              </a:spcAft>
              <a:buChar char="•"/>
            </a:pPr>
            <a:r>
              <a:rPr lang="en-US">
                <a:latin typeface="Avenir Next LT Pro"/>
              </a:rPr>
              <a:t>Serving: 600 mL at 2°C </a:t>
            </a: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r>
              <a:rPr lang="en-US" sz="2200" b="1">
                <a:latin typeface="Avenir Next LT Pro" panose="020B0504020202020204" pitchFamily="34" charset="0"/>
              </a:rPr>
              <a:t>Action Standard</a:t>
            </a:r>
            <a:endParaRPr lang="en-US" sz="2200">
              <a:latin typeface="Avenir Next LT Pro" panose="020B0504020202020204" pitchFamily="34" charset="0"/>
            </a:endParaRPr>
          </a:p>
          <a:p>
            <a:pPr marL="342265" indent="-342265">
              <a:lnSpc>
                <a:spcPct val="110000"/>
              </a:lnSpc>
              <a:spcAft>
                <a:spcPts val="600"/>
              </a:spcAft>
              <a:buFont typeface="Arial" panose="020B0604020202020204" pitchFamily="34" charset="0"/>
              <a:buChar char="•"/>
            </a:pPr>
            <a:r>
              <a:rPr lang="en-US">
                <a:latin typeface="Avenir Next LT Pro" panose="020B0504020202020204" pitchFamily="34" charset="0"/>
              </a:rPr>
              <a:t>Primary Action Standards:</a:t>
            </a:r>
          </a:p>
          <a:p>
            <a:pPr marL="1028065" lvl="1" indent="-342265">
              <a:lnSpc>
                <a:spcPct val="110000"/>
              </a:lnSpc>
              <a:spcAft>
                <a:spcPts val="600"/>
              </a:spcAft>
            </a:pPr>
            <a:r>
              <a:rPr lang="en-US" sz="2000">
                <a:latin typeface="Avenir Next LT Pro"/>
              </a:rPr>
              <a:t>Kaizen 4.0 prototypes must be parity or higher vs. Current CCZS </a:t>
            </a:r>
            <a:r>
              <a:rPr lang="en-US" sz="2000">
                <a:latin typeface="Avenir Next LT Pro" panose="020B0504020202020204" pitchFamily="34" charset="0"/>
              </a:rPr>
              <a:t>among the </a:t>
            </a:r>
            <a:r>
              <a:rPr lang="en-US" sz="2000" u="sng">
                <a:latin typeface="Avenir Next LT Pro" panose="020B0504020202020204" pitchFamily="34" charset="0"/>
              </a:rPr>
              <a:t>W+ CCZS Drinkers </a:t>
            </a:r>
            <a:r>
              <a:rPr lang="en-US" sz="2000">
                <a:latin typeface="Avenir Next LT Pro" panose="020B0504020202020204" pitchFamily="34" charset="0"/>
              </a:rPr>
              <a:t>AND </a:t>
            </a:r>
            <a:r>
              <a:rPr lang="en-US" sz="2000" u="sng">
                <a:latin typeface="Avenir Next LT Pro" panose="020B0504020202020204" pitchFamily="34" charset="0"/>
              </a:rPr>
              <a:t>CCZS Neutrals</a:t>
            </a:r>
            <a:r>
              <a:rPr lang="en-US" sz="2000">
                <a:latin typeface="Avenir Next LT Pro" panose="020B0504020202020204" pitchFamily="34" charset="0"/>
              </a:rPr>
              <a:t>, </a:t>
            </a:r>
            <a:r>
              <a:rPr lang="en-US" sz="2000" b="1">
                <a:latin typeface="Avenir Next LT Pro" panose="020B0504020202020204" pitchFamily="34" charset="0"/>
              </a:rPr>
              <a:t>separately</a:t>
            </a:r>
            <a:r>
              <a:rPr lang="en-US" sz="2000">
                <a:latin typeface="Avenir Next LT Pro" panose="020B0504020202020204" pitchFamily="34" charset="0"/>
              </a:rPr>
              <a:t>, at the 90% CL, 1-tailed for</a:t>
            </a:r>
            <a:r>
              <a:rPr lang="en-US" sz="2000">
                <a:latin typeface="Avenir Next LT Pro"/>
              </a:rPr>
              <a:t> </a:t>
            </a:r>
          </a:p>
          <a:p>
            <a:pPr marL="1942465" lvl="2" indent="-342265">
              <a:lnSpc>
                <a:spcPct val="110000"/>
              </a:lnSpc>
              <a:spcAft>
                <a:spcPts val="600"/>
              </a:spcAft>
            </a:pPr>
            <a:r>
              <a:rPr lang="en-US" sz="1800">
                <a:latin typeface="Avenir Next LT Pro"/>
              </a:rPr>
              <a:t>Sensory Appeal T2B (First Sip &amp; Last Sip)</a:t>
            </a:r>
          </a:p>
          <a:p>
            <a:pPr marL="1028065" lvl="1" indent="-342265">
              <a:lnSpc>
                <a:spcPct val="110000"/>
              </a:lnSpc>
              <a:spcAft>
                <a:spcPts val="600"/>
              </a:spcAft>
            </a:pPr>
            <a:r>
              <a:rPr lang="en-US" sz="2000">
                <a:latin typeface="Avenir Next LT Pro"/>
              </a:rPr>
              <a:t>No Meaningful Sensory Attribute Penalties (including aftertaste and refreshing intensity)</a:t>
            </a:r>
          </a:p>
          <a:p>
            <a:pPr marL="342900" indent="-342900">
              <a:lnSpc>
                <a:spcPct val="110000"/>
              </a:lnSpc>
              <a:spcAft>
                <a:spcPts val="600"/>
              </a:spcAft>
              <a:buFont typeface="Arial" panose="020B0604020202020204" pitchFamily="34" charset="0"/>
              <a:buChar char="•"/>
            </a:pPr>
            <a:r>
              <a:rPr lang="en-US">
                <a:latin typeface="Avenir Next LT Pro" panose="020B0504020202020204" pitchFamily="34" charset="0"/>
              </a:rPr>
              <a:t>Secondary Action Standards: To pick the winning prototype</a:t>
            </a:r>
          </a:p>
          <a:p>
            <a:pPr marL="1028700" lvl="1" indent="-342900">
              <a:lnSpc>
                <a:spcPct val="110000"/>
              </a:lnSpc>
              <a:spcAft>
                <a:spcPts val="600"/>
              </a:spcAft>
            </a:pPr>
            <a:r>
              <a:rPr lang="en-US" sz="2000">
                <a:latin typeface="Avenir Next LT Pro" panose="020B0504020202020204" pitchFamily="34" charset="0"/>
              </a:rPr>
              <a:t>Kaizen 4.0 prototypes outperform the Current CCZS by 5% or higher among </a:t>
            </a:r>
            <a:r>
              <a:rPr lang="en-US" sz="2000" u="sng">
                <a:latin typeface="Avenir Next LT Pro" panose="020B0504020202020204" pitchFamily="34" charset="0"/>
              </a:rPr>
              <a:t>W+ CCZS Drinkers </a:t>
            </a:r>
            <a:r>
              <a:rPr lang="en-US" sz="2000">
                <a:latin typeface="Avenir Next LT Pro" panose="020B0504020202020204" pitchFamily="34" charset="0"/>
              </a:rPr>
              <a:t>AND </a:t>
            </a:r>
            <a:r>
              <a:rPr lang="en-US" sz="2000" u="sng">
                <a:latin typeface="Avenir Next LT Pro" panose="020B0504020202020204" pitchFamily="34" charset="0"/>
              </a:rPr>
              <a:t>CCZS Neutrals</a:t>
            </a:r>
            <a:r>
              <a:rPr lang="en-US" sz="2000">
                <a:latin typeface="Avenir Next LT Pro" panose="020B0504020202020204" pitchFamily="34" charset="0"/>
              </a:rPr>
              <a:t>, </a:t>
            </a:r>
            <a:r>
              <a:rPr lang="en-US" sz="2000" b="1">
                <a:latin typeface="Avenir Next LT Pro" panose="020B0504020202020204" pitchFamily="34" charset="0"/>
              </a:rPr>
              <a:t>separately</a:t>
            </a:r>
            <a:r>
              <a:rPr lang="en-US" sz="2000">
                <a:latin typeface="Avenir Next LT Pro" panose="020B0504020202020204" pitchFamily="34" charset="0"/>
              </a:rPr>
              <a:t>, for</a:t>
            </a:r>
          </a:p>
          <a:p>
            <a:pPr marL="1943100" lvl="2" indent="-342900">
              <a:lnSpc>
                <a:spcPct val="110000"/>
              </a:lnSpc>
              <a:spcAft>
                <a:spcPts val="600"/>
              </a:spcAft>
            </a:pPr>
            <a:r>
              <a:rPr lang="en-US" sz="1800">
                <a:latin typeface="Avenir Next LT Pro"/>
              </a:rPr>
              <a:t>Sensory Appeal B4B (First Sip &amp; Last Sip)</a:t>
            </a:r>
          </a:p>
          <a:p>
            <a:pPr marL="1028700" lvl="1" indent="-342900">
              <a:lnSpc>
                <a:spcPct val="110000"/>
              </a:lnSpc>
              <a:spcAft>
                <a:spcPts val="600"/>
              </a:spcAft>
            </a:pPr>
            <a:r>
              <a:rPr lang="en-US" sz="2000">
                <a:latin typeface="Avenir Next LT Pro"/>
              </a:rPr>
              <a:t>The winning prototype is defined as meeting the highest number of diagnostic KPIs</a:t>
            </a: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endParaRPr lang="en-US" sz="2200">
              <a:latin typeface="Avenir Next LT Pro" panose="020B0504020202020204" pitchFamily="34" charset="0"/>
            </a:endParaRPr>
          </a:p>
        </p:txBody>
      </p:sp>
      <p:sp>
        <p:nvSpPr>
          <p:cNvPr id="4" name="Slide Number Placeholder 3">
            <a:extLst>
              <a:ext uri="{FF2B5EF4-FFF2-40B4-BE49-F238E27FC236}">
                <a16:creationId xmlns:a16="http://schemas.microsoft.com/office/drawing/2014/main" id="{3DDD784F-5575-4AE4-BC46-F879939DEA71}"/>
              </a:ext>
            </a:extLst>
          </p:cNvPr>
          <p:cNvSpPr>
            <a:spLocks noGrp="1"/>
          </p:cNvSpPr>
          <p:nvPr>
            <p:ph type="sldNum" sz="quarter" idx="14"/>
          </p:nvPr>
        </p:nvSpPr>
        <p:spPr/>
        <p:txBody>
          <a:bodyPr/>
          <a:lstStyle/>
          <a:p>
            <a:pPr>
              <a:defRPr/>
            </a:pPr>
            <a:fld id="{9BBCFCA3-D307-4DD3-86E3-CC1388E97AC0}" type="slidenum">
              <a:rPr lang="en-US">
                <a:solidFill>
                  <a:srgbClr val="52565E"/>
                </a:solidFill>
                <a:latin typeface="Unity"/>
              </a:rPr>
              <a:pPr>
                <a:defRPr/>
              </a:pPr>
              <a:t>3</a:t>
            </a:fld>
            <a:endParaRPr lang="en-US">
              <a:solidFill>
                <a:srgbClr val="52565E"/>
              </a:solidFill>
              <a:latin typeface="Unity"/>
            </a:endParaRPr>
          </a:p>
        </p:txBody>
      </p:sp>
    </p:spTree>
    <p:extLst>
      <p:ext uri="{BB962C8B-B14F-4D97-AF65-F5344CB8AC3E}">
        <p14:creationId xmlns:p14="http://schemas.microsoft.com/office/powerpoint/2010/main" val="389044297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12B357-328C-4175-BEBB-FA8E58B8E550}"/>
              </a:ext>
            </a:extLst>
          </p:cNvPr>
          <p:cNvSpPr>
            <a:spLocks noGrp="1"/>
          </p:cNvSpPr>
          <p:nvPr>
            <p:ph type="ctrTitle"/>
          </p:nvPr>
        </p:nvSpPr>
        <p:spPr>
          <a:xfrm>
            <a:off x="274320" y="3002554"/>
            <a:ext cx="13716000" cy="430887"/>
          </a:xfrm>
        </p:spPr>
        <p:txBody>
          <a:bodyPr/>
          <a:lstStyle/>
          <a:p>
            <a:r>
              <a:rPr lang="en-US"/>
              <a:t>Target Consumers</a:t>
            </a:r>
          </a:p>
        </p:txBody>
      </p:sp>
      <p:sp>
        <p:nvSpPr>
          <p:cNvPr id="4" name="Slide Number Placeholder 3">
            <a:extLst>
              <a:ext uri="{FF2B5EF4-FFF2-40B4-BE49-F238E27FC236}">
                <a16:creationId xmlns:a16="http://schemas.microsoft.com/office/drawing/2014/main" id="{FFCAE88C-6484-4875-8A72-D641589B459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7" name="Content Placeholder 2">
            <a:extLst>
              <a:ext uri="{FF2B5EF4-FFF2-40B4-BE49-F238E27FC236}">
                <a16:creationId xmlns:a16="http://schemas.microsoft.com/office/drawing/2014/main" id="{D2E3D194-724D-4BDA-AD7E-4BD2A929B413}"/>
              </a:ext>
            </a:extLst>
          </p:cNvPr>
          <p:cNvSpPr txBox="1">
            <a:spLocks/>
          </p:cNvSpPr>
          <p:nvPr/>
        </p:nvSpPr>
        <p:spPr>
          <a:xfrm>
            <a:off x="623239" y="3585410"/>
            <a:ext cx="13716000" cy="4396237"/>
          </a:xfrm>
          <a:prstGeom prst="rect">
            <a:avLst/>
          </a:prstGeom>
          <a:noFill/>
        </p:spPr>
        <p:txBody>
          <a:bodyPr vert="horz" wrap="square" lIns="0" tIns="0" rIns="0" bIns="0" rtlCol="0" anchor="t">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285750" indent="-285750">
              <a:lnSpc>
                <a:spcPct val="120000"/>
              </a:lnSpc>
              <a:spcAft>
                <a:spcPts val="300"/>
              </a:spcAft>
              <a:buFont typeface="Arial" panose="020B0604020202020204" pitchFamily="34" charset="0"/>
              <a:buChar char="•"/>
              <a:defRPr/>
            </a:pPr>
            <a:r>
              <a:rPr lang="en-US" sz="1600">
                <a:solidFill>
                  <a:srgbClr val="000000"/>
                </a:solidFill>
                <a:latin typeface="Avenir Next LT Pro" panose="020B0504020202020204" pitchFamily="34" charset="0"/>
              </a:rPr>
              <a:t>Total (N=898 Total and N~670 Per Product)</a:t>
            </a:r>
            <a:endParaRPr kumimoji="0" lang="en-US" sz="160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a:p>
            <a:pPr marL="285750" marR="0" lvl="0" indent="-285750" algn="l" defTabSz="914400" rtl="0" eaLnBrk="1" fontAlgn="auto" latinLnBrk="0" hangingPunct="1">
              <a:lnSpc>
                <a:spcPct val="120000"/>
              </a:lnSpc>
              <a:spcBef>
                <a:spcPts val="0"/>
              </a:spcBef>
              <a:spcAft>
                <a:spcPts val="300"/>
              </a:spcAft>
              <a:buClrTx/>
              <a:buSzTx/>
              <a:buFont typeface="Arial" panose="020B0604020202020204" pitchFamily="34" charset="0"/>
              <a:buChar char="•"/>
              <a:tabLst/>
              <a:defRPr/>
            </a:pPr>
            <a:r>
              <a:rPr kumimoji="0" lang="en-US" sz="1600" i="0" u="none" strike="noStrike" kern="1200" cap="none" spc="0" normalizeH="0" baseline="0" noProof="0">
                <a:ln>
                  <a:noFill/>
                </a:ln>
                <a:solidFill>
                  <a:srgbClr val="000000"/>
                </a:solidFill>
                <a:effectLst/>
                <a:uLnTx/>
                <a:uFillTx/>
                <a:latin typeface="Avenir Next LT Pro"/>
              </a:rPr>
              <a:t>Past </a:t>
            </a:r>
            <a:r>
              <a:rPr lang="en-US" sz="1600">
                <a:solidFill>
                  <a:srgbClr val="000000"/>
                </a:solidFill>
                <a:latin typeface="Avenir Next LT Pro"/>
              </a:rPr>
              <a:t>12M</a:t>
            </a:r>
            <a:r>
              <a:rPr kumimoji="0" lang="en-US" sz="1600" i="0" u="none" strike="noStrike" kern="1200" cap="none" spc="0" normalizeH="0" baseline="0" noProof="0">
                <a:ln>
                  <a:noFill/>
                </a:ln>
                <a:solidFill>
                  <a:srgbClr val="000000"/>
                </a:solidFill>
                <a:effectLst/>
                <a:uLnTx/>
                <a:uFillTx/>
                <a:latin typeface="Avenir Next LT Pro"/>
              </a:rPr>
              <a:t> cola drinkers who are non-rejectors of zero sugar or diet cola</a:t>
            </a:r>
            <a:endParaRPr lang="en-US" sz="1600" i="0" u="none" strike="noStrike" kern="1200" cap="none" spc="0" normalizeH="0" baseline="0" noProof="0">
              <a:ln>
                <a:noFill/>
              </a:ln>
              <a:solidFill>
                <a:srgbClr val="000000"/>
              </a:solidFill>
              <a:effectLst/>
              <a:uLnTx/>
              <a:uFillTx/>
              <a:latin typeface="Avenir Next LT Pro"/>
            </a:endParaRPr>
          </a:p>
          <a:p>
            <a:pPr marL="285750" indent="-285750">
              <a:lnSpc>
                <a:spcPct val="120000"/>
              </a:lnSpc>
              <a:spcAft>
                <a:spcPts val="300"/>
              </a:spcAft>
              <a:buFont typeface="Arial" panose="020B0604020202020204" pitchFamily="34" charset="0"/>
              <a:buChar char="•"/>
              <a:defRPr/>
            </a:pPr>
            <a:r>
              <a:rPr lang="en-US" sz="1600">
                <a:solidFill>
                  <a:srgbClr val="000000"/>
                </a:solidFill>
                <a:latin typeface="Avenir Next LT Pro"/>
              </a:rPr>
              <a:t>50% W+ CCZS (N=445 Total and N~334 Per Product)</a:t>
            </a:r>
          </a:p>
          <a:p>
            <a:pPr marL="285750" indent="-285750">
              <a:lnSpc>
                <a:spcPct val="120000"/>
              </a:lnSpc>
              <a:spcAft>
                <a:spcPts val="300"/>
              </a:spcAft>
              <a:buFont typeface="Arial" panose="020B0604020202020204" pitchFamily="34" charset="0"/>
              <a:buChar char="•"/>
              <a:defRPr/>
            </a:pPr>
            <a:r>
              <a:rPr lang="en-US" sz="1600">
                <a:solidFill>
                  <a:srgbClr val="000000"/>
                </a:solidFill>
                <a:latin typeface="Avenir Next LT Pro"/>
              </a:rPr>
              <a:t>50% CCZS Neutrals (N=453 Total and N~340 Per Product)</a:t>
            </a:r>
          </a:p>
          <a:p>
            <a:pPr marL="285750" indent="-285750">
              <a:lnSpc>
                <a:spcPct val="120000"/>
              </a:lnSpc>
              <a:spcAft>
                <a:spcPts val="300"/>
              </a:spcAft>
              <a:buFont typeface="Arial" panose="020B0604020202020204" pitchFamily="34" charset="0"/>
              <a:buChar char="•"/>
              <a:defRPr/>
            </a:pPr>
            <a:r>
              <a:rPr lang="en-US" sz="1600">
                <a:solidFill>
                  <a:srgbClr val="000000"/>
                </a:solidFill>
                <a:latin typeface="Avenir Next LT Pro"/>
              </a:rPr>
              <a:t>Gender: 49% Male / 51% Female</a:t>
            </a:r>
          </a:p>
          <a:p>
            <a:pPr marL="285750" indent="-285750">
              <a:lnSpc>
                <a:spcPct val="120000"/>
              </a:lnSpc>
              <a:spcAft>
                <a:spcPts val="300"/>
              </a:spcAft>
              <a:buFont typeface="Arial" panose="020B0604020202020204" pitchFamily="34" charset="0"/>
              <a:buChar char="•"/>
              <a:defRPr/>
            </a:pPr>
            <a:r>
              <a:rPr lang="en-US" sz="1600">
                <a:solidFill>
                  <a:srgbClr val="000000"/>
                </a:solidFill>
                <a:latin typeface="Avenir Next LT Pro" panose="020B0504020202020204" pitchFamily="34" charset="0"/>
              </a:rPr>
              <a:t>Age Distribution:</a:t>
            </a:r>
          </a:p>
          <a:p>
            <a:pPr marL="971550" lvl="1" indent="-285750">
              <a:lnSpc>
                <a:spcPct val="120000"/>
              </a:lnSpc>
              <a:spcAft>
                <a:spcPts val="300"/>
              </a:spcAft>
              <a:defRPr/>
            </a:pPr>
            <a:r>
              <a:rPr lang="en-US" sz="1400">
                <a:solidFill>
                  <a:srgbClr val="000000"/>
                </a:solidFill>
                <a:latin typeface="Avenir Next LT Pro"/>
              </a:rPr>
              <a:t>48% 20-34yo, 52% 35-49yo</a:t>
            </a:r>
          </a:p>
        </p:txBody>
      </p:sp>
      <p:sp>
        <p:nvSpPr>
          <p:cNvPr id="5" name="Title 1">
            <a:extLst>
              <a:ext uri="{FF2B5EF4-FFF2-40B4-BE49-F238E27FC236}">
                <a16:creationId xmlns:a16="http://schemas.microsoft.com/office/drawing/2014/main" id="{ED7218CE-EE4F-682B-0A67-8886F84D83DF}"/>
              </a:ext>
            </a:extLst>
          </p:cNvPr>
          <p:cNvSpPr txBox="1">
            <a:spLocks/>
          </p:cNvSpPr>
          <p:nvPr/>
        </p:nvSpPr>
        <p:spPr>
          <a:xfrm>
            <a:off x="274320" y="65600"/>
            <a:ext cx="13716000" cy="43088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a:t>Product Set</a:t>
            </a:r>
          </a:p>
        </p:txBody>
      </p:sp>
      <p:graphicFrame>
        <p:nvGraphicFramePr>
          <p:cNvPr id="8" name="Table 3">
            <a:extLst>
              <a:ext uri="{FF2B5EF4-FFF2-40B4-BE49-F238E27FC236}">
                <a16:creationId xmlns:a16="http://schemas.microsoft.com/office/drawing/2014/main" id="{A5D2B710-2BCB-263E-EC53-2C8D9EF8738B}"/>
              </a:ext>
            </a:extLst>
          </p:cNvPr>
          <p:cNvGraphicFramePr>
            <a:graphicFrameLocks/>
          </p:cNvGraphicFramePr>
          <p:nvPr/>
        </p:nvGraphicFramePr>
        <p:xfrm>
          <a:off x="308010" y="603547"/>
          <a:ext cx="13865190" cy="2198587"/>
        </p:xfrm>
        <a:graphic>
          <a:graphicData uri="http://schemas.openxmlformats.org/drawingml/2006/table">
            <a:tbl>
              <a:tblPr firstRow="1" bandRow="1">
                <a:tableStyleId>{5C22544A-7EE6-4342-B048-85BDC9FD1C3A}</a:tableStyleId>
              </a:tblPr>
              <a:tblGrid>
                <a:gridCol w="1289399">
                  <a:extLst>
                    <a:ext uri="{9D8B030D-6E8A-4147-A177-3AD203B41FA5}">
                      <a16:colId xmlns:a16="http://schemas.microsoft.com/office/drawing/2014/main" val="2850375656"/>
                    </a:ext>
                  </a:extLst>
                </a:gridCol>
                <a:gridCol w="1515881">
                  <a:extLst>
                    <a:ext uri="{9D8B030D-6E8A-4147-A177-3AD203B41FA5}">
                      <a16:colId xmlns:a16="http://schemas.microsoft.com/office/drawing/2014/main" val="3508467894"/>
                    </a:ext>
                  </a:extLst>
                </a:gridCol>
                <a:gridCol w="3021369">
                  <a:extLst>
                    <a:ext uri="{9D8B030D-6E8A-4147-A177-3AD203B41FA5}">
                      <a16:colId xmlns:a16="http://schemas.microsoft.com/office/drawing/2014/main" val="807417414"/>
                    </a:ext>
                  </a:extLst>
                </a:gridCol>
                <a:gridCol w="1462931">
                  <a:extLst>
                    <a:ext uri="{9D8B030D-6E8A-4147-A177-3AD203B41FA5}">
                      <a16:colId xmlns:a16="http://schemas.microsoft.com/office/drawing/2014/main" val="627812814"/>
                    </a:ext>
                  </a:extLst>
                </a:gridCol>
                <a:gridCol w="2191870">
                  <a:extLst>
                    <a:ext uri="{9D8B030D-6E8A-4147-A177-3AD203B41FA5}">
                      <a16:colId xmlns:a16="http://schemas.microsoft.com/office/drawing/2014/main" val="3436095716"/>
                    </a:ext>
                  </a:extLst>
                </a:gridCol>
                <a:gridCol w="2191870">
                  <a:extLst>
                    <a:ext uri="{9D8B030D-6E8A-4147-A177-3AD203B41FA5}">
                      <a16:colId xmlns:a16="http://schemas.microsoft.com/office/drawing/2014/main" val="1418831579"/>
                    </a:ext>
                  </a:extLst>
                </a:gridCol>
                <a:gridCol w="2191870">
                  <a:extLst>
                    <a:ext uri="{9D8B030D-6E8A-4147-A177-3AD203B41FA5}">
                      <a16:colId xmlns:a16="http://schemas.microsoft.com/office/drawing/2014/main" val="2101317785"/>
                    </a:ext>
                  </a:extLst>
                </a:gridCol>
              </a:tblGrid>
              <a:tr h="578571">
                <a:tc>
                  <a:txBody>
                    <a:bodyPr/>
                    <a:lstStyle/>
                    <a:p>
                      <a:pPr algn="ctr"/>
                      <a:r>
                        <a:rPr lang="en-GB" sz="1200" b="1">
                          <a:effectLst/>
                          <a:latin typeface="Avenir Next LT Pro" panose="020B0504020202020204" pitchFamily="34" charset="0"/>
                          <a:ea typeface="Calibri" panose="020F0502020204030204" pitchFamily="34" charset="0"/>
                        </a:rPr>
                        <a:t>Market</a:t>
                      </a:r>
                      <a:endParaRPr lang="en-GB" sz="1200">
                        <a:effectLst/>
                        <a:latin typeface="Avenir Next LT Pro" panose="020B0504020202020204" pitchFamily="34" charset="0"/>
                        <a:ea typeface="Calibri" panose="020F0502020204030204" pitchFamily="34" charset="0"/>
                      </a:endParaRPr>
                    </a:p>
                  </a:txBody>
                  <a:tcPr marL="68580" marR="68580" marT="0" marB="0" anchor="ctr">
                    <a:solidFill>
                      <a:schemeClr val="bg1">
                        <a:lumMod val="50000"/>
                      </a:schemeClr>
                    </a:solidFill>
                  </a:tcPr>
                </a:tc>
                <a:tc>
                  <a:txBody>
                    <a:bodyPr/>
                    <a:lstStyle/>
                    <a:p>
                      <a:pPr algn="ctr"/>
                      <a:r>
                        <a:rPr lang="en-GB" sz="1200" b="1">
                          <a:effectLst/>
                          <a:latin typeface="Avenir Next LT Pro" panose="020B0504020202020204" pitchFamily="34" charset="0"/>
                          <a:ea typeface="Calibri" panose="020F0502020204030204" pitchFamily="34" charset="0"/>
                        </a:rPr>
                        <a:t>Brand</a:t>
                      </a:r>
                      <a:endParaRPr lang="en-GB" sz="1200">
                        <a:effectLst/>
                        <a:latin typeface="Avenir Next LT Pro" panose="020B0504020202020204" pitchFamily="34" charset="0"/>
                        <a:ea typeface="Calibri" panose="020F0502020204030204" pitchFamily="34" charset="0"/>
                      </a:endParaRPr>
                    </a:p>
                  </a:txBody>
                  <a:tcPr marL="0" marR="0" marT="0" marB="0" anchor="ctr">
                    <a:solidFill>
                      <a:schemeClr val="bg1">
                        <a:lumMod val="50000"/>
                      </a:schemeClr>
                    </a:solidFill>
                  </a:tcPr>
                </a:tc>
                <a:tc>
                  <a:txBody>
                    <a:bodyPr/>
                    <a:lstStyle/>
                    <a:p>
                      <a:pPr algn="ctr"/>
                      <a:r>
                        <a:rPr lang="en-GB" sz="1200" b="1">
                          <a:effectLst/>
                          <a:latin typeface="Avenir Next LT Pro" panose="020B0504020202020204" pitchFamily="34" charset="0"/>
                          <a:ea typeface="Calibri" panose="020F0502020204030204" pitchFamily="34" charset="0"/>
                        </a:rPr>
                        <a:t>Current / Prototype</a:t>
                      </a:r>
                    </a:p>
                  </a:txBody>
                  <a:tcPr marL="68580" marR="68580" marT="0" marB="0" anchor="ctr">
                    <a:solidFill>
                      <a:schemeClr val="bg1">
                        <a:lumMod val="50000"/>
                      </a:schemeClr>
                    </a:solidFill>
                  </a:tcPr>
                </a:tc>
                <a:tc>
                  <a:txBody>
                    <a:bodyPr/>
                    <a:lstStyle/>
                    <a:p>
                      <a:pPr algn="ctr"/>
                      <a:r>
                        <a:rPr lang="en-GB" sz="1200" b="1">
                          <a:solidFill>
                            <a:schemeClr val="bg1"/>
                          </a:solidFill>
                          <a:effectLst/>
                          <a:latin typeface="Avenir Next LT Pro" panose="020B0504020202020204" pitchFamily="34" charset="0"/>
                          <a:ea typeface="Calibri" panose="020F0502020204030204" pitchFamily="34" charset="0"/>
                        </a:rPr>
                        <a:t>Product Code</a:t>
                      </a:r>
                      <a:endParaRPr lang="en-GB" sz="1200">
                        <a:solidFill>
                          <a:schemeClr val="bg1"/>
                        </a:solidFill>
                        <a:effectLst/>
                        <a:latin typeface="Avenir Next LT Pro" panose="020B0504020202020204" pitchFamily="34" charset="0"/>
                        <a:ea typeface="Calibri" panose="020F0502020204030204" pitchFamily="34" charset="0"/>
                      </a:endParaRPr>
                    </a:p>
                  </a:txBody>
                  <a:tcPr marL="68580" marR="68580" marT="0" marB="0" anchor="ctr">
                    <a:solidFill>
                      <a:schemeClr val="bg1">
                        <a:lumMod val="50000"/>
                      </a:schemeClr>
                    </a:solidFill>
                  </a:tcPr>
                </a:tc>
                <a:tc>
                  <a:txBody>
                    <a:bodyPr/>
                    <a:lstStyle/>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Total Sample Size</a:t>
                      </a:r>
                    </a:p>
                  </a:txBody>
                  <a:tcPr marL="68580" marR="68580" marT="0" marB="0" anchor="ctr">
                    <a:solidFill>
                      <a:schemeClr val="bg1">
                        <a:lumMod val="50000"/>
                      </a:schemeClr>
                    </a:solidFill>
                  </a:tcPr>
                </a:tc>
                <a:tc>
                  <a:txBody>
                    <a:bodyPr/>
                    <a:lstStyle/>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W+ CCZS</a:t>
                      </a:r>
                    </a:p>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Sample Size</a:t>
                      </a:r>
                    </a:p>
                  </a:txBody>
                  <a:tcPr marL="68580" marR="68580" marT="0" marB="0" anchor="ctr">
                    <a:solidFill>
                      <a:schemeClr val="bg1">
                        <a:lumMod val="50000"/>
                      </a:schemeClr>
                    </a:solidFill>
                  </a:tcPr>
                </a:tc>
                <a:tc>
                  <a:txBody>
                    <a:bodyPr/>
                    <a:lstStyle/>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CCZS Neutrals</a:t>
                      </a:r>
                    </a:p>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Sample Size</a:t>
                      </a:r>
                    </a:p>
                  </a:txBody>
                  <a:tcPr marL="68580" marR="68580" marT="0" marB="0" anchor="ctr">
                    <a:solidFill>
                      <a:schemeClr val="bg1">
                        <a:lumMod val="50000"/>
                      </a:schemeClr>
                    </a:solidFill>
                  </a:tcPr>
                </a:tc>
                <a:extLst>
                  <a:ext uri="{0D108BD9-81ED-4DB2-BD59-A6C34878D82A}">
                    <a16:rowId xmlns:a16="http://schemas.microsoft.com/office/drawing/2014/main" val="2447560110"/>
                  </a:ext>
                </a:extLst>
              </a:tr>
              <a:tr h="405004">
                <a:tc>
                  <a:txBody>
                    <a:bodyPr/>
                    <a:lstStyle/>
                    <a:p>
                      <a:pPr marL="0" algn="ctr" defTabSz="914400" rtl="0" eaLnBrk="1" latinLnBrk="0" hangingPunct="1"/>
                      <a:r>
                        <a:rPr kumimoji="0" lang="en-GB" sz="12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85000"/>
                      </a:schemeClr>
                    </a:solidFill>
                  </a:tcPr>
                </a:tc>
                <a:tc>
                  <a:txBody>
                    <a:bodyPr/>
                    <a:lstStyle/>
                    <a:p>
                      <a:pPr algn="ctr"/>
                      <a:r>
                        <a:rPr kumimoji="0" lang="en-GB" sz="12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85000"/>
                      </a:schemeClr>
                    </a:solidFill>
                  </a:tcPr>
                </a:tc>
                <a:tc>
                  <a:txBody>
                    <a:bodyPr/>
                    <a:lstStyle/>
                    <a:p>
                      <a:pPr marL="0" algn="ctr" defTabSz="914400" rtl="0" eaLnBrk="1" latinLnBrk="0" hangingPunct="1"/>
                      <a:r>
                        <a:rPr lang="en-GB" sz="1200" kern="1200">
                          <a:solidFill>
                            <a:schemeClr val="dk1"/>
                          </a:solidFill>
                          <a:effectLst/>
                          <a:latin typeface="Avenir Next LT Pro" panose="020B0504020202020204" pitchFamily="34" charset="0"/>
                          <a:ea typeface="Calibri" panose="020F0502020204030204" pitchFamily="34" charset="0"/>
                          <a:cs typeface="+mn-cs"/>
                        </a:rPr>
                        <a:t>Kaizen 4.0 Control</a:t>
                      </a:r>
                    </a:p>
                  </a:txBody>
                  <a:tcPr marL="68580" marR="68580" marT="0" marB="0" anchor="ctr">
                    <a:solidFill>
                      <a:schemeClr val="bg1">
                        <a:lumMod val="8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462</a:t>
                      </a:r>
                    </a:p>
                  </a:txBody>
                  <a:tcPr marL="68580" marR="68580" marT="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679</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335</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344</a:t>
                      </a:r>
                    </a:p>
                  </a:txBody>
                  <a:tcPr marL="7620" marR="7620" marT="7620" marB="0" anchor="ctr">
                    <a:solidFill>
                      <a:schemeClr val="bg1">
                        <a:lumMod val="85000"/>
                      </a:schemeClr>
                    </a:solidFill>
                  </a:tcPr>
                </a:tc>
                <a:extLst>
                  <a:ext uri="{0D108BD9-81ED-4DB2-BD59-A6C34878D82A}">
                    <a16:rowId xmlns:a16="http://schemas.microsoft.com/office/drawing/2014/main" val="1643710892"/>
                  </a:ext>
                </a:extLst>
              </a:tr>
              <a:tr h="4050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9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1</a:t>
                      </a:r>
                    </a:p>
                  </a:txBody>
                  <a:tcPr marL="68580" marR="68580" marT="0" marB="0" anchor="ctr">
                    <a:solidFill>
                      <a:schemeClr val="bg1">
                        <a:lumMod val="9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643</a:t>
                      </a:r>
                    </a:p>
                  </a:txBody>
                  <a:tcPr marL="68580" marR="68580" marT="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674</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333</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341</a:t>
                      </a:r>
                    </a:p>
                  </a:txBody>
                  <a:tcPr marL="7620" marR="7620" marT="7620" marB="0" anchor="ctr">
                    <a:solidFill>
                      <a:schemeClr val="bg1">
                        <a:lumMod val="95000"/>
                      </a:schemeClr>
                    </a:solidFill>
                  </a:tcPr>
                </a:tc>
                <a:extLst>
                  <a:ext uri="{0D108BD9-81ED-4DB2-BD59-A6C34878D82A}">
                    <a16:rowId xmlns:a16="http://schemas.microsoft.com/office/drawing/2014/main" val="4227906712"/>
                  </a:ext>
                </a:extLst>
              </a:tr>
              <a:tr h="4050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8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2</a:t>
                      </a:r>
                    </a:p>
                  </a:txBody>
                  <a:tcPr marL="68580" marR="68580" marT="0" marB="0" anchor="ctr">
                    <a:solidFill>
                      <a:schemeClr val="bg1">
                        <a:lumMod val="8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296</a:t>
                      </a:r>
                    </a:p>
                  </a:txBody>
                  <a:tcPr marL="68580" marR="68580" marT="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672</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334</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338</a:t>
                      </a:r>
                    </a:p>
                  </a:txBody>
                  <a:tcPr marL="7620" marR="7620" marT="7620" marB="0" anchor="ctr">
                    <a:solidFill>
                      <a:schemeClr val="bg1">
                        <a:lumMod val="85000"/>
                      </a:schemeClr>
                    </a:solidFill>
                  </a:tcPr>
                </a:tc>
                <a:extLst>
                  <a:ext uri="{0D108BD9-81ED-4DB2-BD59-A6C34878D82A}">
                    <a16:rowId xmlns:a16="http://schemas.microsoft.com/office/drawing/2014/main" val="3936684365"/>
                  </a:ext>
                </a:extLst>
              </a:tr>
              <a:tr h="4050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9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3</a:t>
                      </a:r>
                    </a:p>
                  </a:txBody>
                  <a:tcPr marL="68580" marR="68580" marT="0" marB="0" anchor="ctr">
                    <a:solidFill>
                      <a:schemeClr val="bg1">
                        <a:lumMod val="9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892</a:t>
                      </a:r>
                    </a:p>
                  </a:txBody>
                  <a:tcPr marL="68580" marR="68580" marT="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669</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333</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336</a:t>
                      </a:r>
                    </a:p>
                  </a:txBody>
                  <a:tcPr marL="7620" marR="7620" marT="7620" marB="0" anchor="ctr">
                    <a:solidFill>
                      <a:schemeClr val="bg1">
                        <a:lumMod val="95000"/>
                      </a:schemeClr>
                    </a:solidFill>
                  </a:tcPr>
                </a:tc>
                <a:extLst>
                  <a:ext uri="{0D108BD9-81ED-4DB2-BD59-A6C34878D82A}">
                    <a16:rowId xmlns:a16="http://schemas.microsoft.com/office/drawing/2014/main" val="3407697689"/>
                  </a:ext>
                </a:extLst>
              </a:tr>
            </a:tbl>
          </a:graphicData>
        </a:graphic>
      </p:graphicFrame>
      <p:graphicFrame>
        <p:nvGraphicFramePr>
          <p:cNvPr id="3" name="Table 2">
            <a:extLst>
              <a:ext uri="{FF2B5EF4-FFF2-40B4-BE49-F238E27FC236}">
                <a16:creationId xmlns:a16="http://schemas.microsoft.com/office/drawing/2014/main" id="{7913CA84-78AE-2952-E845-616F0ECEA80F}"/>
              </a:ext>
            </a:extLst>
          </p:cNvPr>
          <p:cNvGraphicFramePr>
            <a:graphicFrameLocks noGrp="1"/>
          </p:cNvGraphicFramePr>
          <p:nvPr/>
        </p:nvGraphicFramePr>
        <p:xfrm>
          <a:off x="9668764" y="3976194"/>
          <a:ext cx="2517140" cy="1630680"/>
        </p:xfrm>
        <a:graphic>
          <a:graphicData uri="http://schemas.openxmlformats.org/drawingml/2006/table">
            <a:tbl>
              <a:tblPr firstRow="1" bandRow="1">
                <a:tableStyleId>{5C22544A-7EE6-4342-B048-85BDC9FD1C3A}</a:tableStyleId>
              </a:tblPr>
              <a:tblGrid>
                <a:gridCol w="1740218">
                  <a:extLst>
                    <a:ext uri="{9D8B030D-6E8A-4147-A177-3AD203B41FA5}">
                      <a16:colId xmlns:a16="http://schemas.microsoft.com/office/drawing/2014/main" val="457715355"/>
                    </a:ext>
                  </a:extLst>
                </a:gridCol>
                <a:gridCol w="776922">
                  <a:extLst>
                    <a:ext uri="{9D8B030D-6E8A-4147-A177-3AD203B41FA5}">
                      <a16:colId xmlns:a16="http://schemas.microsoft.com/office/drawing/2014/main" val="3900947386"/>
                    </a:ext>
                  </a:extLst>
                </a:gridCol>
              </a:tblGrid>
              <a:tr h="370840">
                <a:tc gridSpan="2">
                  <a:txBody>
                    <a:bodyPr/>
                    <a:lstStyle/>
                    <a:p>
                      <a:pPr algn="ctr"/>
                      <a:r>
                        <a:rPr lang="en-US" sz="1400">
                          <a:latin typeface="Avenir Next LT Pro" panose="020B0504020202020204" pitchFamily="34" charset="0"/>
                        </a:rPr>
                        <a:t>Quantity Consumed (N=898)</a:t>
                      </a:r>
                    </a:p>
                  </a:txBody>
                  <a:tcPr>
                    <a:solidFill>
                      <a:schemeClr val="bg1">
                        <a:lumMod val="50000"/>
                      </a:schemeClr>
                    </a:solidFill>
                  </a:tcPr>
                </a:tc>
                <a:tc hMerge="1">
                  <a:txBody>
                    <a:bodyPr/>
                    <a:lstStyle/>
                    <a:p>
                      <a:endParaRPr lang="en-US"/>
                    </a:p>
                  </a:txBody>
                  <a:tcPr/>
                </a:tc>
                <a:extLst>
                  <a:ext uri="{0D108BD9-81ED-4DB2-BD59-A6C34878D82A}">
                    <a16:rowId xmlns:a16="http://schemas.microsoft.com/office/drawing/2014/main" val="442754637"/>
                  </a:ext>
                </a:extLst>
              </a:tr>
              <a:tr h="370840">
                <a:tc>
                  <a:txBody>
                    <a:bodyPr/>
                    <a:lstStyle/>
                    <a:p>
                      <a:r>
                        <a:rPr lang="en-US" sz="1400">
                          <a:latin typeface="Avenir Next LT Pro" panose="020B0504020202020204" pitchFamily="34" charset="0"/>
                        </a:rPr>
                        <a:t>301 – 400 mL</a:t>
                      </a:r>
                    </a:p>
                  </a:txBody>
                  <a:tcPr/>
                </a:tc>
                <a:tc>
                  <a:txBody>
                    <a:bodyPr/>
                    <a:lstStyle/>
                    <a:p>
                      <a:pPr algn="ctr"/>
                      <a:r>
                        <a:rPr lang="en-US" sz="1400">
                          <a:latin typeface="Avenir Next LT Pro" panose="020B0504020202020204" pitchFamily="34" charset="0"/>
                        </a:rPr>
                        <a:t>29%</a:t>
                      </a:r>
                    </a:p>
                  </a:txBody>
                  <a:tcPr/>
                </a:tc>
                <a:extLst>
                  <a:ext uri="{0D108BD9-81ED-4DB2-BD59-A6C34878D82A}">
                    <a16:rowId xmlns:a16="http://schemas.microsoft.com/office/drawing/2014/main" val="1039895617"/>
                  </a:ext>
                </a:extLst>
              </a:tr>
              <a:tr h="370840">
                <a:tc>
                  <a:txBody>
                    <a:bodyPr/>
                    <a:lstStyle/>
                    <a:p>
                      <a:r>
                        <a:rPr lang="en-US" sz="1400">
                          <a:latin typeface="Avenir Next LT Pro" panose="020B0504020202020204" pitchFamily="34" charset="0"/>
                        </a:rPr>
                        <a:t>401 – 500 mL</a:t>
                      </a:r>
                    </a:p>
                  </a:txBody>
                  <a:tcPr/>
                </a:tc>
                <a:tc>
                  <a:txBody>
                    <a:bodyPr/>
                    <a:lstStyle/>
                    <a:p>
                      <a:pPr algn="ctr"/>
                      <a:r>
                        <a:rPr lang="en-US" sz="1400">
                          <a:latin typeface="Avenir Next LT Pro" panose="020B0504020202020204" pitchFamily="34" charset="0"/>
                        </a:rPr>
                        <a:t>17%</a:t>
                      </a:r>
                    </a:p>
                  </a:txBody>
                  <a:tcPr/>
                </a:tc>
                <a:extLst>
                  <a:ext uri="{0D108BD9-81ED-4DB2-BD59-A6C34878D82A}">
                    <a16:rowId xmlns:a16="http://schemas.microsoft.com/office/drawing/2014/main" val="3147932940"/>
                  </a:ext>
                </a:extLst>
              </a:tr>
              <a:tr h="370840">
                <a:tc>
                  <a:txBody>
                    <a:bodyPr/>
                    <a:lstStyle/>
                    <a:p>
                      <a:r>
                        <a:rPr lang="en-US" sz="1400">
                          <a:latin typeface="Avenir Next LT Pro" panose="020B0504020202020204" pitchFamily="34" charset="0"/>
                        </a:rPr>
                        <a:t>501 – 600 mL</a:t>
                      </a:r>
                    </a:p>
                  </a:txBody>
                  <a:tcPr/>
                </a:tc>
                <a:tc>
                  <a:txBody>
                    <a:bodyPr/>
                    <a:lstStyle/>
                    <a:p>
                      <a:pPr algn="ctr"/>
                      <a:r>
                        <a:rPr lang="en-US" sz="1400">
                          <a:latin typeface="Avenir Next LT Pro" panose="020B0504020202020204" pitchFamily="34" charset="0"/>
                        </a:rPr>
                        <a:t>54%</a:t>
                      </a:r>
                    </a:p>
                  </a:txBody>
                  <a:tcPr/>
                </a:tc>
                <a:extLst>
                  <a:ext uri="{0D108BD9-81ED-4DB2-BD59-A6C34878D82A}">
                    <a16:rowId xmlns:a16="http://schemas.microsoft.com/office/drawing/2014/main" val="699993406"/>
                  </a:ext>
                </a:extLst>
              </a:tr>
            </a:tbl>
          </a:graphicData>
        </a:graphic>
      </p:graphicFrame>
      <p:sp>
        <p:nvSpPr>
          <p:cNvPr id="9" name="Oval 8">
            <a:extLst>
              <a:ext uri="{FF2B5EF4-FFF2-40B4-BE49-F238E27FC236}">
                <a16:creationId xmlns:a16="http://schemas.microsoft.com/office/drawing/2014/main" id="{9F38F28C-98B3-6555-5268-3554DBB6610E}"/>
              </a:ext>
            </a:extLst>
          </p:cNvPr>
          <p:cNvSpPr/>
          <p:nvPr/>
        </p:nvSpPr>
        <p:spPr>
          <a:xfrm>
            <a:off x="10128634" y="5168184"/>
            <a:ext cx="864973" cy="444843"/>
          </a:xfrm>
          <a:prstGeom prst="ellips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cxnSp>
        <p:nvCxnSpPr>
          <p:cNvPr id="10" name="Straight Arrow Connector 9">
            <a:extLst>
              <a:ext uri="{FF2B5EF4-FFF2-40B4-BE49-F238E27FC236}">
                <a16:creationId xmlns:a16="http://schemas.microsoft.com/office/drawing/2014/main" id="{CE2D377A-F3FC-E975-7289-8449B1D0C1C5}"/>
              </a:ext>
            </a:extLst>
          </p:cNvPr>
          <p:cNvCxnSpPr/>
          <p:nvPr/>
        </p:nvCxnSpPr>
        <p:spPr>
          <a:xfrm>
            <a:off x="10585835" y="5594837"/>
            <a:ext cx="0" cy="36830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3AE41313-AECF-C951-1F55-EDAB4E095BBF}"/>
              </a:ext>
            </a:extLst>
          </p:cNvPr>
          <p:cNvSpPr/>
          <p:nvPr/>
        </p:nvSpPr>
        <p:spPr>
          <a:xfrm>
            <a:off x="9409200" y="6009133"/>
            <a:ext cx="2351928" cy="584203"/>
          </a:xfrm>
          <a:prstGeom prst="rect">
            <a:avLst/>
          </a:prstGeom>
          <a:solidFill>
            <a:schemeClr val="tx1">
              <a:lumMod val="50000"/>
              <a:lumOff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44% of the sample consumed the full </a:t>
            </a:r>
            <a:r>
              <a:rPr kumimoji="0" lang="en-US" sz="14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600</a:t>
            </a:r>
            <a:r>
              <a:rPr kumimoji="0" lang="en-US" sz="14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 mL</a:t>
            </a:r>
          </a:p>
        </p:txBody>
      </p:sp>
      <p:sp>
        <p:nvSpPr>
          <p:cNvPr id="12" name="TextBox 10">
            <a:extLst>
              <a:ext uri="{FF2B5EF4-FFF2-40B4-BE49-F238E27FC236}">
                <a16:creationId xmlns:a16="http://schemas.microsoft.com/office/drawing/2014/main" id="{BB7E4E59-5A60-FB75-5239-33DEDC4EBED0}"/>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spTree>
    <p:extLst>
      <p:ext uri="{BB962C8B-B14F-4D97-AF65-F5344CB8AC3E}">
        <p14:creationId xmlns:p14="http://schemas.microsoft.com/office/powerpoint/2010/main" val="257389718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1A16C3-45D3-48D6-773D-C0061AC53D59}"/>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13374E66-C2D7-BC9F-E32C-ADA28874FA9E}"/>
              </a:ext>
            </a:extLst>
          </p:cNvPr>
          <p:cNvSpPr>
            <a:spLocks noGrp="1"/>
          </p:cNvSpPr>
          <p:nvPr>
            <p:ph type="ctrTitle"/>
          </p:nvPr>
        </p:nvSpPr>
        <p:spPr>
          <a:xfrm>
            <a:off x="457200" y="762471"/>
            <a:ext cx="7896386" cy="738664"/>
          </a:xfrm>
          <a:ln>
            <a:solidFill>
              <a:schemeClr val="tx1">
                <a:lumMod val="50000"/>
                <a:lumOff val="50000"/>
              </a:schemeClr>
            </a:solidFill>
          </a:ln>
        </p:spPr>
        <p:txBody>
          <a:bodyPr anchor="ctr"/>
          <a:lstStyle/>
          <a:p>
            <a:r>
              <a:rPr lang="en-US" sz="2400" dirty="0">
                <a:latin typeface="Unity"/>
              </a:rPr>
              <a:t>Among total consumers, Kaizen 4.0 prototypes deliver parity sensory appeal to the Control but attract sensory negatives.</a:t>
            </a:r>
            <a:endParaRPr lang="en-US" sz="2200" dirty="0">
              <a:latin typeface="Unity"/>
            </a:endParaRPr>
          </a:p>
        </p:txBody>
      </p:sp>
      <p:graphicFrame>
        <p:nvGraphicFramePr>
          <p:cNvPr id="35" name="Table 6">
            <a:extLst>
              <a:ext uri="{FF2B5EF4-FFF2-40B4-BE49-F238E27FC236}">
                <a16:creationId xmlns:a16="http://schemas.microsoft.com/office/drawing/2014/main" id="{DEC78EF4-ACDA-FCFD-7097-70037A34F50D}"/>
              </a:ext>
            </a:extLst>
          </p:cNvPr>
          <p:cNvGraphicFramePr>
            <a:graphicFrameLocks noGrp="1"/>
          </p:cNvGraphicFramePr>
          <p:nvPr/>
        </p:nvGraphicFramePr>
        <p:xfrm>
          <a:off x="2673371" y="3300701"/>
          <a:ext cx="8861029" cy="3236976"/>
        </p:xfrm>
        <a:graphic>
          <a:graphicData uri="http://schemas.openxmlformats.org/drawingml/2006/table">
            <a:tbl>
              <a:tblPr firstRow="1" bandRow="1"/>
              <a:tblGrid>
                <a:gridCol w="4332229">
                  <a:extLst>
                    <a:ext uri="{9D8B030D-6E8A-4147-A177-3AD203B41FA5}">
                      <a16:colId xmlns:a16="http://schemas.microsoft.com/office/drawing/2014/main" val="962289824"/>
                    </a:ext>
                  </a:extLst>
                </a:gridCol>
                <a:gridCol w="1509600">
                  <a:extLst>
                    <a:ext uri="{9D8B030D-6E8A-4147-A177-3AD203B41FA5}">
                      <a16:colId xmlns:a16="http://schemas.microsoft.com/office/drawing/2014/main" val="3320763232"/>
                    </a:ext>
                  </a:extLst>
                </a:gridCol>
                <a:gridCol w="1509600">
                  <a:extLst>
                    <a:ext uri="{9D8B030D-6E8A-4147-A177-3AD203B41FA5}">
                      <a16:colId xmlns:a16="http://schemas.microsoft.com/office/drawing/2014/main" val="4063710066"/>
                    </a:ext>
                  </a:extLst>
                </a:gridCol>
                <a:gridCol w="150960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dirty="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At least parity </a:t>
                      </a:r>
                      <a:r>
                        <a:rPr lang="en-US" sz="1400">
                          <a:effectLst>
                            <a:outerShdw blurRad="38100" dist="38100" dir="2700000" algn="tl">
                              <a:srgbClr val="000000">
                                <a:alpha val="43137"/>
                              </a:srgbClr>
                            </a:outerShdw>
                          </a:effectLst>
                          <a:latin typeface="Avenir Next LT Pro" panose="020B0504020202020204" pitchFamily="34" charset="0"/>
                        </a:rPr>
                        <a:t>First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(Overall Liking) </a:t>
                      </a:r>
                      <a:r>
                        <a:rPr lang="en-US" sz="1400" u="sng">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At least parity </a:t>
                      </a:r>
                      <a:r>
                        <a:rPr lang="en-US" sz="1400">
                          <a:effectLst>
                            <a:outerShdw blurRad="38100" dist="38100" dir="2700000" algn="tl">
                              <a:srgbClr val="000000">
                                <a:alpha val="43137"/>
                              </a:srgbClr>
                            </a:outerShdw>
                          </a:effectLst>
                          <a:latin typeface="Avenir Next LT Pro" panose="020B0504020202020204" pitchFamily="34" charset="0"/>
                        </a:rPr>
                        <a:t>Last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(Overall Liking) </a:t>
                      </a:r>
                      <a:r>
                        <a:rPr lang="en-US" sz="1400" u="sng">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No meaningful Sensory Attribute Negatives</a:t>
                      </a:r>
                      <a:endParaRPr lang="en-US" sz="1400" b="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4" name="Slide Number Placeholder 3">
            <a:extLst>
              <a:ext uri="{FF2B5EF4-FFF2-40B4-BE49-F238E27FC236}">
                <a16:creationId xmlns:a16="http://schemas.microsoft.com/office/drawing/2014/main" id="{6CE011E0-EC26-CA39-796F-059E23D018E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6A0D74B2-CD36-C3BD-1C2D-63D862605468}"/>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74B10EF5-E281-DF2F-ED51-54982786A964}"/>
              </a:ext>
            </a:extLst>
          </p:cNvPr>
          <p:cNvSpPr/>
          <p:nvPr/>
        </p:nvSpPr>
        <p:spPr>
          <a:xfrm>
            <a:off x="2716095" y="2531754"/>
            <a:ext cx="8818306" cy="678844"/>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a:ea typeface="+mn-ea"/>
                <a:cs typeface="+mn-cs"/>
              </a:rPr>
              <a:t>(N~670 Per Product)</a:t>
            </a:r>
          </a:p>
        </p:txBody>
      </p:sp>
      <p:sp>
        <p:nvSpPr>
          <p:cNvPr id="34" name="TextBox 33">
            <a:extLst>
              <a:ext uri="{FF2B5EF4-FFF2-40B4-BE49-F238E27FC236}">
                <a16:creationId xmlns:a16="http://schemas.microsoft.com/office/drawing/2014/main" id="{F969DF53-2CA4-68E0-FDDD-2E9D123ED597}"/>
              </a:ext>
            </a:extLst>
          </p:cNvPr>
          <p:cNvSpPr txBox="1"/>
          <p:nvPr/>
        </p:nvSpPr>
        <p:spPr>
          <a:xfrm rot="16200000">
            <a:off x="640723" y="4636090"/>
            <a:ext cx="3297776" cy="646331"/>
          </a:xfrm>
          <a:prstGeom prst="rect">
            <a:avLst/>
          </a:prstGeom>
          <a:solidFill>
            <a:srgbClr val="FFC0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PRIMARY ACTION STANDARD</a:t>
            </a:r>
          </a:p>
        </p:txBody>
      </p:sp>
      <p:sp>
        <p:nvSpPr>
          <p:cNvPr id="53" name="Content Placeholder 2">
            <a:extLst>
              <a:ext uri="{FF2B5EF4-FFF2-40B4-BE49-F238E27FC236}">
                <a16:creationId xmlns:a16="http://schemas.microsoft.com/office/drawing/2014/main" id="{EB7DBFD0-ACCA-3555-62CD-E2D7AE2D54D2}"/>
              </a:ext>
            </a:extLst>
          </p:cNvPr>
          <p:cNvSpPr txBox="1">
            <a:spLocks/>
          </p:cNvSpPr>
          <p:nvPr/>
        </p:nvSpPr>
        <p:spPr>
          <a:xfrm>
            <a:off x="457200" y="1865985"/>
            <a:ext cx="13716000" cy="861992"/>
          </a:xfrm>
          <a:prstGeom prst="rect">
            <a:avLst/>
          </a:prstGeom>
        </p:spPr>
        <p:txBody>
          <a:bodyPr vert="horz" wrap="square" lIns="0" tIns="0" rIns="0" bIns="0" rtlCol="0" anchor="t">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ts val="0"/>
              </a:spcBef>
              <a:spcAft>
                <a:spcPts val="10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70C0"/>
                </a:solidFill>
                <a:effectLst/>
                <a:uLnTx/>
                <a:uFillTx/>
                <a:latin typeface="Avenir Next LT Pro"/>
                <a:ea typeface="+mn-ea"/>
                <a:cs typeface="+mn-cs"/>
              </a:rPr>
              <a:t>All 4.0 prototypes exhibit meaningful sensory penalties related to not enough carbonation, with Prototype 643 incurring additional red flags in overall flavor and cola flavor strength.</a:t>
            </a:r>
          </a:p>
        </p:txBody>
      </p:sp>
      <p:sp>
        <p:nvSpPr>
          <p:cNvPr id="16" name="TextBox 15">
            <a:extLst>
              <a:ext uri="{FF2B5EF4-FFF2-40B4-BE49-F238E27FC236}">
                <a16:creationId xmlns:a16="http://schemas.microsoft.com/office/drawing/2014/main" id="{F35DE97F-D2CC-28FC-20C3-B1051D5E3F22}"/>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F25E4AF1-6D9E-D2FC-3B19-4BD963BE623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8A6DD5CE-03D6-D85E-748A-E70C073093D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48F1EBD5-657D-BBBB-BC4F-B239708D2C9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13EE806E-CAA1-9282-DA59-D2D1B1BEB78C}"/>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8DB0548B-9D47-2D90-E658-C54525D9EF60}"/>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sp>
        <p:nvSpPr>
          <p:cNvPr id="24" name="TextBox 23">
            <a:extLst>
              <a:ext uri="{FF2B5EF4-FFF2-40B4-BE49-F238E27FC236}">
                <a16:creationId xmlns:a16="http://schemas.microsoft.com/office/drawing/2014/main" id="{E1405337-4D93-21CE-5BD5-8D024A716AF2}"/>
              </a:ext>
            </a:extLst>
          </p:cNvPr>
          <p:cNvSpPr txBox="1"/>
          <p:nvPr/>
        </p:nvSpPr>
        <p:spPr>
          <a:xfrm>
            <a:off x="12251608" y="6608145"/>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80% CL (two-tail)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80% CL (two-tail)</a:t>
            </a:r>
          </a:p>
        </p:txBody>
      </p:sp>
      <p:sp>
        <p:nvSpPr>
          <p:cNvPr id="25" name="TextBox 24">
            <a:extLst>
              <a:ext uri="{FF2B5EF4-FFF2-40B4-BE49-F238E27FC236}">
                <a16:creationId xmlns:a16="http://schemas.microsoft.com/office/drawing/2014/main" id="{3561947B-C6CC-26D9-FE5D-8FFB4C7F6FCF}"/>
              </a:ext>
            </a:extLst>
          </p:cNvPr>
          <p:cNvSpPr txBox="1"/>
          <p:nvPr/>
        </p:nvSpPr>
        <p:spPr>
          <a:xfrm>
            <a:off x="12212513" y="6245643"/>
            <a:ext cx="2517440"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Refreshing Intensity &amp; Unpleasant Aftertaste LEGEND</a:t>
            </a:r>
          </a:p>
        </p:txBody>
      </p:sp>
      <p:pic>
        <p:nvPicPr>
          <p:cNvPr id="6" name="Picture 5">
            <a:extLst>
              <a:ext uri="{FF2B5EF4-FFF2-40B4-BE49-F238E27FC236}">
                <a16:creationId xmlns:a16="http://schemas.microsoft.com/office/drawing/2014/main" id="{64D88686-7DD6-EFEC-4C34-33A765E082DE}"/>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38398" y="4506053"/>
            <a:ext cx="474985" cy="468000"/>
          </a:xfrm>
          <a:prstGeom prst="rect">
            <a:avLst/>
          </a:prstGeom>
        </p:spPr>
      </p:pic>
      <p:pic>
        <p:nvPicPr>
          <p:cNvPr id="12" name="Picture 11">
            <a:extLst>
              <a:ext uri="{FF2B5EF4-FFF2-40B4-BE49-F238E27FC236}">
                <a16:creationId xmlns:a16="http://schemas.microsoft.com/office/drawing/2014/main" id="{D04265B1-C5CD-8082-5B49-3F21F944B323}"/>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46978" y="4497061"/>
            <a:ext cx="474985" cy="468000"/>
          </a:xfrm>
          <a:prstGeom prst="rect">
            <a:avLst/>
          </a:prstGeom>
        </p:spPr>
      </p:pic>
      <p:pic>
        <p:nvPicPr>
          <p:cNvPr id="30" name="Picture 29">
            <a:extLst>
              <a:ext uri="{FF2B5EF4-FFF2-40B4-BE49-F238E27FC236}">
                <a16:creationId xmlns:a16="http://schemas.microsoft.com/office/drawing/2014/main" id="{F0C00024-4D89-E753-79D5-B48997AB3048}"/>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43520" y="4506053"/>
            <a:ext cx="474985" cy="468000"/>
          </a:xfrm>
          <a:prstGeom prst="rect">
            <a:avLst/>
          </a:prstGeom>
        </p:spPr>
      </p:pic>
      <p:pic>
        <p:nvPicPr>
          <p:cNvPr id="32" name="Picture 31">
            <a:extLst>
              <a:ext uri="{FF2B5EF4-FFF2-40B4-BE49-F238E27FC236}">
                <a16:creationId xmlns:a16="http://schemas.microsoft.com/office/drawing/2014/main" id="{46204E1B-0E61-E9C6-7D9A-83E3C2872D27}"/>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38398" y="5254517"/>
            <a:ext cx="474985" cy="468000"/>
          </a:xfrm>
          <a:prstGeom prst="rect">
            <a:avLst/>
          </a:prstGeom>
        </p:spPr>
      </p:pic>
      <p:pic>
        <p:nvPicPr>
          <p:cNvPr id="36" name="Picture 35">
            <a:extLst>
              <a:ext uri="{FF2B5EF4-FFF2-40B4-BE49-F238E27FC236}">
                <a16:creationId xmlns:a16="http://schemas.microsoft.com/office/drawing/2014/main" id="{73212247-A33A-86C9-89F8-D99145C81FED}"/>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48966" y="5254517"/>
            <a:ext cx="474985" cy="468000"/>
          </a:xfrm>
          <a:prstGeom prst="rect">
            <a:avLst/>
          </a:prstGeom>
        </p:spPr>
      </p:pic>
      <p:pic>
        <p:nvPicPr>
          <p:cNvPr id="38" name="Picture 37">
            <a:extLst>
              <a:ext uri="{FF2B5EF4-FFF2-40B4-BE49-F238E27FC236}">
                <a16:creationId xmlns:a16="http://schemas.microsoft.com/office/drawing/2014/main" id="{1CABEC96-E89A-3756-C8B8-76F027597FBB}"/>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9921" y="5254517"/>
            <a:ext cx="474985" cy="468000"/>
          </a:xfrm>
          <a:prstGeom prst="rect">
            <a:avLst/>
          </a:prstGeom>
        </p:spPr>
      </p:pic>
      <p:pic>
        <p:nvPicPr>
          <p:cNvPr id="41" name="Picture 40">
            <a:extLst>
              <a:ext uri="{FF2B5EF4-FFF2-40B4-BE49-F238E27FC236}">
                <a16:creationId xmlns:a16="http://schemas.microsoft.com/office/drawing/2014/main" id="{30DFCC53-A5D9-7744-F195-DE59C5A6DC7C}"/>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7559890" y="6013698"/>
            <a:ext cx="432000" cy="432000"/>
          </a:xfrm>
          <a:prstGeom prst="rect">
            <a:avLst/>
          </a:prstGeom>
        </p:spPr>
      </p:pic>
      <p:pic>
        <p:nvPicPr>
          <p:cNvPr id="43" name="Picture 42">
            <a:extLst>
              <a:ext uri="{FF2B5EF4-FFF2-40B4-BE49-F238E27FC236}">
                <a16:creationId xmlns:a16="http://schemas.microsoft.com/office/drawing/2014/main" id="{5A553D16-2297-9753-7442-C970D8F7BCE3}"/>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10573354" y="6013698"/>
            <a:ext cx="432000" cy="432000"/>
          </a:xfrm>
          <a:prstGeom prst="rect">
            <a:avLst/>
          </a:prstGeom>
        </p:spPr>
      </p:pic>
      <p:pic>
        <p:nvPicPr>
          <p:cNvPr id="45" name="Picture 44">
            <a:extLst>
              <a:ext uri="{FF2B5EF4-FFF2-40B4-BE49-F238E27FC236}">
                <a16:creationId xmlns:a16="http://schemas.microsoft.com/office/drawing/2014/main" id="{965198FE-143C-C020-06AF-5CF3A50902F3}"/>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9061414" y="6013698"/>
            <a:ext cx="432000" cy="432000"/>
          </a:xfrm>
          <a:prstGeom prst="rect">
            <a:avLst/>
          </a:prstGeom>
        </p:spPr>
      </p:pic>
      <p:sp>
        <p:nvSpPr>
          <p:cNvPr id="10" name="TextBox 10">
            <a:extLst>
              <a:ext uri="{FF2B5EF4-FFF2-40B4-BE49-F238E27FC236}">
                <a16:creationId xmlns:a16="http://schemas.microsoft.com/office/drawing/2014/main" id="{407092FA-B0C2-EEDB-95C4-6F0F8770619B}"/>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5" name="Group 4">
            <a:extLst>
              <a:ext uri="{FF2B5EF4-FFF2-40B4-BE49-F238E27FC236}">
                <a16:creationId xmlns:a16="http://schemas.microsoft.com/office/drawing/2014/main" id="{7AD15E8E-DC31-8C5E-F9D5-9AF17DDDA94A}"/>
              </a:ext>
            </a:extLst>
          </p:cNvPr>
          <p:cNvGrpSpPr/>
          <p:nvPr/>
        </p:nvGrpSpPr>
        <p:grpSpPr>
          <a:xfrm>
            <a:off x="8684218" y="94368"/>
            <a:ext cx="5855930" cy="1551678"/>
            <a:chOff x="8684218" y="94368"/>
            <a:chExt cx="5855930" cy="1551678"/>
          </a:xfrm>
        </p:grpSpPr>
        <p:sp>
          <p:nvSpPr>
            <p:cNvPr id="14" name="Rectangle 13">
              <a:extLst>
                <a:ext uri="{FF2B5EF4-FFF2-40B4-BE49-F238E27FC236}">
                  <a16:creationId xmlns:a16="http://schemas.microsoft.com/office/drawing/2014/main" id="{2924B89E-BF2C-0DA7-B33E-C6981FE526B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9B6A2A98-0873-E0E2-61F3-363F3B2770C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0FEDF6FF-C052-143D-2FB9-0DE06F7B4CA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6" name="Picture 25" descr="A flag on a button&#10;&#10;Description automatically generated">
              <a:extLst>
                <a:ext uri="{FF2B5EF4-FFF2-40B4-BE49-F238E27FC236}">
                  <a16:creationId xmlns:a16="http://schemas.microsoft.com/office/drawing/2014/main" id="{BBB842F2-A029-313D-E6EB-CBA5E6EACCE8}"/>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1702967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688D36-896B-651B-7C5E-A18C6F1C6742}"/>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6B7E726F-D5EB-8A8F-CDED-068ED3CA5231}"/>
              </a:ext>
            </a:extLst>
          </p:cNvPr>
          <p:cNvSpPr>
            <a:spLocks noGrp="1"/>
          </p:cNvSpPr>
          <p:nvPr>
            <p:ph type="ctrTitle"/>
          </p:nvPr>
        </p:nvSpPr>
        <p:spPr>
          <a:xfrm>
            <a:off x="457200" y="762471"/>
            <a:ext cx="7896386" cy="738664"/>
          </a:xfrm>
          <a:ln>
            <a:solidFill>
              <a:schemeClr val="tx1">
                <a:lumMod val="50000"/>
                <a:lumOff val="50000"/>
              </a:schemeClr>
            </a:solidFill>
          </a:ln>
        </p:spPr>
        <p:txBody>
          <a:bodyPr anchor="ctr"/>
          <a:lstStyle/>
          <a:p>
            <a:r>
              <a:rPr lang="en-US" sz="2400" dirty="0">
                <a:latin typeface="Unity"/>
              </a:rPr>
              <a:t>Across secondary action standards, </a:t>
            </a:r>
            <a:r>
              <a:rPr lang="en-US" sz="2400">
                <a:latin typeface="Unity"/>
              </a:rPr>
              <a:t>all prototypes attract more ‘</a:t>
            </a:r>
            <a:r>
              <a:rPr lang="en-US" sz="2400" err="1">
                <a:latin typeface="Unity"/>
              </a:rPr>
              <a:t>Dislikers</a:t>
            </a:r>
            <a:r>
              <a:rPr lang="en-US" sz="2400">
                <a:latin typeface="Unity"/>
              </a:rPr>
              <a:t>’ (&gt;5%) than Control.</a:t>
            </a:r>
            <a:endParaRPr lang="en-US" sz="2200" dirty="0">
              <a:latin typeface="Unity"/>
            </a:endParaRPr>
          </a:p>
        </p:txBody>
      </p:sp>
      <p:graphicFrame>
        <p:nvGraphicFramePr>
          <p:cNvPr id="35" name="Table 6">
            <a:extLst>
              <a:ext uri="{FF2B5EF4-FFF2-40B4-BE49-F238E27FC236}">
                <a16:creationId xmlns:a16="http://schemas.microsoft.com/office/drawing/2014/main" id="{B0D43899-09C7-7A81-469F-9A93A5DBB8FD}"/>
              </a:ext>
            </a:extLst>
          </p:cNvPr>
          <p:cNvGraphicFramePr>
            <a:graphicFrameLocks noGrp="1"/>
          </p:cNvGraphicFramePr>
          <p:nvPr/>
        </p:nvGraphicFramePr>
        <p:xfrm>
          <a:off x="2433600" y="3300701"/>
          <a:ext cx="8928000" cy="3236976"/>
        </p:xfrm>
        <a:graphic>
          <a:graphicData uri="http://schemas.openxmlformats.org/drawingml/2006/table">
            <a:tbl>
              <a:tblPr firstRow="1" bandRow="1"/>
              <a:tblGrid>
                <a:gridCol w="4808490">
                  <a:extLst>
                    <a:ext uri="{9D8B030D-6E8A-4147-A177-3AD203B41FA5}">
                      <a16:colId xmlns:a16="http://schemas.microsoft.com/office/drawing/2014/main" val="962289824"/>
                    </a:ext>
                  </a:extLst>
                </a:gridCol>
                <a:gridCol w="1373170">
                  <a:extLst>
                    <a:ext uri="{9D8B030D-6E8A-4147-A177-3AD203B41FA5}">
                      <a16:colId xmlns:a16="http://schemas.microsoft.com/office/drawing/2014/main" val="3320763232"/>
                    </a:ext>
                  </a:extLst>
                </a:gridCol>
                <a:gridCol w="1373170">
                  <a:extLst>
                    <a:ext uri="{9D8B030D-6E8A-4147-A177-3AD203B41FA5}">
                      <a16:colId xmlns:a16="http://schemas.microsoft.com/office/drawing/2014/main" val="4063710066"/>
                    </a:ext>
                  </a:extLst>
                </a:gridCol>
                <a:gridCol w="137317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dirty="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First Sip Sensory Appeal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rtl="0" eaLnBrk="1" fontAlgn="auto" latinLnBrk="0" hangingPunct="1">
                        <a:lnSpc>
                          <a:spcPct val="100000"/>
                        </a:lnSpc>
                        <a:spcBef>
                          <a:spcPts val="0"/>
                        </a:spcBef>
                        <a:spcAft>
                          <a:spcPts val="0"/>
                        </a:spcAft>
                        <a:buClrTx/>
                        <a:buSzTx/>
                        <a:buFontTx/>
                        <a:buNone/>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Last Sip Sensory Appeal </a:t>
                      </a:r>
                    </a:p>
                    <a:p>
                      <a:pPr marL="0" marR="0" lvl="0" indent="0" algn="r" rtl="0" eaLnBrk="1" fontAlgn="auto" latinLnBrk="0" hangingPunct="1">
                        <a:lnSpc>
                          <a:spcPct val="100000"/>
                        </a:lnSpc>
                        <a:spcBef>
                          <a:spcPts val="0"/>
                        </a:spcBef>
                        <a:spcAft>
                          <a:spcPts val="0"/>
                        </a:spcAft>
                        <a:buClrTx/>
                        <a:buSzTx/>
                        <a:buFontTx/>
                        <a:buNone/>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Number of Action Standard KPIs meeting or exceeding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4" name="Slide Number Placeholder 3">
            <a:extLst>
              <a:ext uri="{FF2B5EF4-FFF2-40B4-BE49-F238E27FC236}">
                <a16:creationId xmlns:a16="http://schemas.microsoft.com/office/drawing/2014/main" id="{3613EE5B-080B-5ADC-6D27-7FABC047FE2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86E996FC-8641-BCDE-19D8-D005BBAB677B}"/>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85E90379-219E-74C6-DC1E-5D025465D121}"/>
              </a:ext>
            </a:extLst>
          </p:cNvPr>
          <p:cNvSpPr/>
          <p:nvPr/>
        </p:nvSpPr>
        <p:spPr>
          <a:xfrm>
            <a:off x="2433599" y="2531754"/>
            <a:ext cx="8928000" cy="678844"/>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a:ea typeface="+mn-ea"/>
                <a:cs typeface="+mn-cs"/>
              </a:rPr>
              <a:t>(N~670 Per Product)</a:t>
            </a:r>
          </a:p>
        </p:txBody>
      </p:sp>
      <p:sp>
        <p:nvSpPr>
          <p:cNvPr id="34" name="TextBox 33">
            <a:extLst>
              <a:ext uri="{FF2B5EF4-FFF2-40B4-BE49-F238E27FC236}">
                <a16:creationId xmlns:a16="http://schemas.microsoft.com/office/drawing/2014/main" id="{5C9835F9-AAC6-3168-67D7-0D75301A2B15}"/>
              </a:ext>
            </a:extLst>
          </p:cNvPr>
          <p:cNvSpPr txBox="1"/>
          <p:nvPr/>
        </p:nvSpPr>
        <p:spPr>
          <a:xfrm rot="16200000">
            <a:off x="247519" y="4645227"/>
            <a:ext cx="3335383" cy="646331"/>
          </a:xfrm>
          <a:prstGeom prst="rect">
            <a:avLst/>
          </a:prstGeom>
          <a:solidFill>
            <a:srgbClr val="B59E74"/>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SECONDARY ACTION STANDARD</a:t>
            </a:r>
          </a:p>
        </p:txBody>
      </p:sp>
      <p:sp>
        <p:nvSpPr>
          <p:cNvPr id="16" name="TextBox 15">
            <a:extLst>
              <a:ext uri="{FF2B5EF4-FFF2-40B4-BE49-F238E27FC236}">
                <a16:creationId xmlns:a16="http://schemas.microsoft.com/office/drawing/2014/main" id="{627EF88E-2FF4-50C5-195D-D789A07D3FE2}"/>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FEA6CFE0-DB3E-D769-F971-80D504BD06B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FB29EA82-1384-FE87-2A3F-D4A03BE3E5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AF5B2419-E59B-A557-FF7F-B790B2374B2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5C73E896-574D-19C2-3461-04EEAD9B65CB}"/>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9FB370CD-E021-0138-6678-379F1C986574}"/>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pic>
        <p:nvPicPr>
          <p:cNvPr id="6" name="Picture 5" descr="Icon&#10;&#10;Description automatically generated">
            <a:extLst>
              <a:ext uri="{FF2B5EF4-FFF2-40B4-BE49-F238E27FC236}">
                <a16:creationId xmlns:a16="http://schemas.microsoft.com/office/drawing/2014/main" id="{39D4185C-29C9-E9CA-F452-7850D51E1CC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4592627"/>
            <a:ext cx="360000" cy="360000"/>
          </a:xfrm>
          <a:prstGeom prst="rect">
            <a:avLst/>
          </a:prstGeom>
        </p:spPr>
      </p:pic>
      <p:pic>
        <p:nvPicPr>
          <p:cNvPr id="12" name="Picture 11" descr="Icon&#10;&#10;Description automatically generated">
            <a:extLst>
              <a:ext uri="{FF2B5EF4-FFF2-40B4-BE49-F238E27FC236}">
                <a16:creationId xmlns:a16="http://schemas.microsoft.com/office/drawing/2014/main" id="{F0A6762A-25EB-5E04-7028-3B2B54D3365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4592627"/>
            <a:ext cx="360000" cy="360000"/>
          </a:xfrm>
          <a:prstGeom prst="rect">
            <a:avLst/>
          </a:prstGeom>
        </p:spPr>
      </p:pic>
      <p:pic>
        <p:nvPicPr>
          <p:cNvPr id="15" name="Picture 14" descr="Icon&#10;&#10;Description automatically generated">
            <a:extLst>
              <a:ext uri="{FF2B5EF4-FFF2-40B4-BE49-F238E27FC236}">
                <a16:creationId xmlns:a16="http://schemas.microsoft.com/office/drawing/2014/main" id="{E171A5EF-E73F-334C-45FB-C7C3B78BDBF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4592627"/>
            <a:ext cx="360000" cy="360000"/>
          </a:xfrm>
          <a:prstGeom prst="rect">
            <a:avLst/>
          </a:prstGeom>
        </p:spPr>
      </p:pic>
      <p:pic>
        <p:nvPicPr>
          <p:cNvPr id="26" name="Picture 25" descr="Icon&#10;&#10;Description automatically generated">
            <a:extLst>
              <a:ext uri="{FF2B5EF4-FFF2-40B4-BE49-F238E27FC236}">
                <a16:creationId xmlns:a16="http://schemas.microsoft.com/office/drawing/2014/main" id="{888AAB84-A95E-0429-1C8F-E64E66C5706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5345351"/>
            <a:ext cx="360000" cy="360000"/>
          </a:xfrm>
          <a:prstGeom prst="rect">
            <a:avLst/>
          </a:prstGeom>
        </p:spPr>
      </p:pic>
      <p:pic>
        <p:nvPicPr>
          <p:cNvPr id="28" name="Picture 27" descr="Icon&#10;&#10;Description automatically generated">
            <a:extLst>
              <a:ext uri="{FF2B5EF4-FFF2-40B4-BE49-F238E27FC236}">
                <a16:creationId xmlns:a16="http://schemas.microsoft.com/office/drawing/2014/main" id="{07FDD153-2E54-AD3F-32FD-9FFCFF83E1D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5345351"/>
            <a:ext cx="360000" cy="360000"/>
          </a:xfrm>
          <a:prstGeom prst="rect">
            <a:avLst/>
          </a:prstGeom>
        </p:spPr>
      </p:pic>
      <p:pic>
        <p:nvPicPr>
          <p:cNvPr id="30" name="Picture 29" descr="Icon&#10;&#10;Description automatically generated">
            <a:extLst>
              <a:ext uri="{FF2B5EF4-FFF2-40B4-BE49-F238E27FC236}">
                <a16:creationId xmlns:a16="http://schemas.microsoft.com/office/drawing/2014/main" id="{3A086ACD-6571-6BE1-F607-1C1BBB71370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5345351"/>
            <a:ext cx="360000" cy="360000"/>
          </a:xfrm>
          <a:prstGeom prst="rect">
            <a:avLst/>
          </a:prstGeom>
        </p:spPr>
      </p:pic>
      <p:sp>
        <p:nvSpPr>
          <p:cNvPr id="3" name="TextBox 10">
            <a:extLst>
              <a:ext uri="{FF2B5EF4-FFF2-40B4-BE49-F238E27FC236}">
                <a16:creationId xmlns:a16="http://schemas.microsoft.com/office/drawing/2014/main" id="{BA630AFF-97F3-135F-A2B5-D415EF8C94DC}"/>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2" name="Group 1">
            <a:extLst>
              <a:ext uri="{FF2B5EF4-FFF2-40B4-BE49-F238E27FC236}">
                <a16:creationId xmlns:a16="http://schemas.microsoft.com/office/drawing/2014/main" id="{D604FBBB-704A-F1F6-6873-215011A5718D}"/>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434B11A0-0E83-0D3C-E405-67007C47FE2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55189CA3-54DA-8CED-27AA-E5D2AEB194A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07482FB9-39ED-C781-8433-BAAF51F0567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FB0E8267-6FB6-848D-F505-2D785FF99282}"/>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74076812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1AA40F76-7075-CA74-49BD-182153B337EF}"/>
            </a:ext>
          </a:extLst>
        </p:cNvPr>
        <p:cNvGrpSpPr/>
        <p:nvPr/>
      </p:nvGrpSpPr>
      <p:grpSpPr>
        <a:xfrm>
          <a:off x="0" y="0"/>
          <a:ext cx="0" cy="0"/>
          <a:chOff x="0" y="0"/>
          <a:chExt cx="0" cy="0"/>
        </a:xfrm>
      </p:grpSpPr>
      <p:graphicFrame>
        <p:nvGraphicFramePr>
          <p:cNvPr id="35" name="Table 6">
            <a:extLst>
              <a:ext uri="{FF2B5EF4-FFF2-40B4-BE49-F238E27FC236}">
                <a16:creationId xmlns:a16="http://schemas.microsoft.com/office/drawing/2014/main" id="{2860A14D-AEDB-577A-EA38-31FED8DEFEEB}"/>
              </a:ext>
            </a:extLst>
          </p:cNvPr>
          <p:cNvGraphicFramePr>
            <a:graphicFrameLocks noGrp="1"/>
          </p:cNvGraphicFramePr>
          <p:nvPr>
            <p:extLst>
              <p:ext uri="{D42A27DB-BD31-4B8C-83A1-F6EECF244321}">
                <p14:modId xmlns:p14="http://schemas.microsoft.com/office/powerpoint/2010/main" val="4207852008"/>
              </p:ext>
            </p:extLst>
          </p:nvPr>
        </p:nvGraphicFramePr>
        <p:xfrm>
          <a:off x="3097893" y="2368784"/>
          <a:ext cx="8062512" cy="5583933"/>
        </p:xfrm>
        <a:graphic>
          <a:graphicData uri="http://schemas.openxmlformats.org/drawingml/2006/table">
            <a:tbl>
              <a:tblPr firstRow="1" bandRow="1"/>
              <a:tblGrid>
                <a:gridCol w="4104550">
                  <a:extLst>
                    <a:ext uri="{9D8B030D-6E8A-4147-A177-3AD203B41FA5}">
                      <a16:colId xmlns:a16="http://schemas.microsoft.com/office/drawing/2014/main" val="962289824"/>
                    </a:ext>
                  </a:extLst>
                </a:gridCol>
                <a:gridCol w="1333728">
                  <a:extLst>
                    <a:ext uri="{9D8B030D-6E8A-4147-A177-3AD203B41FA5}">
                      <a16:colId xmlns:a16="http://schemas.microsoft.com/office/drawing/2014/main" val="3320763232"/>
                    </a:ext>
                  </a:extLst>
                </a:gridCol>
                <a:gridCol w="1312117">
                  <a:extLst>
                    <a:ext uri="{9D8B030D-6E8A-4147-A177-3AD203B41FA5}">
                      <a16:colId xmlns:a16="http://schemas.microsoft.com/office/drawing/2014/main" val="4063710066"/>
                    </a:ext>
                  </a:extLst>
                </a:gridCol>
                <a:gridCol w="1312117">
                  <a:extLst>
                    <a:ext uri="{9D8B030D-6E8A-4147-A177-3AD203B41FA5}">
                      <a16:colId xmlns:a16="http://schemas.microsoft.com/office/drawing/2014/main" val="103050973"/>
                    </a:ext>
                  </a:extLst>
                </a:gridCol>
              </a:tblGrid>
              <a:tr h="813553">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400">
                          <a:solidFill>
                            <a:schemeClr val="tx1"/>
                          </a:solidFill>
                          <a:latin typeface="Avenir Next LT Pro"/>
                        </a:rPr>
                        <a:t>Kaizen 4.0 Prototypes </a:t>
                      </a:r>
                      <a:endParaRPr lang="en-US" sz="1400">
                        <a:latin typeface="Avenir Next LT Pro"/>
                      </a:endParaRPr>
                    </a:p>
                    <a:p>
                      <a:pPr lvl="0" algn="ctr">
                        <a:buNone/>
                      </a:pPr>
                      <a:r>
                        <a:rPr lang="en-US" sz="1400" u="sng">
                          <a:solidFill>
                            <a:schemeClr val="tx1"/>
                          </a:solidFill>
                          <a:latin typeface="Avenir Next LT Pro"/>
                        </a:rPr>
                        <a:t>Delta </a:t>
                      </a:r>
                      <a:r>
                        <a:rPr lang="en-US" sz="1400">
                          <a:solidFill>
                            <a:schemeClr val="tx1"/>
                          </a:solidFill>
                          <a:latin typeface="Avenir Next LT Pro"/>
                        </a:rPr>
                        <a:t>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721104">
                <a:tc>
                  <a:txBody>
                    <a:bodyPr/>
                    <a:lstStyle/>
                    <a:p>
                      <a:pPr algn="r"/>
                      <a:r>
                        <a:rPr lang="en-US" sz="1200" b="0" dirty="0">
                          <a:latin typeface="Avenir Next LT Pro" panose="020B0504020202020204" pitchFamily="34" charset="0"/>
                        </a:rPr>
                        <a:t>Top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526002179"/>
                  </a:ext>
                </a:extLst>
              </a:tr>
              <a:tr h="721104">
                <a:tc>
                  <a:txBody>
                    <a:bodyPr/>
                    <a:lstStyle/>
                    <a:p>
                      <a:pPr algn="r"/>
                      <a:r>
                        <a:rPr lang="en-US" sz="1200" b="0">
                          <a:latin typeface="Avenir Next LT Pro" panose="020B0504020202020204" pitchFamily="34" charset="0"/>
                        </a:rPr>
                        <a:t>Top 2 Box Sensory Appeal (First Sip)</a:t>
                      </a:r>
                    </a:p>
                    <a:p>
                      <a:pPr algn="r"/>
                      <a:r>
                        <a:rPr lang="en-US" sz="1200" b="0">
                          <a:latin typeface="Avenir Next LT Pro" panose="020B0504020202020204" pitchFamily="34" charset="0"/>
                        </a:rPr>
                        <a:t>vs. 4.0 Control</a:t>
                      </a:r>
                      <a:endParaRPr lang="en-US" sz="1200" b="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721104">
                <a:tc>
                  <a:txBody>
                    <a:bodyPr/>
                    <a:lstStyle/>
                    <a:p>
                      <a:pPr algn="r"/>
                      <a:r>
                        <a:rPr lang="en-US" sz="1200" b="0" dirty="0">
                          <a:latin typeface="Avenir Next LT Pro" panose="020B0504020202020204" pitchFamily="34" charset="0"/>
                        </a:rPr>
                        <a:t>Bottom 4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-5%</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917577723"/>
                  </a:ext>
                </a:extLst>
              </a:tr>
              <a:tr h="721104">
                <a:tc>
                  <a:txBody>
                    <a:bodyPr/>
                    <a:lstStyle/>
                    <a:p>
                      <a:pPr algn="r"/>
                      <a:r>
                        <a:rPr lang="en-US" sz="1200" b="0" dirty="0">
                          <a:latin typeface="Avenir Next LT Pro" panose="020B0504020202020204" pitchFamily="34" charset="0"/>
                        </a:rPr>
                        <a:t>Top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372908789"/>
                  </a:ext>
                </a:extLst>
              </a:tr>
              <a:tr h="721104">
                <a:tc>
                  <a:txBody>
                    <a:bodyPr/>
                    <a:lstStyle/>
                    <a:p>
                      <a:pPr algn="r"/>
                      <a:r>
                        <a:rPr lang="en-US" sz="1200" b="0" dirty="0">
                          <a:latin typeface="Avenir Next LT Pro" panose="020B0504020202020204" pitchFamily="34" charset="0"/>
                        </a:rPr>
                        <a:t>Top 2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815808408"/>
                  </a:ext>
                </a:extLst>
              </a:tr>
              <a:tr h="721104">
                <a:tc>
                  <a:txBody>
                    <a:bodyPr/>
                    <a:lstStyle/>
                    <a:p>
                      <a:pPr algn="r"/>
                      <a:r>
                        <a:rPr lang="en-US" sz="1200" b="0" dirty="0">
                          <a:latin typeface="Avenir Next LT Pro" panose="020B0504020202020204" pitchFamily="34" charset="0"/>
                        </a:rPr>
                        <a:t>Bottom 4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697739186"/>
                  </a:ext>
                </a:extLst>
              </a:tr>
              <a:tr h="443756">
                <a:tc>
                  <a:txBody>
                    <a:bodyPr/>
                    <a:lstStyle/>
                    <a:p>
                      <a:pPr lvl="0" algn="r">
                        <a:buNone/>
                      </a:pPr>
                      <a:r>
                        <a:rPr lang="en-US" sz="1200" b="1" i="1">
                          <a:latin typeface="Avenir Next LT Pro"/>
                        </a:rPr>
                        <a:t>Average Sensory Appeal Delta vs. 4.0 Control</a:t>
                      </a:r>
                      <a:endParaRPr lang="en-US" sz="1200" b="1" i="1" dirty="0">
                        <a:latin typeface="Avenir Next LT Pro"/>
                      </a:endParaRPr>
                    </a:p>
                  </a:txBody>
                  <a:tcPr marL="109728" marR="109728" marT="54864" marB="54864" anchor="ctr">
                    <a:lnL w="0">
                      <a:noFill/>
                    </a:lnL>
                    <a:lnR w="28575" cap="flat" cmpd="sng" algn="ctr">
                      <a:solidFill>
                        <a:srgbClr val="FFFFFF"/>
                      </a:solidFill>
                      <a:prstDash val="solid"/>
                      <a:round/>
                      <a:headEnd type="none" w="med" len="med"/>
                      <a:tailEnd type="none" w="med" len="med"/>
                    </a:lnR>
                    <a:lnT w="0">
                      <a:noFill/>
                    </a:lnT>
                    <a:lnB w="0">
                      <a:noFill/>
                    </a:lnB>
                    <a:lnTlToBr w="0">
                      <a:noFill/>
                    </a:lnTlToBr>
                    <a:lnBlToTr w="0">
                      <a:noFill/>
                    </a:lnBlToTr>
                    <a:solidFill>
                      <a:srgbClr val="FFFFFF"/>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a:solidFill>
                        <a:srgbClr val="FFFFFF"/>
                      </a:solidFill>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extLst>
                  <a:ext uri="{0D108BD9-81ED-4DB2-BD59-A6C34878D82A}">
                    <a16:rowId xmlns:a16="http://schemas.microsoft.com/office/drawing/2014/main" val="2496137520"/>
                  </a:ext>
                </a:extLst>
              </a:tr>
            </a:tbl>
          </a:graphicData>
        </a:graphic>
      </p:graphicFrame>
      <p:sp>
        <p:nvSpPr>
          <p:cNvPr id="4" name="Slide Number Placeholder 3">
            <a:extLst>
              <a:ext uri="{FF2B5EF4-FFF2-40B4-BE49-F238E27FC236}">
                <a16:creationId xmlns:a16="http://schemas.microsoft.com/office/drawing/2014/main" id="{85EBCD9E-B92D-917B-C637-774C3A79471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1" name="Rectangle: Rounded Corners 10">
            <a:extLst>
              <a:ext uri="{FF2B5EF4-FFF2-40B4-BE49-F238E27FC236}">
                <a16:creationId xmlns:a16="http://schemas.microsoft.com/office/drawing/2014/main" id="{0112028D-1687-E7E9-54B3-3D4AF0960148}"/>
              </a:ext>
            </a:extLst>
          </p:cNvPr>
          <p:cNvSpPr/>
          <p:nvPr/>
        </p:nvSpPr>
        <p:spPr>
          <a:xfrm>
            <a:off x="3097893" y="1726602"/>
            <a:ext cx="8047689" cy="610876"/>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(N~670 Per Product)</a:t>
            </a:r>
          </a:p>
        </p:txBody>
      </p:sp>
      <p:sp>
        <p:nvSpPr>
          <p:cNvPr id="40" name="Title 1">
            <a:extLst>
              <a:ext uri="{FF2B5EF4-FFF2-40B4-BE49-F238E27FC236}">
                <a16:creationId xmlns:a16="http://schemas.microsoft.com/office/drawing/2014/main" id="{5E441C8F-C8BC-5833-4002-A1E7BB631D1C}"/>
              </a:ext>
            </a:extLst>
          </p:cNvPr>
          <p:cNvSpPr>
            <a:spLocks noGrp="1"/>
          </p:cNvSpPr>
          <p:nvPr>
            <p:ph type="ctrTitle"/>
          </p:nvPr>
        </p:nvSpPr>
        <p:spPr>
          <a:xfrm>
            <a:off x="457200" y="553740"/>
            <a:ext cx="7896386" cy="1107996"/>
          </a:xfrm>
          <a:ln>
            <a:solidFill>
              <a:schemeClr val="tx1">
                <a:lumMod val="50000"/>
                <a:lumOff val="50000"/>
              </a:schemeClr>
            </a:solidFill>
          </a:ln>
        </p:spPr>
        <p:txBody>
          <a:bodyPr anchor="ctr"/>
          <a:lstStyle/>
          <a:p>
            <a:r>
              <a:rPr lang="en-US" sz="2400" dirty="0">
                <a:latin typeface="Unity"/>
              </a:rPr>
              <a:t>Prototype 892 overall matches the performance of the 4.0 Control, while 643 and 296 receive slightly lower average sensory appeal deltas.</a:t>
            </a:r>
          </a:p>
        </p:txBody>
      </p:sp>
      <p:grpSp>
        <p:nvGrpSpPr>
          <p:cNvPr id="2" name="Group 1">
            <a:extLst>
              <a:ext uri="{FF2B5EF4-FFF2-40B4-BE49-F238E27FC236}">
                <a16:creationId xmlns:a16="http://schemas.microsoft.com/office/drawing/2014/main" id="{3468E834-675B-C5CE-E18E-D1F4A10B5930}"/>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931C3162-61FA-7A81-D6E5-80809614AAB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FD1A7993-5164-39A8-14C7-4AE18F5F506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9" name="Picture 8" descr="A bottle of soda with a red label&#10;&#10;Description automatically generated">
              <a:extLst>
                <a:ext uri="{FF2B5EF4-FFF2-40B4-BE49-F238E27FC236}">
                  <a16:creationId xmlns:a16="http://schemas.microsoft.com/office/drawing/2014/main" id="{FAA36642-CE96-6F4C-D121-418CE829F9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0" name="Picture 9" descr="A flag on a button&#10;&#10;Description automatically generated">
              <a:extLst>
                <a:ext uri="{FF2B5EF4-FFF2-40B4-BE49-F238E27FC236}">
                  <a16:creationId xmlns:a16="http://schemas.microsoft.com/office/drawing/2014/main" id="{CB56A485-0FD8-2E24-C953-C5358F7AFA43}"/>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2657915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19EBC7-7B51-6F91-E743-9D3468C1D38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D7550CF-E465-81FF-18E1-7A5BA342699D}"/>
              </a:ext>
            </a:extLst>
          </p:cNvPr>
          <p:cNvSpPr>
            <a:spLocks noGrp="1"/>
          </p:cNvSpPr>
          <p:nvPr>
            <p:ph type="ctrTitle"/>
          </p:nvPr>
        </p:nvSpPr>
        <p:spPr>
          <a:xfrm>
            <a:off x="415871" y="299953"/>
            <a:ext cx="7958380" cy="430887"/>
          </a:xfrm>
        </p:spPr>
        <p:txBody>
          <a:bodyPr anchor="t"/>
          <a:lstStyle/>
          <a:p>
            <a:pPr defTabSz="1097280">
              <a:defRPr/>
            </a:pPr>
            <a:r>
              <a:rPr lang="en-US" sz="2800">
                <a:solidFill>
                  <a:srgbClr val="000000"/>
                </a:solidFill>
                <a:latin typeface="Unity" panose="020B0505030303020204" pitchFamily="34" charset="0"/>
              </a:rPr>
              <a:t>Power Page Results Market Summary</a:t>
            </a:r>
            <a:r>
              <a:rPr lang="en-GB" sz="2800">
                <a:solidFill>
                  <a:srgbClr val="000000"/>
                </a:solidFill>
                <a:latin typeface="Unity" panose="020B0505030303020204" pitchFamily="34" charset="0"/>
              </a:rPr>
              <a:t>- Total Sample </a:t>
            </a:r>
            <a:endParaRPr lang="en-GB" sz="2800" b="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85B00972-88D8-32D8-E79C-D455DF12D67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61F30E6F-8A90-94EA-6068-F230A96ABBD2}"/>
              </a:ext>
            </a:extLst>
          </p:cNvPr>
          <p:cNvGraphicFramePr>
            <a:graphicFrameLocks noGrp="1"/>
          </p:cNvGraphicFramePr>
          <p:nvPr>
            <p:extLst>
              <p:ext uri="{D42A27DB-BD31-4B8C-83A1-F6EECF244321}">
                <p14:modId xmlns:p14="http://schemas.microsoft.com/office/powerpoint/2010/main" val="792204691"/>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2877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396344">
                <a:tc>
                  <a:txBody>
                    <a:bodyPr/>
                    <a:lstStyle/>
                    <a:p>
                      <a:pPr algn="ctr"/>
                      <a:r>
                        <a:rPr lang="en-GB" sz="1200" b="1">
                          <a:latin typeface="Avenir Next LT Pro"/>
                        </a:rPr>
                        <a:t>First Sip Sensory (Taste) Appeal</a:t>
                      </a:r>
                      <a:br>
                        <a:rPr lang="en-GB" sz="1200" b="1">
                          <a:latin typeface="Avenir Next LT Pro"/>
                        </a:rPr>
                      </a:br>
                      <a:r>
                        <a:rPr lang="en-GB" sz="1200" b="1">
                          <a:latin typeface="Avenir Next LT Pro"/>
                        </a:rPr>
                        <a:t>(Top 2 Box)</a:t>
                      </a:r>
                      <a:endParaRPr lang="en-GB" sz="1200" b="1" dirty="0">
                        <a:latin typeface="Avenir Next LT Pro"/>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lnSpc>
                          <a:spcPct val="100000"/>
                        </a:lnSpc>
                        <a:buNone/>
                      </a:pPr>
                      <a:r>
                        <a:rPr lang="en-IN" sz="1200" b="1" kern="1200" dirty="0">
                          <a:solidFill>
                            <a:schemeClr val="dk1"/>
                          </a:solidFill>
                          <a:latin typeface="Avenir Next LT Pro" panose="020B0504020202020204" pitchFamily="34" charset="0"/>
                          <a:ea typeface="+mn-ea"/>
                          <a:cs typeface="+mn-cs"/>
                        </a:rPr>
                        <a:t>47%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lnSpc>
                          <a:spcPct val="100000"/>
                        </a:lnSpc>
                        <a:buNone/>
                      </a:pPr>
                      <a:r>
                        <a:rPr lang="en-IN" sz="1200" b="1" kern="1200" dirty="0">
                          <a:solidFill>
                            <a:schemeClr val="dk1"/>
                          </a:solidFill>
                          <a:latin typeface="Avenir Next LT Pro" panose="020B0504020202020204" pitchFamily="34" charset="0"/>
                          <a:ea typeface="+mn-ea"/>
                          <a:cs typeface="+mn-cs"/>
                        </a:rPr>
                        <a:t>51%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lnSpc>
                          <a:spcPct val="100000"/>
                        </a:lnSpc>
                        <a:buNone/>
                      </a:pPr>
                      <a:r>
                        <a:rPr lang="en-IN" sz="1200" b="1" kern="1200" dirty="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lnSpc>
                          <a:spcPct val="100000"/>
                        </a:lnSpc>
                        <a:buNone/>
                      </a:pPr>
                      <a:r>
                        <a:rPr lang="en-IN" sz="1200" b="1" kern="1200" dirty="0">
                          <a:solidFill>
                            <a:schemeClr val="bg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396344">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396344">
                <a:tc>
                  <a:txBody>
                    <a:bodyPr/>
                    <a:lstStyle/>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396344">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396344">
                <a:tc>
                  <a:txBody>
                    <a:bodyPr/>
                    <a:lstStyle/>
                    <a:p>
                      <a:pPr algn="ctr"/>
                      <a:r>
                        <a:rPr lang="en-GB" sz="1200" b="1">
                          <a:latin typeface="Avenir Next LT Pro"/>
                        </a:rPr>
                        <a:t>Net Promoter Score</a:t>
                      </a:r>
                      <a:br>
                        <a:rPr lang="en-GB" sz="1200" b="1">
                          <a:latin typeface="Avenir Next LT Pro"/>
                        </a:rPr>
                      </a:br>
                      <a:r>
                        <a:rPr lang="en-GB" sz="1200" b="1">
                          <a:latin typeface="Avenir Next LT Pro"/>
                        </a:rPr>
                        <a:t>(%)</a:t>
                      </a:r>
                      <a:endParaRPr lang="en-GB" sz="1200" b="1" dirty="0">
                        <a:latin typeface="Avenir Next LT Pro"/>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492E909D-CD7B-5C94-E251-E392CD4277DA}"/>
              </a:ext>
            </a:extLst>
          </p:cNvPr>
          <p:cNvSpPr/>
          <p:nvPr/>
        </p:nvSpPr>
        <p:spPr>
          <a:xfrm>
            <a:off x="2699888" y="1678388"/>
            <a:ext cx="9230625" cy="604124"/>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(N~697 Per Product)</a:t>
            </a:r>
          </a:p>
        </p:txBody>
      </p:sp>
      <p:sp>
        <p:nvSpPr>
          <p:cNvPr id="35" name="TextBox 34">
            <a:extLst>
              <a:ext uri="{FF2B5EF4-FFF2-40B4-BE49-F238E27FC236}">
                <a16:creationId xmlns:a16="http://schemas.microsoft.com/office/drawing/2014/main" id="{C758DA2F-61E4-010A-DEF7-FDBBBEC0C162}"/>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6FF9CB97-B7CB-7A4B-3F72-E0FA096296A4}"/>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02EB7F48-4848-A3C3-D759-0717A5AD78A8}"/>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22CF3DF6-BCD2-2F58-D7D9-B436AA479294}"/>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DCB6D1D4-35AE-42E6-05B2-C235AA148FCF}"/>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8F03FBD1-3B02-C0B5-2D24-7F4597657730}"/>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6D3AC63C-B315-9EE0-8B07-327CF39CC97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48C20298-AA5B-E994-F15F-55DC7EB6057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Total Consumer Size = 697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5116E060-059F-874A-FF13-95A1BA37E32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D3668974-93E6-5F57-A7D1-F87AD66A4AC5}"/>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7068251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4FF24B-477E-3D82-AF4A-8D33EE468DB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FD9FF2E-4D6E-1332-9C87-145B2AC4F7E5}"/>
              </a:ext>
            </a:extLst>
          </p:cNvPr>
          <p:cNvSpPr>
            <a:spLocks noGrp="1"/>
          </p:cNvSpPr>
          <p:nvPr>
            <p:ph type="ctrTitle"/>
          </p:nvPr>
        </p:nvSpPr>
        <p:spPr>
          <a:xfrm>
            <a:off x="239294" y="260202"/>
            <a:ext cx="13716000" cy="369332"/>
          </a:xfrm>
        </p:spPr>
        <p:txBody>
          <a:bodyPr/>
          <a:lstStyle/>
          <a:p>
            <a:r>
              <a:rPr lang="en-US" sz="2400">
                <a:solidFill>
                  <a:srgbClr val="000000"/>
                </a:solidFill>
              </a:rPr>
              <a:t>Selected KPI Summary- </a:t>
            </a:r>
            <a:r>
              <a:rPr lang="en-GB" sz="2400">
                <a:solidFill>
                  <a:srgbClr val="000000"/>
                </a:solidFill>
                <a:latin typeface="Unity" panose="020B0505030303020204" pitchFamily="34" charset="0"/>
              </a:rPr>
              <a:t>Total Sample </a:t>
            </a:r>
            <a:endParaRPr lang="en-US" sz="2400"/>
          </a:p>
        </p:txBody>
      </p:sp>
      <p:sp>
        <p:nvSpPr>
          <p:cNvPr id="4" name="Slide Number Placeholder 3">
            <a:extLst>
              <a:ext uri="{FF2B5EF4-FFF2-40B4-BE49-F238E27FC236}">
                <a16:creationId xmlns:a16="http://schemas.microsoft.com/office/drawing/2014/main" id="{13BD3A65-0328-3D40-4A9B-D72DD2ECD40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EE8E729E-1184-9F66-128C-B0CF57878287}"/>
              </a:ext>
            </a:extLst>
          </p:cNvPr>
          <p:cNvGraphicFramePr>
            <a:graphicFrameLocks noGrp="1"/>
          </p:cNvGraphicFramePr>
          <p:nvPr>
            <p:extLst>
              <p:ext uri="{D42A27DB-BD31-4B8C-83A1-F6EECF244321}">
                <p14:modId xmlns:p14="http://schemas.microsoft.com/office/powerpoint/2010/main" val="4121760801"/>
              </p:ext>
            </p:extLst>
          </p:nvPr>
        </p:nvGraphicFramePr>
        <p:xfrm>
          <a:off x="2692101" y="1565381"/>
          <a:ext cx="11481097" cy="5767814"/>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418094">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332442">
                <a:tc gridSpan="2">
                  <a:txBody>
                    <a:bodyPr/>
                    <a:lstStyle/>
                    <a:p>
                      <a:r>
                        <a:rPr lang="en-US" sz="120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47%</a:t>
                      </a:r>
                    </a:p>
                  </a:txBody>
                  <a:tcPr marL="6350" marR="6350" marT="6350" marB="0" anchor="ctr">
                    <a:solidFill>
                      <a:srgbClr val="D0D1D2"/>
                    </a:solidFill>
                  </a:tcPr>
                </a:tc>
                <a:extLst>
                  <a:ext uri="{0D108BD9-81ED-4DB2-BD59-A6C34878D82A}">
                    <a16:rowId xmlns:a16="http://schemas.microsoft.com/office/drawing/2014/main" val="343408882"/>
                  </a:ext>
                </a:extLst>
              </a:tr>
              <a:tr h="33244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44%</a:t>
                      </a:r>
                    </a:p>
                  </a:txBody>
                  <a:tcPr marL="6350" marR="6350" marT="6350" marB="0" anchor="ctr">
                    <a:solidFill>
                      <a:srgbClr val="E9E9EA"/>
                    </a:solidFill>
                  </a:tcPr>
                </a:tc>
                <a:extLst>
                  <a:ext uri="{0D108BD9-81ED-4DB2-BD59-A6C34878D82A}">
                    <a16:rowId xmlns:a16="http://schemas.microsoft.com/office/drawing/2014/main" val="987826110"/>
                  </a:ext>
                </a:extLst>
              </a:tr>
              <a:tr h="332442">
                <a:tc gridSpan="2">
                  <a:txBody>
                    <a:bodyPr/>
                    <a:lstStyle/>
                    <a:p>
                      <a:r>
                        <a:rPr lang="en-US" sz="120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60%</a:t>
                      </a:r>
                    </a:p>
                  </a:txBody>
                  <a:tcPr marL="6350" marR="6350" marT="6350" marB="0" anchor="ctr">
                    <a:solidFill>
                      <a:srgbClr val="D0D1D2"/>
                    </a:solidFill>
                  </a:tcPr>
                </a:tc>
                <a:extLst>
                  <a:ext uri="{0D108BD9-81ED-4DB2-BD59-A6C34878D82A}">
                    <a16:rowId xmlns:a16="http://schemas.microsoft.com/office/drawing/2014/main" val="1340673233"/>
                  </a:ext>
                </a:extLst>
              </a:tr>
              <a:tr h="332442">
                <a:tc gridSpan="2">
                  <a:txBody>
                    <a:bodyPr/>
                    <a:lstStyle/>
                    <a:p>
                      <a:r>
                        <a:rPr lang="en-US" sz="120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6.91</a:t>
                      </a:r>
                    </a:p>
                  </a:txBody>
                  <a:tcPr marL="6350" marR="6350" marT="6350" marB="0" anchor="ctr">
                    <a:solidFill>
                      <a:srgbClr val="E9E9EA"/>
                    </a:solidFill>
                  </a:tcPr>
                </a:tc>
                <a:extLst>
                  <a:ext uri="{0D108BD9-81ED-4DB2-BD59-A6C34878D82A}">
                    <a16:rowId xmlns:a16="http://schemas.microsoft.com/office/drawing/2014/main" val="1517874195"/>
                  </a:ext>
                </a:extLst>
              </a:tr>
              <a:tr h="33244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6.87</a:t>
                      </a:r>
                    </a:p>
                  </a:txBody>
                  <a:tcPr marL="6350" marR="6350" marT="6350" marB="0" anchor="ctr">
                    <a:solidFill>
                      <a:srgbClr val="D0D1D2"/>
                    </a:solidFill>
                  </a:tcPr>
                </a:tc>
                <a:extLst>
                  <a:ext uri="{0D108BD9-81ED-4DB2-BD59-A6C34878D82A}">
                    <a16:rowId xmlns:a16="http://schemas.microsoft.com/office/drawing/2014/main" val="2003227308"/>
                  </a:ext>
                </a:extLst>
              </a:tr>
              <a:tr h="332442">
                <a:tc gridSpan="2">
                  <a:txBody>
                    <a:bodyPr/>
                    <a:lstStyle/>
                    <a:p>
                      <a:r>
                        <a:rPr lang="en-US" sz="1200" dirty="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E9E9EA"/>
                    </a:solidFill>
                  </a:tcPr>
                </a:tc>
                <a:extLst>
                  <a:ext uri="{0D108BD9-81ED-4DB2-BD59-A6C34878D82A}">
                    <a16:rowId xmlns:a16="http://schemas.microsoft.com/office/drawing/2014/main" val="2717936053"/>
                  </a:ext>
                </a:extLst>
              </a:tr>
              <a:tr h="33244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D0D1D2"/>
                    </a:solidFill>
                  </a:tcPr>
                </a:tc>
                <a:extLst>
                  <a:ext uri="{0D108BD9-81ED-4DB2-BD59-A6C34878D82A}">
                    <a16:rowId xmlns:a16="http://schemas.microsoft.com/office/drawing/2014/main" val="4065216157"/>
                  </a:ext>
                </a:extLst>
              </a:tr>
              <a:tr h="332442">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332442">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a:latin typeface="Avenir Next LT Pro" panose="020B0504020202020204" pitchFamily="34" charset="0"/>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363090">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a:rPr>
                        <a:t>Penalized </a:t>
                      </a:r>
                      <a:r>
                        <a:rPr lang="en-US" sz="1200" b="0" i="0" u="none" strike="noStrike" err="1">
                          <a:solidFill>
                            <a:srgbClr val="000000"/>
                          </a:solidFill>
                          <a:effectLst/>
                          <a:latin typeface="Avenir Next LT Pro"/>
                        </a:rPr>
                        <a:t>Attr</a:t>
                      </a:r>
                      <a:r>
                        <a:rPr lang="en-US" sz="1200" b="0" i="0" u="none" strike="noStrike">
                          <a:solidFill>
                            <a:srgbClr val="000000"/>
                          </a:solidFill>
                          <a:effectLst/>
                          <a:latin typeface="Avenir Next LT Pro"/>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LT Pro"/>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050" b="0" i="0" u="none" strike="noStrike">
                          <a:solidFill>
                            <a:srgbClr val="000000"/>
                          </a:solidFill>
                          <a:effectLst/>
                          <a:latin typeface="Avenir Next LT Pro"/>
                        </a:rPr>
                        <a:t>1.81</a:t>
                      </a:r>
                    </a:p>
                  </a:txBody>
                  <a:tcPr marL="6350" marR="6350" marT="6350" marB="0" anchor="ctr">
                    <a:solidFill>
                      <a:srgbClr val="E9E9EA"/>
                    </a:solidFill>
                  </a:tcPr>
                </a:tc>
                <a:tc>
                  <a:txBody>
                    <a:bodyPr/>
                    <a:lstStyle/>
                    <a:p>
                      <a:pPr algn="ctr" fontAlgn="b"/>
                      <a:r>
                        <a:rPr lang="en-IN" sz="1050" b="0" i="0" u="none" strike="noStrike">
                          <a:solidFill>
                            <a:srgbClr val="000000"/>
                          </a:solidFill>
                          <a:effectLst/>
                          <a:latin typeface="Avenir Next LT Pro"/>
                        </a:rPr>
                        <a:t>1.32</a:t>
                      </a:r>
                    </a:p>
                  </a:txBody>
                  <a:tcPr marL="6350" marR="6350" marT="6350" marB="0" anchor="ctr">
                    <a:solidFill>
                      <a:srgbClr val="E9E9EA"/>
                    </a:solidFill>
                  </a:tcPr>
                </a:tc>
                <a:tc>
                  <a:txBody>
                    <a:bodyPr/>
                    <a:lstStyle/>
                    <a:p>
                      <a:pPr algn="ctr" fontAlgn="b"/>
                      <a:r>
                        <a:rPr lang="en-IN" sz="1050" b="0" i="0" u="none" strike="noStrike">
                          <a:solidFill>
                            <a:srgbClr val="000000"/>
                          </a:solidFill>
                          <a:effectLst/>
                          <a:latin typeface="Avenir Next LT Pro"/>
                        </a:rPr>
                        <a:t>1.73</a:t>
                      </a:r>
                    </a:p>
                  </a:txBody>
                  <a:tcPr marL="6350" marR="6350" marT="6350" marB="0" anchor="ctr">
                    <a:solidFill>
                      <a:srgbClr val="E9E9EA"/>
                    </a:solidFill>
                  </a:tcPr>
                </a:tc>
                <a:tc>
                  <a:txBody>
                    <a:bodyPr/>
                    <a:lstStyle/>
                    <a:p>
                      <a:pPr algn="ctr" fontAlgn="b"/>
                      <a:r>
                        <a:rPr lang="en-IN" sz="1050" b="0" i="0" u="none" strike="noStrike" dirty="0">
                          <a:solidFill>
                            <a:srgbClr val="000000"/>
                          </a:solidFill>
                          <a:effectLst/>
                          <a:latin typeface="Avenir Next LT Pro"/>
                        </a:rPr>
                        <a:t>1.42</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827DDF87-3BB3-AC5D-57F5-091C3E2D7EDC}"/>
              </a:ext>
            </a:extLst>
          </p:cNvPr>
          <p:cNvSpPr/>
          <p:nvPr/>
        </p:nvSpPr>
        <p:spPr>
          <a:xfrm>
            <a:off x="2692102" y="967486"/>
            <a:ext cx="11481098" cy="548640"/>
          </a:xfrm>
          <a:prstGeom prst="roundRect">
            <a:avLst/>
          </a:prstGeom>
          <a:noFill/>
          <a:ln w="28575">
            <a:solidFill>
              <a:srgbClr val="0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(N~697 Per Product)</a:t>
            </a:r>
          </a:p>
        </p:txBody>
      </p:sp>
      <p:sp>
        <p:nvSpPr>
          <p:cNvPr id="11" name="TextBox 10">
            <a:extLst>
              <a:ext uri="{FF2B5EF4-FFF2-40B4-BE49-F238E27FC236}">
                <a16:creationId xmlns:a16="http://schemas.microsoft.com/office/drawing/2014/main" id="{9697108E-A3E4-CBDA-C86F-4F10DEDB107D}"/>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4B790108-F38F-A775-9671-EBA2111B16B4}"/>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60DAB3A8-4101-A780-8D33-B0F0694BA7D5}"/>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BBEC8909-4B67-3739-AD52-C4B4B17CB143}"/>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F8DC82E3-4120-8392-2596-E637A54DB8A5}"/>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351068DB-2BFF-A556-674F-07285AAE1074}"/>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1A6C2503-167E-F474-BFBF-AC32721E54A6}"/>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C2FC754C-E96C-9157-C8AD-6696923F35FD}"/>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63DA78D7-1AB7-21D7-DA60-46B9AA0F48CB}"/>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D3548658-3352-6B2B-C507-5C5985651573}"/>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324580B3-CB9D-618F-862E-3BD5F7088390}"/>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C76A19E4-B50C-08C6-2F30-D83121AC8D15}"/>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33A3733F-F722-FFF2-82EC-A07F108FF8F2}"/>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71605366-7D6A-40A6-B315-177640B05C1B}"/>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9BA97580-1B34-994F-FDA9-F8688892D147}"/>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FD0F8337-E704-98AF-FA73-18368993652A}"/>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FFC3CBF6-14DC-F2A3-AFB9-C260D5135A10}"/>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774C6E3B-8465-CF5A-68AE-8C6039B01427}"/>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F1199A32-A31D-9610-681D-77240F99D463}"/>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63A269E8-C0BC-BF43-D1B1-3344D137C3E5}"/>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CB246497-414B-658A-B440-2EFF89188289}"/>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AE261666-361A-F34D-445F-8E19CB1E55B2}"/>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EFC725C3-12BE-CBBC-EA2F-6FC1C747C1B1}"/>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94A9C508-05CA-E2DC-6FE7-D410F322F337}"/>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B3868EC0-6008-C971-1F8B-64011B743DF9}"/>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20341C4B-3569-3D86-C5C8-039AF7E4234B}"/>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5644244C-30B7-2272-BB93-CC774CB15D59}"/>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3DB73DC4-5357-1C24-7477-7BABF7B9FA91}"/>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12EFF4F0-3335-43F6-E003-C13CAA24C131}"/>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76149346-5C12-B63F-D9D0-EF946920FA50}"/>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AE19E79A-EE7A-C864-D868-F3B41BE92936}"/>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B0E6F638-3273-3759-663F-E079A9506CF5}"/>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00288302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BB86C7-A5B4-20A3-083B-0316B4D39760}"/>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A870A530-430A-2D12-BA92-1546ECAB1563}"/>
              </a:ext>
            </a:extLst>
          </p:cNvPr>
          <p:cNvSpPr>
            <a:spLocks noGrp="1"/>
          </p:cNvSpPr>
          <p:nvPr>
            <p:ph type="ctrTitle"/>
          </p:nvPr>
        </p:nvSpPr>
        <p:spPr>
          <a:xfrm>
            <a:off x="457200" y="577805"/>
            <a:ext cx="7896386" cy="1107996"/>
          </a:xfrm>
          <a:ln>
            <a:solidFill>
              <a:schemeClr val="tx1">
                <a:lumMod val="50000"/>
                <a:lumOff val="50000"/>
              </a:schemeClr>
            </a:solidFill>
          </a:ln>
        </p:spPr>
        <p:txBody>
          <a:bodyPr anchor="ctr"/>
          <a:lstStyle/>
          <a:p>
            <a:r>
              <a:rPr lang="en-US" sz="2400" dirty="0">
                <a:latin typeface="Unity"/>
              </a:rPr>
              <a:t>Among W+ CCZS Drinkers, Prototype 892 achieves sensory appeal action standards and demonstrates no meaningful sensory negatives.</a:t>
            </a:r>
            <a:endParaRPr lang="en-US" sz="2200" dirty="0">
              <a:latin typeface="Unity"/>
            </a:endParaRPr>
          </a:p>
        </p:txBody>
      </p:sp>
      <p:sp>
        <p:nvSpPr>
          <p:cNvPr id="4" name="Slide Number Placeholder 3">
            <a:extLst>
              <a:ext uri="{FF2B5EF4-FFF2-40B4-BE49-F238E27FC236}">
                <a16:creationId xmlns:a16="http://schemas.microsoft.com/office/drawing/2014/main" id="{D34D4173-6673-0830-A25B-B20DA102A80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8DA9B224-1009-91C0-FD57-2A0F1867AACD}"/>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A375FF98-BF90-5F5A-62D3-9C3D03FCA1F7}"/>
              </a:ext>
            </a:extLst>
          </p:cNvPr>
          <p:cNvSpPr/>
          <p:nvPr/>
        </p:nvSpPr>
        <p:spPr>
          <a:xfrm>
            <a:off x="2716095" y="2531754"/>
            <a:ext cx="8818306" cy="678844"/>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a:ea typeface="+mn-ea"/>
                <a:cs typeface="+mn-cs"/>
              </a:rPr>
              <a:t>(N~330 Per Product)</a:t>
            </a:r>
          </a:p>
        </p:txBody>
      </p:sp>
      <p:sp>
        <p:nvSpPr>
          <p:cNvPr id="53" name="Content Placeholder 2">
            <a:extLst>
              <a:ext uri="{FF2B5EF4-FFF2-40B4-BE49-F238E27FC236}">
                <a16:creationId xmlns:a16="http://schemas.microsoft.com/office/drawing/2014/main" id="{B899971C-E89D-8CF1-4A94-82DD48B1FC5E}"/>
              </a:ext>
            </a:extLst>
          </p:cNvPr>
          <p:cNvSpPr txBox="1">
            <a:spLocks/>
          </p:cNvSpPr>
          <p:nvPr/>
        </p:nvSpPr>
        <p:spPr>
          <a:xfrm>
            <a:off x="457200" y="1865985"/>
            <a:ext cx="13716000" cy="861992"/>
          </a:xfrm>
          <a:prstGeom prst="rect">
            <a:avLst/>
          </a:prstGeom>
        </p:spPr>
        <p:txBody>
          <a:bodyPr vert="horz" wrap="square" lIns="0" tIns="0" rIns="0" bIns="0" rtlCol="0" anchor="t">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ts val="0"/>
              </a:spcBef>
              <a:spcAft>
                <a:spcPts val="10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70C0"/>
                </a:solidFill>
                <a:effectLst/>
                <a:uLnTx/>
                <a:uFillTx/>
                <a:latin typeface="Avenir Next LT Pro"/>
                <a:ea typeface="+mn-ea"/>
                <a:cs typeface="+mn-cs"/>
              </a:rPr>
              <a:t>Prototypes 643 and 296 fail to meet the primary action standard due to sensory red flag penalties for insufficient carbonation, with Prototype 296 receiving an additional penalty for weak overall flavor.</a:t>
            </a:r>
          </a:p>
        </p:txBody>
      </p:sp>
      <p:sp>
        <p:nvSpPr>
          <p:cNvPr id="16" name="TextBox 15">
            <a:extLst>
              <a:ext uri="{FF2B5EF4-FFF2-40B4-BE49-F238E27FC236}">
                <a16:creationId xmlns:a16="http://schemas.microsoft.com/office/drawing/2014/main" id="{0E737C30-CAEC-594E-9E90-A807FF4059E3}"/>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388348FD-065F-CE9A-2FC2-D2F2F9C8733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2DD45ADB-0155-F294-9856-C8DCD972DEE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59476CF0-28F3-BB9A-4EFA-DC9D9396EFA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D253D5FF-E898-A039-1B71-70F454EB0AED}"/>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E470EC67-26B2-F700-60C5-BF228649F73C}"/>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sp>
        <p:nvSpPr>
          <p:cNvPr id="24" name="TextBox 23">
            <a:extLst>
              <a:ext uri="{FF2B5EF4-FFF2-40B4-BE49-F238E27FC236}">
                <a16:creationId xmlns:a16="http://schemas.microsoft.com/office/drawing/2014/main" id="{E83DAAB2-6685-64EC-B9DE-B4D3735EC12C}"/>
              </a:ext>
            </a:extLst>
          </p:cNvPr>
          <p:cNvSpPr txBox="1"/>
          <p:nvPr/>
        </p:nvSpPr>
        <p:spPr>
          <a:xfrm>
            <a:off x="12251608" y="6608145"/>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80% CL (two-tail)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80% CL (two-tail)</a:t>
            </a:r>
          </a:p>
        </p:txBody>
      </p:sp>
      <p:sp>
        <p:nvSpPr>
          <p:cNvPr id="25" name="TextBox 24">
            <a:extLst>
              <a:ext uri="{FF2B5EF4-FFF2-40B4-BE49-F238E27FC236}">
                <a16:creationId xmlns:a16="http://schemas.microsoft.com/office/drawing/2014/main" id="{2B90F44B-638D-0621-FCFC-B65C2500F229}"/>
              </a:ext>
            </a:extLst>
          </p:cNvPr>
          <p:cNvSpPr txBox="1"/>
          <p:nvPr/>
        </p:nvSpPr>
        <p:spPr>
          <a:xfrm>
            <a:off x="12212513" y="6245643"/>
            <a:ext cx="2517440"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&amp; Unpleasant Aftertaste LEGEND</a:t>
            </a:r>
          </a:p>
        </p:txBody>
      </p:sp>
      <p:graphicFrame>
        <p:nvGraphicFramePr>
          <p:cNvPr id="6" name="Table 6">
            <a:extLst>
              <a:ext uri="{FF2B5EF4-FFF2-40B4-BE49-F238E27FC236}">
                <a16:creationId xmlns:a16="http://schemas.microsoft.com/office/drawing/2014/main" id="{25A0581D-6BA4-2605-DE1F-E68444E47F86}"/>
              </a:ext>
            </a:extLst>
          </p:cNvPr>
          <p:cNvGraphicFramePr>
            <a:graphicFrameLocks noGrp="1"/>
          </p:cNvGraphicFramePr>
          <p:nvPr/>
        </p:nvGraphicFramePr>
        <p:xfrm>
          <a:off x="2673371" y="3300701"/>
          <a:ext cx="8861029" cy="3236976"/>
        </p:xfrm>
        <a:graphic>
          <a:graphicData uri="http://schemas.openxmlformats.org/drawingml/2006/table">
            <a:tbl>
              <a:tblPr firstRow="1" bandRow="1"/>
              <a:tblGrid>
                <a:gridCol w="4332229">
                  <a:extLst>
                    <a:ext uri="{9D8B030D-6E8A-4147-A177-3AD203B41FA5}">
                      <a16:colId xmlns:a16="http://schemas.microsoft.com/office/drawing/2014/main" val="962289824"/>
                    </a:ext>
                  </a:extLst>
                </a:gridCol>
                <a:gridCol w="1509600">
                  <a:extLst>
                    <a:ext uri="{9D8B030D-6E8A-4147-A177-3AD203B41FA5}">
                      <a16:colId xmlns:a16="http://schemas.microsoft.com/office/drawing/2014/main" val="3320763232"/>
                    </a:ext>
                  </a:extLst>
                </a:gridCol>
                <a:gridCol w="1509600">
                  <a:extLst>
                    <a:ext uri="{9D8B030D-6E8A-4147-A177-3AD203B41FA5}">
                      <a16:colId xmlns:a16="http://schemas.microsoft.com/office/drawing/2014/main" val="4063710066"/>
                    </a:ext>
                  </a:extLst>
                </a:gridCol>
                <a:gridCol w="150960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At least parity </a:t>
                      </a:r>
                      <a:r>
                        <a:rPr lang="en-US" sz="1400" dirty="0">
                          <a:effectLst>
                            <a:outerShdw blurRad="38100" dist="38100" dir="2700000" algn="tl">
                              <a:srgbClr val="000000">
                                <a:alpha val="43137"/>
                              </a:srgbClr>
                            </a:outerShdw>
                          </a:effectLst>
                          <a:latin typeface="Avenir Next LT Pro" panose="020B0504020202020204" pitchFamily="34" charset="0"/>
                        </a:rPr>
                        <a:t>First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(Overall Liking) </a:t>
                      </a:r>
                      <a:r>
                        <a:rPr lang="en-US" sz="1400" u="sng" dirty="0">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At least parity </a:t>
                      </a:r>
                      <a:r>
                        <a:rPr lang="en-US" sz="1400" dirty="0">
                          <a:effectLst>
                            <a:outerShdw blurRad="38100" dist="38100" dir="2700000" algn="tl">
                              <a:srgbClr val="000000">
                                <a:alpha val="43137"/>
                              </a:srgbClr>
                            </a:outerShdw>
                          </a:effectLst>
                          <a:latin typeface="Avenir Next LT Pro" panose="020B0504020202020204" pitchFamily="34" charset="0"/>
                        </a:rPr>
                        <a:t>Last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(Overall Liking) </a:t>
                      </a:r>
                      <a:r>
                        <a:rPr lang="en-US" sz="1400" u="sng" dirty="0">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No meaningful Sensory Attribute Negatives</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1E7418ED-7306-1511-4000-32F05459FE47}"/>
              </a:ext>
            </a:extLst>
          </p:cNvPr>
          <p:cNvSpPr txBox="1"/>
          <p:nvPr/>
        </p:nvSpPr>
        <p:spPr>
          <a:xfrm rot="16200000">
            <a:off x="640723" y="4636090"/>
            <a:ext cx="3297776" cy="646331"/>
          </a:xfrm>
          <a:prstGeom prst="rect">
            <a:avLst/>
          </a:prstGeom>
          <a:solidFill>
            <a:srgbClr val="FFC0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PRIMARY ACTION STANDARD</a:t>
            </a:r>
          </a:p>
        </p:txBody>
      </p:sp>
      <p:pic>
        <p:nvPicPr>
          <p:cNvPr id="15" name="Picture 14">
            <a:extLst>
              <a:ext uri="{FF2B5EF4-FFF2-40B4-BE49-F238E27FC236}">
                <a16:creationId xmlns:a16="http://schemas.microsoft.com/office/drawing/2014/main" id="{FA94ED2B-67E2-710D-DC07-32BAB75B297B}"/>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4506053"/>
            <a:ext cx="474985" cy="468000"/>
          </a:xfrm>
          <a:prstGeom prst="rect">
            <a:avLst/>
          </a:prstGeom>
        </p:spPr>
      </p:pic>
      <p:pic>
        <p:nvPicPr>
          <p:cNvPr id="26" name="Picture 25">
            <a:extLst>
              <a:ext uri="{FF2B5EF4-FFF2-40B4-BE49-F238E27FC236}">
                <a16:creationId xmlns:a16="http://schemas.microsoft.com/office/drawing/2014/main" id="{0E84BF86-2F80-BEFB-DECB-1BC7BDA4F983}"/>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4506053"/>
            <a:ext cx="474985" cy="468000"/>
          </a:xfrm>
          <a:prstGeom prst="rect">
            <a:avLst/>
          </a:prstGeom>
        </p:spPr>
      </p:pic>
      <p:pic>
        <p:nvPicPr>
          <p:cNvPr id="28" name="Picture 27">
            <a:extLst>
              <a:ext uri="{FF2B5EF4-FFF2-40B4-BE49-F238E27FC236}">
                <a16:creationId xmlns:a16="http://schemas.microsoft.com/office/drawing/2014/main" id="{6AFC86B9-4EDE-D1CD-7383-C57415D9C02E}"/>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4506362"/>
            <a:ext cx="474985" cy="468000"/>
          </a:xfrm>
          <a:prstGeom prst="rect">
            <a:avLst/>
          </a:prstGeom>
        </p:spPr>
      </p:pic>
      <p:pic>
        <p:nvPicPr>
          <p:cNvPr id="30" name="Picture 29">
            <a:extLst>
              <a:ext uri="{FF2B5EF4-FFF2-40B4-BE49-F238E27FC236}">
                <a16:creationId xmlns:a16="http://schemas.microsoft.com/office/drawing/2014/main" id="{89ECCEEA-FAFD-8358-54F7-E2C9DC15710E}"/>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5254517"/>
            <a:ext cx="474985" cy="468000"/>
          </a:xfrm>
          <a:prstGeom prst="rect">
            <a:avLst/>
          </a:prstGeom>
        </p:spPr>
      </p:pic>
      <p:pic>
        <p:nvPicPr>
          <p:cNvPr id="32" name="Picture 31">
            <a:extLst>
              <a:ext uri="{FF2B5EF4-FFF2-40B4-BE49-F238E27FC236}">
                <a16:creationId xmlns:a16="http://schemas.microsoft.com/office/drawing/2014/main" id="{E809B568-8111-164F-C07B-9552559D8B12}"/>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5254517"/>
            <a:ext cx="474985" cy="468000"/>
          </a:xfrm>
          <a:prstGeom prst="rect">
            <a:avLst/>
          </a:prstGeom>
        </p:spPr>
      </p:pic>
      <p:pic>
        <p:nvPicPr>
          <p:cNvPr id="36" name="Picture 35">
            <a:extLst>
              <a:ext uri="{FF2B5EF4-FFF2-40B4-BE49-F238E27FC236}">
                <a16:creationId xmlns:a16="http://schemas.microsoft.com/office/drawing/2014/main" id="{6CBFE3F0-BD24-15CE-1308-17F4B342553E}"/>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5254826"/>
            <a:ext cx="474985" cy="468000"/>
          </a:xfrm>
          <a:prstGeom prst="rect">
            <a:avLst/>
          </a:prstGeom>
        </p:spPr>
      </p:pic>
      <p:pic>
        <p:nvPicPr>
          <p:cNvPr id="38" name="Picture 37">
            <a:extLst>
              <a:ext uri="{FF2B5EF4-FFF2-40B4-BE49-F238E27FC236}">
                <a16:creationId xmlns:a16="http://schemas.microsoft.com/office/drawing/2014/main" id="{8A1756FE-8C75-E293-BDE6-DA861AC49FFE}"/>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7559890" y="6013698"/>
            <a:ext cx="432000" cy="432000"/>
          </a:xfrm>
          <a:prstGeom prst="rect">
            <a:avLst/>
          </a:prstGeom>
        </p:spPr>
      </p:pic>
      <p:pic>
        <p:nvPicPr>
          <p:cNvPr id="43" name="Picture 42">
            <a:extLst>
              <a:ext uri="{FF2B5EF4-FFF2-40B4-BE49-F238E27FC236}">
                <a16:creationId xmlns:a16="http://schemas.microsoft.com/office/drawing/2014/main" id="{24836179-82AE-2273-6742-56F5252919FA}"/>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9061414" y="6013698"/>
            <a:ext cx="432000" cy="432000"/>
          </a:xfrm>
          <a:prstGeom prst="rect">
            <a:avLst/>
          </a:prstGeom>
        </p:spPr>
      </p:pic>
      <p:pic>
        <p:nvPicPr>
          <p:cNvPr id="45" name="Picture 44">
            <a:extLst>
              <a:ext uri="{FF2B5EF4-FFF2-40B4-BE49-F238E27FC236}">
                <a16:creationId xmlns:a16="http://schemas.microsoft.com/office/drawing/2014/main" id="{E5A1A299-A92A-0135-8780-5CA4BD4BCB32}"/>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29" y="5977698"/>
            <a:ext cx="474985" cy="468000"/>
          </a:xfrm>
          <a:prstGeom prst="rect">
            <a:avLst/>
          </a:prstGeom>
        </p:spPr>
      </p:pic>
      <p:sp>
        <p:nvSpPr>
          <p:cNvPr id="3" name="TextBox 10">
            <a:extLst>
              <a:ext uri="{FF2B5EF4-FFF2-40B4-BE49-F238E27FC236}">
                <a16:creationId xmlns:a16="http://schemas.microsoft.com/office/drawing/2014/main" id="{351DE1D5-1668-1D71-2731-4763CD7F412D}"/>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2" name="Group 1">
            <a:extLst>
              <a:ext uri="{FF2B5EF4-FFF2-40B4-BE49-F238E27FC236}">
                <a16:creationId xmlns:a16="http://schemas.microsoft.com/office/drawing/2014/main" id="{0EAAAA1B-CA8B-C1D9-E8DB-F60974F0D4CE}"/>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80829D93-6035-05A5-E796-8FD854E7B55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C6132E55-03F6-EEAF-089A-D6B4D635320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C7C80527-9FD3-5593-B7FE-877F04D569C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1CE31313-D9E8-920C-CE71-128D29E46C2E}"/>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0354003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CBE6B5-BBB3-48D2-35B5-DEF9FEF72D09}"/>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8D7F4EEB-3742-891B-2130-B00AFFC85060}"/>
              </a:ext>
            </a:extLst>
          </p:cNvPr>
          <p:cNvSpPr>
            <a:spLocks noGrp="1"/>
          </p:cNvSpPr>
          <p:nvPr>
            <p:ph type="ctrTitle"/>
          </p:nvPr>
        </p:nvSpPr>
        <p:spPr>
          <a:xfrm>
            <a:off x="457200" y="577805"/>
            <a:ext cx="7896386" cy="1107996"/>
          </a:xfrm>
          <a:ln>
            <a:solidFill>
              <a:schemeClr val="tx1">
                <a:lumMod val="50000"/>
                <a:lumOff val="50000"/>
              </a:schemeClr>
            </a:solidFill>
          </a:ln>
        </p:spPr>
        <p:txBody>
          <a:bodyPr anchor="ctr"/>
          <a:lstStyle/>
          <a:p>
            <a:r>
              <a:rPr lang="en-US" sz="2400" dirty="0">
                <a:latin typeface="Unity"/>
              </a:rPr>
              <a:t>Secondary sensory appeal metrics do not highlight a clear winner, despite Prototype 892 passing primary action standards.</a:t>
            </a:r>
            <a:endParaRPr lang="en-US" sz="2200" dirty="0">
              <a:latin typeface="Unity"/>
            </a:endParaRPr>
          </a:p>
        </p:txBody>
      </p:sp>
      <p:sp>
        <p:nvSpPr>
          <p:cNvPr id="4" name="Slide Number Placeholder 3">
            <a:extLst>
              <a:ext uri="{FF2B5EF4-FFF2-40B4-BE49-F238E27FC236}">
                <a16:creationId xmlns:a16="http://schemas.microsoft.com/office/drawing/2014/main" id="{10224477-10C2-D2EA-8535-19FF2B35986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39C8D1AA-991D-3299-0781-F84A594CF97D}"/>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D17F9961-A000-03B1-8ECD-F868885C7E57}"/>
              </a:ext>
            </a:extLst>
          </p:cNvPr>
          <p:cNvSpPr/>
          <p:nvPr/>
        </p:nvSpPr>
        <p:spPr>
          <a:xfrm>
            <a:off x="2433599" y="2531754"/>
            <a:ext cx="8928001" cy="678844"/>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a:ea typeface="+mn-ea"/>
                <a:cs typeface="+mn-cs"/>
              </a:rPr>
              <a:t>(N~330 Per Product)</a:t>
            </a:r>
          </a:p>
        </p:txBody>
      </p:sp>
      <p:sp>
        <p:nvSpPr>
          <p:cNvPr id="16" name="TextBox 15">
            <a:extLst>
              <a:ext uri="{FF2B5EF4-FFF2-40B4-BE49-F238E27FC236}">
                <a16:creationId xmlns:a16="http://schemas.microsoft.com/office/drawing/2014/main" id="{7C16CC18-90F1-238F-1185-95B5D33EF500}"/>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1EA17CBB-FA79-FE78-F888-6EB64E472B5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EA906A38-CFB9-0CB0-D023-A1FF347B82D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46CB084F-6BCC-7571-F072-9DD08B0BA99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53DBF55E-885D-8A60-5D53-4D861D85C8CB}"/>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2931A126-E13A-4CD2-43B8-5EC1ABD9464D}"/>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graphicFrame>
        <p:nvGraphicFramePr>
          <p:cNvPr id="6" name="Table 6">
            <a:extLst>
              <a:ext uri="{FF2B5EF4-FFF2-40B4-BE49-F238E27FC236}">
                <a16:creationId xmlns:a16="http://schemas.microsoft.com/office/drawing/2014/main" id="{C1910F22-192E-403C-F85E-1938BA0CC654}"/>
              </a:ext>
            </a:extLst>
          </p:cNvPr>
          <p:cNvGraphicFramePr>
            <a:graphicFrameLocks noGrp="1"/>
          </p:cNvGraphicFramePr>
          <p:nvPr/>
        </p:nvGraphicFramePr>
        <p:xfrm>
          <a:off x="2433600" y="3300701"/>
          <a:ext cx="8928000" cy="3236976"/>
        </p:xfrm>
        <a:graphic>
          <a:graphicData uri="http://schemas.openxmlformats.org/drawingml/2006/table">
            <a:tbl>
              <a:tblPr firstRow="1" bandRow="1"/>
              <a:tblGrid>
                <a:gridCol w="4808490">
                  <a:extLst>
                    <a:ext uri="{9D8B030D-6E8A-4147-A177-3AD203B41FA5}">
                      <a16:colId xmlns:a16="http://schemas.microsoft.com/office/drawing/2014/main" val="962289824"/>
                    </a:ext>
                  </a:extLst>
                </a:gridCol>
                <a:gridCol w="1373170">
                  <a:extLst>
                    <a:ext uri="{9D8B030D-6E8A-4147-A177-3AD203B41FA5}">
                      <a16:colId xmlns:a16="http://schemas.microsoft.com/office/drawing/2014/main" val="3320763232"/>
                    </a:ext>
                  </a:extLst>
                </a:gridCol>
                <a:gridCol w="1373170">
                  <a:extLst>
                    <a:ext uri="{9D8B030D-6E8A-4147-A177-3AD203B41FA5}">
                      <a16:colId xmlns:a16="http://schemas.microsoft.com/office/drawing/2014/main" val="4063710066"/>
                    </a:ext>
                  </a:extLst>
                </a:gridCol>
                <a:gridCol w="137317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b="0" u="sng" dirty="0">
                          <a:latin typeface="Avenir Next LT Pro"/>
                        </a:rPr>
                        <a:t>&lt;</a:t>
                      </a:r>
                      <a:r>
                        <a:rPr lang="en-US" sz="1400" b="0" u="none" dirty="0">
                          <a:latin typeface="Avenir Next LT Pro"/>
                        </a:rPr>
                        <a:t> </a:t>
                      </a:r>
                      <a:r>
                        <a:rPr lang="en-US" sz="1400" b="0" dirty="0">
                          <a:latin typeface="Avenir Next LT Pro"/>
                        </a:rPr>
                        <a:t>5% at </a:t>
                      </a:r>
                      <a:r>
                        <a:rPr lang="en-US" sz="1400" kern="1200" dirty="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First Sip Sensory Appeal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kern="1200" dirty="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dirty="0">
                          <a:solidFill>
                            <a:schemeClr val="dk1"/>
                          </a:solidFill>
                          <a:effectLst/>
                          <a:latin typeface="Avenir Next LT Pro" panose="020B0504020202020204" pitchFamily="34" charset="0"/>
                          <a:ea typeface="+mn-ea"/>
                          <a:cs typeface="+mn-cs"/>
                        </a:rPr>
                        <a:t>Overall Liking) </a:t>
                      </a:r>
                      <a:r>
                        <a:rPr lang="en-US" sz="1400" u="sng" dirty="0">
                          <a:latin typeface="Avenir Next LT Pro" panose="020B0504020202020204" pitchFamily="34" charset="0"/>
                        </a:rPr>
                        <a:t>% </a:t>
                      </a:r>
                      <a:r>
                        <a:rPr lang="en-US" sz="1400" u="sng" dirty="0" err="1">
                          <a:latin typeface="Avenir Next LT Pro" panose="020B0504020202020204" pitchFamily="34" charset="0"/>
                        </a:rPr>
                        <a:t>Dislikers</a:t>
                      </a:r>
                      <a:r>
                        <a:rPr lang="en-US" sz="1400" dirty="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rtl="0" eaLnBrk="1" fontAlgn="auto" latinLnBrk="0" hangingPunct="1">
                        <a:lnSpc>
                          <a:spcPct val="100000"/>
                        </a:lnSpc>
                        <a:spcBef>
                          <a:spcPts val="0"/>
                        </a:spcBef>
                        <a:spcAft>
                          <a:spcPts val="0"/>
                        </a:spcAft>
                        <a:buClrTx/>
                        <a:buSzTx/>
                        <a:buFontTx/>
                        <a:buNone/>
                      </a:pPr>
                      <a:r>
                        <a:rPr lang="en-US" sz="1400" b="0" u="sng" dirty="0">
                          <a:latin typeface="Avenir Next LT Pro"/>
                        </a:rPr>
                        <a:t>&lt;</a:t>
                      </a:r>
                      <a:r>
                        <a:rPr lang="en-US" sz="1400" b="0" u="none" dirty="0">
                          <a:latin typeface="Avenir Next LT Pro"/>
                        </a:rPr>
                        <a:t> </a:t>
                      </a:r>
                      <a:r>
                        <a:rPr lang="en-US" sz="1400" b="0" dirty="0">
                          <a:latin typeface="Avenir Next LT Pro"/>
                        </a:rPr>
                        <a:t>5% at </a:t>
                      </a:r>
                      <a:r>
                        <a:rPr lang="en-US" sz="1400" kern="1200" dirty="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Last Sip Sensory Appeal </a:t>
                      </a:r>
                    </a:p>
                    <a:p>
                      <a:pPr marL="0" marR="0" lvl="0" indent="0" algn="r" rtl="0" eaLnBrk="1" fontAlgn="auto" latinLnBrk="0" hangingPunct="1">
                        <a:lnSpc>
                          <a:spcPct val="100000"/>
                        </a:lnSpc>
                        <a:spcBef>
                          <a:spcPts val="0"/>
                        </a:spcBef>
                        <a:spcAft>
                          <a:spcPts val="0"/>
                        </a:spcAft>
                        <a:buClrTx/>
                        <a:buSzTx/>
                        <a:buFontTx/>
                        <a:buNone/>
                      </a:pPr>
                      <a:r>
                        <a:rPr lang="en-US" sz="1400" kern="1200" dirty="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dirty="0">
                          <a:solidFill>
                            <a:schemeClr val="dk1"/>
                          </a:solidFill>
                          <a:effectLst/>
                          <a:latin typeface="Avenir Next LT Pro" panose="020B0504020202020204" pitchFamily="34" charset="0"/>
                          <a:ea typeface="+mn-ea"/>
                          <a:cs typeface="+mn-cs"/>
                        </a:rPr>
                        <a:t>Overall Liking) </a:t>
                      </a:r>
                      <a:r>
                        <a:rPr lang="en-US" sz="1400" u="sng" dirty="0">
                          <a:latin typeface="Avenir Next LT Pro" panose="020B0504020202020204" pitchFamily="34" charset="0"/>
                        </a:rPr>
                        <a:t>% </a:t>
                      </a:r>
                      <a:r>
                        <a:rPr lang="en-US" sz="1400" u="sng" dirty="0" err="1">
                          <a:latin typeface="Avenir Next LT Pro" panose="020B0504020202020204" pitchFamily="34" charset="0"/>
                        </a:rPr>
                        <a:t>Dislikers</a:t>
                      </a:r>
                      <a:r>
                        <a:rPr lang="en-US" sz="1400" dirty="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Number of Action Standard KPIs meeting or exceeding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3</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8B2ED4E7-639C-952D-F824-7A06F2B4694D}"/>
              </a:ext>
            </a:extLst>
          </p:cNvPr>
          <p:cNvSpPr txBox="1"/>
          <p:nvPr/>
        </p:nvSpPr>
        <p:spPr>
          <a:xfrm rot="16200000">
            <a:off x="296723" y="4596022"/>
            <a:ext cx="3236975" cy="646331"/>
          </a:xfrm>
          <a:prstGeom prst="rect">
            <a:avLst/>
          </a:prstGeom>
          <a:solidFill>
            <a:srgbClr val="B59E74"/>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SECONDARY ACTION STANDARD</a:t>
            </a:r>
          </a:p>
        </p:txBody>
      </p:sp>
      <p:pic>
        <p:nvPicPr>
          <p:cNvPr id="15" name="Picture 14" descr="Icon&#10;&#10;Description automatically generated">
            <a:extLst>
              <a:ext uri="{FF2B5EF4-FFF2-40B4-BE49-F238E27FC236}">
                <a16:creationId xmlns:a16="http://schemas.microsoft.com/office/drawing/2014/main" id="{91447084-F2EB-5BDC-7903-1EBDFAF9A08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4592627"/>
            <a:ext cx="360000" cy="360000"/>
          </a:xfrm>
          <a:prstGeom prst="rect">
            <a:avLst/>
          </a:prstGeom>
        </p:spPr>
      </p:pic>
      <p:pic>
        <p:nvPicPr>
          <p:cNvPr id="26" name="Picture 25" descr="Icon&#10;&#10;Description automatically generated">
            <a:extLst>
              <a:ext uri="{FF2B5EF4-FFF2-40B4-BE49-F238E27FC236}">
                <a16:creationId xmlns:a16="http://schemas.microsoft.com/office/drawing/2014/main" id="{6F94E7E5-E0C5-FE62-070B-A5DFD55229D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4592627"/>
            <a:ext cx="360000" cy="360000"/>
          </a:xfrm>
          <a:prstGeom prst="rect">
            <a:avLst/>
          </a:prstGeom>
        </p:spPr>
      </p:pic>
      <p:pic>
        <p:nvPicPr>
          <p:cNvPr id="28" name="Picture 27" descr="Icon&#10;&#10;Description automatically generated">
            <a:extLst>
              <a:ext uri="{FF2B5EF4-FFF2-40B4-BE49-F238E27FC236}">
                <a16:creationId xmlns:a16="http://schemas.microsoft.com/office/drawing/2014/main" id="{CE1EFA21-D59C-84D3-80EF-8904C663753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4592627"/>
            <a:ext cx="360000" cy="360000"/>
          </a:xfrm>
          <a:prstGeom prst="rect">
            <a:avLst/>
          </a:prstGeom>
        </p:spPr>
      </p:pic>
      <p:pic>
        <p:nvPicPr>
          <p:cNvPr id="30" name="Picture 29" descr="Icon&#10;&#10;Description automatically generated">
            <a:extLst>
              <a:ext uri="{FF2B5EF4-FFF2-40B4-BE49-F238E27FC236}">
                <a16:creationId xmlns:a16="http://schemas.microsoft.com/office/drawing/2014/main" id="{26B5B447-117B-E03C-F258-0D2121A8BD7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5345351"/>
            <a:ext cx="360000" cy="360000"/>
          </a:xfrm>
          <a:prstGeom prst="rect">
            <a:avLst/>
          </a:prstGeom>
        </p:spPr>
      </p:pic>
      <p:pic>
        <p:nvPicPr>
          <p:cNvPr id="32" name="Picture 31" descr="Icon&#10;&#10;Description automatically generated">
            <a:extLst>
              <a:ext uri="{FF2B5EF4-FFF2-40B4-BE49-F238E27FC236}">
                <a16:creationId xmlns:a16="http://schemas.microsoft.com/office/drawing/2014/main" id="{5CEED61B-05C2-3EB1-2642-59C55B7860D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5345351"/>
            <a:ext cx="360000" cy="360000"/>
          </a:xfrm>
          <a:prstGeom prst="rect">
            <a:avLst/>
          </a:prstGeom>
        </p:spPr>
      </p:pic>
      <p:pic>
        <p:nvPicPr>
          <p:cNvPr id="36" name="Picture 35" descr="Icon&#10;&#10;Description automatically generated">
            <a:extLst>
              <a:ext uri="{FF2B5EF4-FFF2-40B4-BE49-F238E27FC236}">
                <a16:creationId xmlns:a16="http://schemas.microsoft.com/office/drawing/2014/main" id="{230878CD-5E2A-6A80-1374-EA3BA64524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5345351"/>
            <a:ext cx="360000" cy="360000"/>
          </a:xfrm>
          <a:prstGeom prst="rect">
            <a:avLst/>
          </a:prstGeom>
        </p:spPr>
      </p:pic>
      <p:sp>
        <p:nvSpPr>
          <p:cNvPr id="3" name="TextBox 10">
            <a:extLst>
              <a:ext uri="{FF2B5EF4-FFF2-40B4-BE49-F238E27FC236}">
                <a16:creationId xmlns:a16="http://schemas.microsoft.com/office/drawing/2014/main" id="{72BD44AF-6030-ACFB-593E-ABA370F427D6}"/>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2" name="Group 1">
            <a:extLst>
              <a:ext uri="{FF2B5EF4-FFF2-40B4-BE49-F238E27FC236}">
                <a16:creationId xmlns:a16="http://schemas.microsoft.com/office/drawing/2014/main" id="{416A6179-1A04-B513-2C33-AA7797EC5DF5}"/>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BC4A25FA-EE8A-475C-9204-9C9C6C8CD83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1CC31D7E-B8A3-B0DB-49DA-5EF39DF00E6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59A663F1-4BAB-6955-EC05-5FCA7BF40AC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5D970CE3-E06D-A8C4-A2A4-CA74CAB85FB8}"/>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09951188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0430EA1C-9B21-00EE-55A3-B911041395A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1000E23-E638-DC81-CB85-70C1D453DA5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40" name="Title 1">
            <a:extLst>
              <a:ext uri="{FF2B5EF4-FFF2-40B4-BE49-F238E27FC236}">
                <a16:creationId xmlns:a16="http://schemas.microsoft.com/office/drawing/2014/main" id="{503547EF-8CA0-55E9-9DB5-122A155CB5F9}"/>
              </a:ext>
            </a:extLst>
          </p:cNvPr>
          <p:cNvSpPr>
            <a:spLocks noGrp="1"/>
          </p:cNvSpPr>
          <p:nvPr>
            <p:ph type="ctrTitle"/>
          </p:nvPr>
        </p:nvSpPr>
        <p:spPr>
          <a:xfrm>
            <a:off x="457200" y="738406"/>
            <a:ext cx="7896386" cy="738664"/>
          </a:xfrm>
          <a:ln>
            <a:solidFill>
              <a:schemeClr val="tx1">
                <a:lumMod val="50000"/>
                <a:lumOff val="50000"/>
              </a:schemeClr>
            </a:solidFill>
          </a:ln>
        </p:spPr>
        <p:txBody>
          <a:bodyPr anchor="ctr"/>
          <a:lstStyle/>
          <a:p>
            <a:r>
              <a:rPr lang="en-US" sz="2400" dirty="0">
                <a:latin typeface="Unity"/>
              </a:rPr>
              <a:t>All prototypes are similar to the 4.0 Control, with Prototype 892 performing closest to the 4.0 Control overall.  </a:t>
            </a:r>
          </a:p>
        </p:txBody>
      </p:sp>
      <p:graphicFrame>
        <p:nvGraphicFramePr>
          <p:cNvPr id="6" name="Table 6">
            <a:extLst>
              <a:ext uri="{FF2B5EF4-FFF2-40B4-BE49-F238E27FC236}">
                <a16:creationId xmlns:a16="http://schemas.microsoft.com/office/drawing/2014/main" id="{BE19152D-C050-78FB-FBEA-3A6007004E5C}"/>
              </a:ext>
            </a:extLst>
          </p:cNvPr>
          <p:cNvGraphicFramePr>
            <a:graphicFrameLocks noGrp="1"/>
          </p:cNvGraphicFramePr>
          <p:nvPr>
            <p:extLst>
              <p:ext uri="{D42A27DB-BD31-4B8C-83A1-F6EECF244321}">
                <p14:modId xmlns:p14="http://schemas.microsoft.com/office/powerpoint/2010/main" val="3793048382"/>
              </p:ext>
            </p:extLst>
          </p:nvPr>
        </p:nvGraphicFramePr>
        <p:xfrm>
          <a:off x="3291355" y="2425000"/>
          <a:ext cx="8062512" cy="5512027"/>
        </p:xfrm>
        <a:graphic>
          <a:graphicData uri="http://schemas.openxmlformats.org/drawingml/2006/table">
            <a:tbl>
              <a:tblPr firstRow="1" bandRow="1"/>
              <a:tblGrid>
                <a:gridCol w="4104550">
                  <a:extLst>
                    <a:ext uri="{9D8B030D-6E8A-4147-A177-3AD203B41FA5}">
                      <a16:colId xmlns:a16="http://schemas.microsoft.com/office/drawing/2014/main" val="962289824"/>
                    </a:ext>
                  </a:extLst>
                </a:gridCol>
                <a:gridCol w="1333728">
                  <a:extLst>
                    <a:ext uri="{9D8B030D-6E8A-4147-A177-3AD203B41FA5}">
                      <a16:colId xmlns:a16="http://schemas.microsoft.com/office/drawing/2014/main" val="3320763232"/>
                    </a:ext>
                  </a:extLst>
                </a:gridCol>
                <a:gridCol w="1312117">
                  <a:extLst>
                    <a:ext uri="{9D8B030D-6E8A-4147-A177-3AD203B41FA5}">
                      <a16:colId xmlns:a16="http://schemas.microsoft.com/office/drawing/2014/main" val="4063710066"/>
                    </a:ext>
                  </a:extLst>
                </a:gridCol>
                <a:gridCol w="1312117">
                  <a:extLst>
                    <a:ext uri="{9D8B030D-6E8A-4147-A177-3AD203B41FA5}">
                      <a16:colId xmlns:a16="http://schemas.microsoft.com/office/drawing/2014/main" val="103050973"/>
                    </a:ext>
                  </a:extLst>
                </a:gridCol>
              </a:tblGrid>
              <a:tr h="803077">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400">
                          <a:solidFill>
                            <a:schemeClr val="tx1"/>
                          </a:solidFill>
                          <a:latin typeface="Avenir Next LT Pro"/>
                        </a:rPr>
                        <a:t>Kaizen 4.0 Prototypes </a:t>
                      </a:r>
                      <a:endParaRPr lang="en-US" sz="1400">
                        <a:latin typeface="Avenir Next LT Pro"/>
                      </a:endParaRPr>
                    </a:p>
                    <a:p>
                      <a:pPr lvl="0" algn="ctr">
                        <a:buNone/>
                      </a:pPr>
                      <a:r>
                        <a:rPr lang="en-US" sz="1400" u="sng">
                          <a:solidFill>
                            <a:schemeClr val="tx1"/>
                          </a:solidFill>
                          <a:latin typeface="Avenir Next LT Pro"/>
                        </a:rPr>
                        <a:t>Delta </a:t>
                      </a:r>
                      <a:r>
                        <a:rPr lang="en-US" sz="1400">
                          <a:solidFill>
                            <a:schemeClr val="tx1"/>
                          </a:solidFill>
                          <a:latin typeface="Avenir Next LT Pro"/>
                        </a:rPr>
                        <a:t>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711818">
                <a:tc>
                  <a:txBody>
                    <a:bodyPr/>
                    <a:lstStyle/>
                    <a:p>
                      <a:pPr algn="r"/>
                      <a:r>
                        <a:rPr lang="en-US" sz="1200" b="0" dirty="0">
                          <a:latin typeface="Avenir Next LT Pro" panose="020B0504020202020204" pitchFamily="34" charset="0"/>
                        </a:rPr>
                        <a:t>Top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62052242"/>
                  </a:ext>
                </a:extLst>
              </a:tr>
              <a:tr h="711818">
                <a:tc>
                  <a:txBody>
                    <a:bodyPr/>
                    <a:lstStyle/>
                    <a:p>
                      <a:pPr algn="r"/>
                      <a:r>
                        <a:rPr lang="en-US" sz="1200" b="0">
                          <a:latin typeface="Avenir Next LT Pro" panose="020B0504020202020204" pitchFamily="34" charset="0"/>
                        </a:rPr>
                        <a:t>Top 2 Box Sensory Appeal (First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711818">
                <a:tc>
                  <a:txBody>
                    <a:bodyPr/>
                    <a:lstStyle/>
                    <a:p>
                      <a:pPr algn="r"/>
                      <a:r>
                        <a:rPr lang="en-US" sz="1200" b="0" dirty="0">
                          <a:latin typeface="Avenir Next LT Pro" panose="020B0504020202020204" pitchFamily="34" charset="0"/>
                        </a:rPr>
                        <a:t>Bottom 4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-5%</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041642329"/>
                  </a:ext>
                </a:extLst>
              </a:tr>
              <a:tr h="711818">
                <a:tc>
                  <a:txBody>
                    <a:bodyPr/>
                    <a:lstStyle/>
                    <a:p>
                      <a:pPr algn="r"/>
                      <a:r>
                        <a:rPr lang="en-US" sz="1200" b="0" dirty="0">
                          <a:latin typeface="Avenir Next LT Pro" panose="020B0504020202020204" pitchFamily="34" charset="0"/>
                        </a:rPr>
                        <a:t>Top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189649948"/>
                  </a:ext>
                </a:extLst>
              </a:tr>
              <a:tr h="711818">
                <a:tc>
                  <a:txBody>
                    <a:bodyPr/>
                    <a:lstStyle/>
                    <a:p>
                      <a:pPr algn="r"/>
                      <a:r>
                        <a:rPr lang="en-US" sz="1200" b="0">
                          <a:latin typeface="Avenir Next LT Pro" panose="020B0504020202020204" pitchFamily="34" charset="0"/>
                        </a:rPr>
                        <a:t>Top 2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815808408"/>
                  </a:ext>
                </a:extLst>
              </a:tr>
              <a:tr h="711818">
                <a:tc>
                  <a:txBody>
                    <a:bodyPr/>
                    <a:lstStyle/>
                    <a:p>
                      <a:pPr algn="r"/>
                      <a:r>
                        <a:rPr lang="en-US" sz="1200" b="0">
                          <a:latin typeface="Avenir Next LT Pro" panose="020B0504020202020204" pitchFamily="34" charset="0"/>
                        </a:rPr>
                        <a:t>Bottom 4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-5%</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-5%</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697739186"/>
                  </a:ext>
                </a:extLst>
              </a:tr>
              <a:tr h="438042">
                <a:tc>
                  <a:txBody>
                    <a:bodyPr/>
                    <a:lstStyle/>
                    <a:p>
                      <a:pPr lvl="0" algn="r">
                        <a:buNone/>
                      </a:pPr>
                      <a:r>
                        <a:rPr lang="en-US" sz="1200" b="1" i="1" dirty="0">
                          <a:latin typeface="Avenir Next LT Pro"/>
                        </a:rPr>
                        <a:t>Average Sensory Appeal Delta vs. 4.0 Control</a:t>
                      </a:r>
                    </a:p>
                  </a:txBody>
                  <a:tcPr marL="109728" marR="109728" marT="54864" marB="54864" anchor="ctr">
                    <a:lnL w="0">
                      <a:noFill/>
                    </a:lnL>
                    <a:lnR w="28575" cap="flat" cmpd="sng" algn="ctr">
                      <a:solidFill>
                        <a:srgbClr val="FFFFFF"/>
                      </a:solidFill>
                      <a:prstDash val="solid"/>
                      <a:round/>
                      <a:headEnd type="none" w="med" len="med"/>
                      <a:tailEnd type="none" w="med" len="med"/>
                    </a:lnR>
                    <a:lnT w="0">
                      <a:noFill/>
                    </a:lnT>
                    <a:lnB w="0">
                      <a:noFill/>
                    </a:lnB>
                    <a:lnTlToBr w="0">
                      <a:noFill/>
                    </a:lnTlToBr>
                    <a:lnBlToTr w="0">
                      <a:noFill/>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a:solidFill>
                        <a:srgbClr val="FFFFFF"/>
                      </a:solidFill>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extLst>
                  <a:ext uri="{0D108BD9-81ED-4DB2-BD59-A6C34878D82A}">
                    <a16:rowId xmlns:a16="http://schemas.microsoft.com/office/drawing/2014/main" val="2496137520"/>
                  </a:ext>
                </a:extLst>
              </a:tr>
            </a:tbl>
          </a:graphicData>
        </a:graphic>
      </p:graphicFrame>
      <p:sp>
        <p:nvSpPr>
          <p:cNvPr id="8" name="Rectangle: Rounded Corners 7">
            <a:extLst>
              <a:ext uri="{FF2B5EF4-FFF2-40B4-BE49-F238E27FC236}">
                <a16:creationId xmlns:a16="http://schemas.microsoft.com/office/drawing/2014/main" id="{24C92669-EE3D-B33D-17FE-FE9AF625F967}"/>
              </a:ext>
            </a:extLst>
          </p:cNvPr>
          <p:cNvSpPr/>
          <p:nvPr/>
        </p:nvSpPr>
        <p:spPr>
          <a:xfrm>
            <a:off x="3291355" y="1782818"/>
            <a:ext cx="8047689" cy="610876"/>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(N~339 Per Product)</a:t>
            </a:r>
          </a:p>
        </p:txBody>
      </p:sp>
      <p:grpSp>
        <p:nvGrpSpPr>
          <p:cNvPr id="2" name="Group 1">
            <a:extLst>
              <a:ext uri="{FF2B5EF4-FFF2-40B4-BE49-F238E27FC236}">
                <a16:creationId xmlns:a16="http://schemas.microsoft.com/office/drawing/2014/main" id="{C0F1F2D5-57E2-F4AB-DA4C-BD37E73253D0}"/>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FC973864-34D0-59EF-312A-D0FF56C265A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7037FF65-9D0F-2820-7FB0-FF275117BC5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1" name="Picture 10" descr="A bottle of soda with a red label&#10;&#10;Description automatically generated">
              <a:extLst>
                <a:ext uri="{FF2B5EF4-FFF2-40B4-BE49-F238E27FC236}">
                  <a16:creationId xmlns:a16="http://schemas.microsoft.com/office/drawing/2014/main" id="{F12C38D9-E6BE-F084-EB19-95A5082DF01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B3CF462C-85BA-30D6-D4C1-06762784789C}"/>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07035169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434FEE-C8A8-3216-3842-CA4DEF3EEFC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54DBB5E-BE37-D4ED-81D1-23C573FD25F6}"/>
              </a:ext>
            </a:extLst>
          </p:cNvPr>
          <p:cNvSpPr>
            <a:spLocks noGrp="1"/>
          </p:cNvSpPr>
          <p:nvPr>
            <p:ph type="ctrTitle"/>
          </p:nvPr>
        </p:nvSpPr>
        <p:spPr>
          <a:xfrm>
            <a:off x="415871" y="299953"/>
            <a:ext cx="7958380" cy="861774"/>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W+ CCZS DRINKERS</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F6E18CC8-23FA-C604-B6C4-D1BFB127925F}"/>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16E96924-1542-B3A2-C6BC-3C89676CEB75}"/>
              </a:ext>
            </a:extLst>
          </p:cNvPr>
          <p:cNvGraphicFramePr>
            <a:graphicFrameLocks noGrp="1"/>
          </p:cNvGraphicFramePr>
          <p:nvPr>
            <p:extLst>
              <p:ext uri="{D42A27DB-BD31-4B8C-83A1-F6EECF244321}">
                <p14:modId xmlns:p14="http://schemas.microsoft.com/office/powerpoint/2010/main" val="3872782063"/>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a:ln>
                            <a:noFill/>
                          </a:ln>
                          <a:solidFill>
                            <a:srgbClr val="000000"/>
                          </a:solidFill>
                          <a:effectLst/>
                          <a:uLnTx/>
                          <a:uFillTx/>
                          <a:latin typeface="Avenir Next LT Pro"/>
                          <a:ea typeface="+mn-ea"/>
                          <a:cs typeface="+mn-cs"/>
                        </a:rPr>
                      </a:br>
                      <a:r>
                        <a:rPr kumimoji="0" lang="en-GB" sz="1200" b="1" i="0" u="none" strike="noStrike" kern="1200" cap="none" spc="0" normalizeH="0" baseline="0" noProof="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6.79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6.92</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A5A3851A-5620-C3F5-8DB0-5DA3F7CD64E9}"/>
              </a:ext>
            </a:extLst>
          </p:cNvPr>
          <p:cNvSpPr/>
          <p:nvPr/>
        </p:nvSpPr>
        <p:spPr>
          <a:xfrm>
            <a:off x="2699888" y="1678388"/>
            <a:ext cx="9230625" cy="604124"/>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(N~339 Per Product)</a:t>
            </a:r>
          </a:p>
        </p:txBody>
      </p:sp>
      <p:sp>
        <p:nvSpPr>
          <p:cNvPr id="35" name="TextBox 34">
            <a:extLst>
              <a:ext uri="{FF2B5EF4-FFF2-40B4-BE49-F238E27FC236}">
                <a16:creationId xmlns:a16="http://schemas.microsoft.com/office/drawing/2014/main" id="{9AF549D3-54EE-DFF8-EFF7-C6BD1ECF9CD0}"/>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0A11CFC5-165D-DE9A-2134-7288BDF8195F}"/>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71C7CAE1-95BA-814E-66FE-0955EBF3C6B9}"/>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11BF842C-6A7A-55F7-749E-F95BF30CEB11}"/>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CF8F5DA8-28C3-D474-9265-8BC64EA76BCE}"/>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0E2B20FE-6665-8EBB-B4EF-289795EC5784}"/>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87F00BA0-8DB9-7FAB-6B71-A1EE4E99FEE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7715015B-9EA5-4D18-2267-5822CB61427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W+CCZS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B0878053-EF47-B8A4-6809-A0714B0AF1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37EF4F85-CD38-BB64-1533-4F5BD8D95F8B}"/>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4664669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C55247-71B1-72DB-F12F-E7E4CFF2977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E5A95FA-5D99-F874-E48D-21758D513BAA}"/>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W+ CCZS DRINKERS</a:t>
            </a:r>
            <a:endParaRPr lang="en-US" sz="2400" dirty="0"/>
          </a:p>
        </p:txBody>
      </p:sp>
      <p:sp>
        <p:nvSpPr>
          <p:cNvPr id="4" name="Slide Number Placeholder 3">
            <a:extLst>
              <a:ext uri="{FF2B5EF4-FFF2-40B4-BE49-F238E27FC236}">
                <a16:creationId xmlns:a16="http://schemas.microsoft.com/office/drawing/2014/main" id="{05F114A0-E94D-F5B3-9955-DBC702E63BF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7773B39A-683A-AB06-D642-97CBF49001C9}"/>
              </a:ext>
            </a:extLst>
          </p:cNvPr>
          <p:cNvGraphicFramePr>
            <a:graphicFrameLocks noGrp="1"/>
          </p:cNvGraphicFramePr>
          <p:nvPr>
            <p:extLst>
              <p:ext uri="{D42A27DB-BD31-4B8C-83A1-F6EECF244321}">
                <p14:modId xmlns:p14="http://schemas.microsoft.com/office/powerpoint/2010/main" val="401266087"/>
              </p:ext>
            </p:extLst>
          </p:nvPr>
        </p:nvGraphicFramePr>
        <p:xfrm>
          <a:off x="2692101" y="1565383"/>
          <a:ext cx="11481097" cy="5204690"/>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20674">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90422">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49%</a:t>
                      </a:r>
                    </a:p>
                  </a:txBody>
                  <a:tcPr marL="6350" marR="6350" marT="6350" marB="0" anchor="ctr">
                    <a:solidFill>
                      <a:srgbClr val="D0D1D2"/>
                    </a:solidFill>
                  </a:tcPr>
                </a:tc>
                <a:extLst>
                  <a:ext uri="{0D108BD9-81ED-4DB2-BD59-A6C34878D82A}">
                    <a16:rowId xmlns:a16="http://schemas.microsoft.com/office/drawing/2014/main" val="343408882"/>
                  </a:ext>
                </a:extLst>
              </a:tr>
              <a:tr h="29042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46%</a:t>
                      </a:r>
                    </a:p>
                  </a:txBody>
                  <a:tcPr marL="6350" marR="6350" marT="6350" marB="0" anchor="ctr">
                    <a:solidFill>
                      <a:srgbClr val="E9E9EA"/>
                    </a:solidFill>
                  </a:tcPr>
                </a:tc>
                <a:extLst>
                  <a:ext uri="{0D108BD9-81ED-4DB2-BD59-A6C34878D82A}">
                    <a16:rowId xmlns:a16="http://schemas.microsoft.com/office/drawing/2014/main" val="987826110"/>
                  </a:ext>
                </a:extLst>
              </a:tr>
              <a:tr h="290422">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60%</a:t>
                      </a:r>
                    </a:p>
                  </a:txBody>
                  <a:tcPr marL="6350" marR="6350" marT="6350" marB="0" anchor="ctr">
                    <a:solidFill>
                      <a:srgbClr val="D0D1D2"/>
                    </a:solidFill>
                  </a:tcPr>
                </a:tc>
                <a:extLst>
                  <a:ext uri="{0D108BD9-81ED-4DB2-BD59-A6C34878D82A}">
                    <a16:rowId xmlns:a16="http://schemas.microsoft.com/office/drawing/2014/main" val="1340673233"/>
                  </a:ext>
                </a:extLst>
              </a:tr>
              <a:tr h="290422">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6.93</a:t>
                      </a:r>
                    </a:p>
                  </a:txBody>
                  <a:tcPr marL="6350" marR="6350" marT="6350" marB="0" anchor="ctr">
                    <a:solidFill>
                      <a:srgbClr val="E9E9EA"/>
                    </a:solidFill>
                  </a:tcPr>
                </a:tc>
                <a:extLst>
                  <a:ext uri="{0D108BD9-81ED-4DB2-BD59-A6C34878D82A}">
                    <a16:rowId xmlns:a16="http://schemas.microsoft.com/office/drawing/2014/main" val="1517874195"/>
                  </a:ext>
                </a:extLst>
              </a:tr>
              <a:tr h="29042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6.85</a:t>
                      </a:r>
                    </a:p>
                  </a:txBody>
                  <a:tcPr marL="6350" marR="6350" marT="6350" marB="0" anchor="ctr">
                    <a:solidFill>
                      <a:srgbClr val="D0D1D2"/>
                    </a:solidFill>
                  </a:tcPr>
                </a:tc>
                <a:extLst>
                  <a:ext uri="{0D108BD9-81ED-4DB2-BD59-A6C34878D82A}">
                    <a16:rowId xmlns:a16="http://schemas.microsoft.com/office/drawing/2014/main" val="2003227308"/>
                  </a:ext>
                </a:extLst>
              </a:tr>
              <a:tr h="290422">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E9E9EA"/>
                    </a:solidFill>
                  </a:tcPr>
                </a:tc>
                <a:extLst>
                  <a:ext uri="{0D108BD9-81ED-4DB2-BD59-A6C34878D82A}">
                    <a16:rowId xmlns:a16="http://schemas.microsoft.com/office/drawing/2014/main" val="2717936053"/>
                  </a:ext>
                </a:extLst>
              </a:tr>
              <a:tr h="29042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D0D1D2"/>
                    </a:solidFill>
                  </a:tcPr>
                </a:tc>
                <a:extLst>
                  <a:ext uri="{0D108BD9-81ED-4DB2-BD59-A6C34878D82A}">
                    <a16:rowId xmlns:a16="http://schemas.microsoft.com/office/drawing/2014/main" val="4065216157"/>
                  </a:ext>
                </a:extLst>
              </a:tr>
              <a:tr h="288190">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dirty="0">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8190">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a:latin typeface="Avenir Next LT Pro" panose="020B0504020202020204" pitchFamily="34" charset="0"/>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8190">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3428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8190">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8190">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3428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a:latin typeface="Avenir Next LT Pro" panose="020B0504020202020204" pitchFamily="34" charset="0"/>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3563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2</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0</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8190">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1.99</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1.83</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n/a</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1.15</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1E7CCD3F-0682-5344-C014-80D7DF50078B}"/>
              </a:ext>
            </a:extLst>
          </p:cNvPr>
          <p:cNvSpPr/>
          <p:nvPr/>
        </p:nvSpPr>
        <p:spPr>
          <a:xfrm>
            <a:off x="2692102" y="967486"/>
            <a:ext cx="11481098" cy="548640"/>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(N~339 Per Product)</a:t>
            </a:r>
          </a:p>
        </p:txBody>
      </p:sp>
      <p:sp>
        <p:nvSpPr>
          <p:cNvPr id="11" name="TextBox 10">
            <a:extLst>
              <a:ext uri="{FF2B5EF4-FFF2-40B4-BE49-F238E27FC236}">
                <a16:creationId xmlns:a16="http://schemas.microsoft.com/office/drawing/2014/main" id="{9959BEB9-FC18-134F-AAD8-9D7B9CAAC192}"/>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A66BC388-481C-39BD-ADF1-8E9565199E44}"/>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ECAB084E-7D72-5003-652D-CD0EADFEC6B3}"/>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63D05C3E-5099-4641-9AA9-C419CBA3FA34}"/>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B269D245-ED8B-0969-2859-F286803F7F23}"/>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BB6720A0-6D7F-F30B-0A1C-66663380DA1B}"/>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495DE15E-3082-279A-73A3-6B6015E46FCE}"/>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4C2B96A4-9E70-12E7-74F6-2BA19114B38C}"/>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5AD2F9AD-F5BC-7179-B9E1-24643534DC8B}"/>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A463E4A3-231D-B1BC-A325-2A5B6488E7C7}"/>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F1067C7E-69BC-296D-D118-CCCB3A646376}"/>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A49E5685-5EC2-3886-DE78-763951FFD8AB}"/>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F0A8C545-A39F-34A1-A28B-86D3C39A33CC}"/>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835D2F6F-2863-4834-C777-B39E403B2B9D}"/>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063F1BA1-D1FA-2941-909D-9ED4E5E8ED34}"/>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C291CB20-BD28-0D79-44A3-0FC866875CFE}"/>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C52FE436-637E-A9B4-76CC-49ECA641A03F}"/>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E5F9BC5F-8E9E-42F0-EFA1-D86741F54D4B}"/>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E6737DCE-591F-A7AD-F22D-8B8858705908}"/>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31029A7A-6356-9B23-B1CC-F0157ACA0DAC}"/>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677E4769-4536-AECE-AACB-116C141380BF}"/>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120BC69E-2614-7ECC-5B37-7F69E23FC9A5}"/>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1B49F3F6-778D-21EB-D191-F49EA1781FDE}"/>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612CC51F-E7D7-B06D-3F6A-F81EDBFB04AD}"/>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6E31E833-D490-1F22-3BE0-3431DDA4007E}"/>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760CC8F4-8296-CE07-6037-6074AD2C68A8}"/>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E4661706-F7CB-713F-4DE6-BF8F87977949}"/>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9C360507-5EB4-29C4-5A70-27967F70FBA1}"/>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0D4A543D-A4C4-EE99-B81C-89B0199C97C3}"/>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1139099F-D1FD-13E3-B461-E7D4EB204864}"/>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5C8A612A-1072-F54D-88FF-722222724194}"/>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265C8670-995F-DA46-4510-A9791695E258}"/>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81148266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A50DAC-2EF5-9298-7972-882C26F68825}"/>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9124C111-E799-7FE9-3BA5-687FDF714490}"/>
              </a:ext>
            </a:extLst>
          </p:cNvPr>
          <p:cNvSpPr>
            <a:spLocks noGrp="1"/>
          </p:cNvSpPr>
          <p:nvPr>
            <p:ph type="ctrTitle"/>
          </p:nvPr>
        </p:nvSpPr>
        <p:spPr>
          <a:xfrm>
            <a:off x="457200" y="577805"/>
            <a:ext cx="7896386" cy="1107996"/>
          </a:xfrm>
          <a:ln>
            <a:solidFill>
              <a:schemeClr val="tx1">
                <a:lumMod val="50000"/>
                <a:lumOff val="50000"/>
              </a:schemeClr>
            </a:solidFill>
          </a:ln>
        </p:spPr>
        <p:txBody>
          <a:bodyPr anchor="ctr"/>
          <a:lstStyle/>
          <a:p>
            <a:r>
              <a:rPr lang="en-US" sz="2400" dirty="0">
                <a:solidFill>
                  <a:srgbClr val="000000"/>
                </a:solidFill>
                <a:latin typeface="Unity"/>
              </a:rPr>
              <a:t>Among CCZS Neutrals, all Kaizen 4.0 prototypes fail to meet the primary action standard as each prototype incurs sensory attribute penalties.</a:t>
            </a:r>
            <a:endParaRPr lang="en-US" sz="2200" dirty="0">
              <a:latin typeface="Unity"/>
            </a:endParaRPr>
          </a:p>
        </p:txBody>
      </p:sp>
      <p:sp>
        <p:nvSpPr>
          <p:cNvPr id="4" name="Slide Number Placeholder 3">
            <a:extLst>
              <a:ext uri="{FF2B5EF4-FFF2-40B4-BE49-F238E27FC236}">
                <a16:creationId xmlns:a16="http://schemas.microsoft.com/office/drawing/2014/main" id="{31333925-6D9D-6ED7-93F5-E518A789A21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FDD0C535-B9C9-0D23-9D29-DC2CB66B4364}"/>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5AA95411-B583-26B9-42F9-452E6E293DC9}"/>
              </a:ext>
            </a:extLst>
          </p:cNvPr>
          <p:cNvSpPr/>
          <p:nvPr/>
        </p:nvSpPr>
        <p:spPr>
          <a:xfrm>
            <a:off x="2716095" y="2531754"/>
            <a:ext cx="8818306" cy="678844"/>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a:ea typeface="+mn-ea"/>
                <a:cs typeface="+mn-cs"/>
              </a:rPr>
              <a:t>(N~335 Per Product)</a:t>
            </a:r>
          </a:p>
        </p:txBody>
      </p:sp>
      <p:sp>
        <p:nvSpPr>
          <p:cNvPr id="53" name="Content Placeholder 2">
            <a:extLst>
              <a:ext uri="{FF2B5EF4-FFF2-40B4-BE49-F238E27FC236}">
                <a16:creationId xmlns:a16="http://schemas.microsoft.com/office/drawing/2014/main" id="{B601CFCC-C25C-19EB-F11D-2FDF994DFE17}"/>
              </a:ext>
            </a:extLst>
          </p:cNvPr>
          <p:cNvSpPr txBox="1">
            <a:spLocks/>
          </p:cNvSpPr>
          <p:nvPr/>
        </p:nvSpPr>
        <p:spPr>
          <a:xfrm>
            <a:off x="457200" y="1865985"/>
            <a:ext cx="13716000" cy="861992"/>
          </a:xfrm>
          <a:prstGeom prst="rect">
            <a:avLst/>
          </a:prstGeom>
        </p:spPr>
        <p:txBody>
          <a:bodyPr vert="horz" wrap="square" lIns="0" tIns="0" rIns="0" bIns="0" rtlCol="0" anchor="t">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ts val="0"/>
              </a:spcBef>
              <a:spcAft>
                <a:spcPts val="10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70C0"/>
                </a:solidFill>
                <a:effectLst/>
                <a:uLnTx/>
                <a:uFillTx/>
                <a:latin typeface="Avenir Next LT Pro" panose="020B0504020202020204" pitchFamily="34" charset="0"/>
                <a:ea typeface="+mn-ea"/>
                <a:cs typeface="+mn-cs"/>
              </a:rPr>
              <a:t>All prototypes receive sensory attribute penalties on insufficient carbonation, while 643 also receives penalties on weak overall flavor and cola flavor.</a:t>
            </a:r>
          </a:p>
        </p:txBody>
      </p:sp>
      <p:sp>
        <p:nvSpPr>
          <p:cNvPr id="16" name="TextBox 15">
            <a:extLst>
              <a:ext uri="{FF2B5EF4-FFF2-40B4-BE49-F238E27FC236}">
                <a16:creationId xmlns:a16="http://schemas.microsoft.com/office/drawing/2014/main" id="{8157E8FE-3B8B-4E93-9D3D-1D51AD2C7EDA}"/>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9A2F581C-8C34-8922-3F7F-7DA240767B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5A369B7E-60D0-3E8E-310C-BF6BE00124A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142344E6-AB93-7A67-85DC-8CE3F6DA3AB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EBB0D7E5-5F2B-7DF1-706B-556E3CA29E7A}"/>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1A048A02-8407-B0F0-8A7D-D1E0F4F263E7}"/>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graphicFrame>
        <p:nvGraphicFramePr>
          <p:cNvPr id="6" name="Table 6">
            <a:extLst>
              <a:ext uri="{FF2B5EF4-FFF2-40B4-BE49-F238E27FC236}">
                <a16:creationId xmlns:a16="http://schemas.microsoft.com/office/drawing/2014/main" id="{CCC46821-756A-FE75-886C-A356B31D279D}"/>
              </a:ext>
            </a:extLst>
          </p:cNvPr>
          <p:cNvGraphicFramePr>
            <a:graphicFrameLocks noGrp="1"/>
          </p:cNvGraphicFramePr>
          <p:nvPr/>
        </p:nvGraphicFramePr>
        <p:xfrm>
          <a:off x="2673371" y="3300701"/>
          <a:ext cx="8861029" cy="3236976"/>
        </p:xfrm>
        <a:graphic>
          <a:graphicData uri="http://schemas.openxmlformats.org/drawingml/2006/table">
            <a:tbl>
              <a:tblPr firstRow="1" bandRow="1"/>
              <a:tblGrid>
                <a:gridCol w="4332229">
                  <a:extLst>
                    <a:ext uri="{9D8B030D-6E8A-4147-A177-3AD203B41FA5}">
                      <a16:colId xmlns:a16="http://schemas.microsoft.com/office/drawing/2014/main" val="962289824"/>
                    </a:ext>
                  </a:extLst>
                </a:gridCol>
                <a:gridCol w="1509600">
                  <a:extLst>
                    <a:ext uri="{9D8B030D-6E8A-4147-A177-3AD203B41FA5}">
                      <a16:colId xmlns:a16="http://schemas.microsoft.com/office/drawing/2014/main" val="3320763232"/>
                    </a:ext>
                  </a:extLst>
                </a:gridCol>
                <a:gridCol w="1509600">
                  <a:extLst>
                    <a:ext uri="{9D8B030D-6E8A-4147-A177-3AD203B41FA5}">
                      <a16:colId xmlns:a16="http://schemas.microsoft.com/office/drawing/2014/main" val="4063710066"/>
                    </a:ext>
                  </a:extLst>
                </a:gridCol>
                <a:gridCol w="150960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At least parity </a:t>
                      </a:r>
                      <a:r>
                        <a:rPr lang="en-US" sz="1400" dirty="0">
                          <a:effectLst>
                            <a:outerShdw blurRad="38100" dist="38100" dir="2700000" algn="tl">
                              <a:srgbClr val="000000">
                                <a:alpha val="43137"/>
                              </a:srgbClr>
                            </a:outerShdw>
                          </a:effectLst>
                          <a:latin typeface="Avenir Next LT Pro" panose="020B0504020202020204" pitchFamily="34" charset="0"/>
                        </a:rPr>
                        <a:t>First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(Overall Liking) </a:t>
                      </a:r>
                      <a:r>
                        <a:rPr lang="en-US" sz="1400" u="sng" dirty="0">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At least parity </a:t>
                      </a:r>
                      <a:r>
                        <a:rPr lang="en-US" sz="1400" dirty="0">
                          <a:effectLst>
                            <a:outerShdw blurRad="38100" dist="38100" dir="2700000" algn="tl">
                              <a:srgbClr val="000000">
                                <a:alpha val="43137"/>
                              </a:srgbClr>
                            </a:outerShdw>
                          </a:effectLst>
                          <a:latin typeface="Avenir Next LT Pro" panose="020B0504020202020204" pitchFamily="34" charset="0"/>
                        </a:rPr>
                        <a:t>Last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(Overall Liking) </a:t>
                      </a:r>
                      <a:r>
                        <a:rPr lang="en-US" sz="1400" u="sng" dirty="0">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No meaningful Sensory Attribute Negatives</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8F6EE36E-FF8E-84B1-3FB9-8D31EF4A8B76}"/>
              </a:ext>
            </a:extLst>
          </p:cNvPr>
          <p:cNvSpPr txBox="1"/>
          <p:nvPr/>
        </p:nvSpPr>
        <p:spPr>
          <a:xfrm rot="16200000">
            <a:off x="640723" y="4636090"/>
            <a:ext cx="3297776" cy="646331"/>
          </a:xfrm>
          <a:prstGeom prst="rect">
            <a:avLst/>
          </a:prstGeom>
          <a:solidFill>
            <a:srgbClr val="FFC0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PRIMARY ACTION STANDARD</a:t>
            </a:r>
          </a:p>
        </p:txBody>
      </p:sp>
      <p:pic>
        <p:nvPicPr>
          <p:cNvPr id="15" name="Picture 14">
            <a:extLst>
              <a:ext uri="{FF2B5EF4-FFF2-40B4-BE49-F238E27FC236}">
                <a16:creationId xmlns:a16="http://schemas.microsoft.com/office/drawing/2014/main" id="{FDA781C5-63AA-858F-1090-D59B3DE84152}"/>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4506053"/>
            <a:ext cx="474985" cy="468000"/>
          </a:xfrm>
          <a:prstGeom prst="rect">
            <a:avLst/>
          </a:prstGeom>
        </p:spPr>
      </p:pic>
      <p:pic>
        <p:nvPicPr>
          <p:cNvPr id="26" name="Picture 25">
            <a:extLst>
              <a:ext uri="{FF2B5EF4-FFF2-40B4-BE49-F238E27FC236}">
                <a16:creationId xmlns:a16="http://schemas.microsoft.com/office/drawing/2014/main" id="{CB42CA6C-66D5-E3E1-624C-F9ECF12A5DBF}"/>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4506053"/>
            <a:ext cx="474985" cy="468000"/>
          </a:xfrm>
          <a:prstGeom prst="rect">
            <a:avLst/>
          </a:prstGeom>
        </p:spPr>
      </p:pic>
      <p:pic>
        <p:nvPicPr>
          <p:cNvPr id="28" name="Picture 27">
            <a:extLst>
              <a:ext uri="{FF2B5EF4-FFF2-40B4-BE49-F238E27FC236}">
                <a16:creationId xmlns:a16="http://schemas.microsoft.com/office/drawing/2014/main" id="{42FD678E-A6E7-6C4B-B91A-309E5C53B09F}"/>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4506362"/>
            <a:ext cx="474985" cy="468000"/>
          </a:xfrm>
          <a:prstGeom prst="rect">
            <a:avLst/>
          </a:prstGeom>
        </p:spPr>
      </p:pic>
      <p:pic>
        <p:nvPicPr>
          <p:cNvPr id="30" name="Picture 29">
            <a:extLst>
              <a:ext uri="{FF2B5EF4-FFF2-40B4-BE49-F238E27FC236}">
                <a16:creationId xmlns:a16="http://schemas.microsoft.com/office/drawing/2014/main" id="{49962A8D-E0C5-E906-481F-FC9EFE6414F0}"/>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5254517"/>
            <a:ext cx="474985" cy="468000"/>
          </a:xfrm>
          <a:prstGeom prst="rect">
            <a:avLst/>
          </a:prstGeom>
        </p:spPr>
      </p:pic>
      <p:pic>
        <p:nvPicPr>
          <p:cNvPr id="32" name="Picture 31">
            <a:extLst>
              <a:ext uri="{FF2B5EF4-FFF2-40B4-BE49-F238E27FC236}">
                <a16:creationId xmlns:a16="http://schemas.microsoft.com/office/drawing/2014/main" id="{25C66CB5-2B4F-846B-55B6-18010C32E38C}"/>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5254517"/>
            <a:ext cx="474985" cy="468000"/>
          </a:xfrm>
          <a:prstGeom prst="rect">
            <a:avLst/>
          </a:prstGeom>
        </p:spPr>
      </p:pic>
      <p:pic>
        <p:nvPicPr>
          <p:cNvPr id="36" name="Picture 35">
            <a:extLst>
              <a:ext uri="{FF2B5EF4-FFF2-40B4-BE49-F238E27FC236}">
                <a16:creationId xmlns:a16="http://schemas.microsoft.com/office/drawing/2014/main" id="{29C2EEED-7123-D973-BE63-BA03C792DC7A}"/>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5254826"/>
            <a:ext cx="474985" cy="468000"/>
          </a:xfrm>
          <a:prstGeom prst="rect">
            <a:avLst/>
          </a:prstGeom>
        </p:spPr>
      </p:pic>
      <p:pic>
        <p:nvPicPr>
          <p:cNvPr id="41" name="Picture 40">
            <a:extLst>
              <a:ext uri="{FF2B5EF4-FFF2-40B4-BE49-F238E27FC236}">
                <a16:creationId xmlns:a16="http://schemas.microsoft.com/office/drawing/2014/main" id="{A868B6B2-18E7-8211-CA70-5352BABED5EF}"/>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7559890" y="6013698"/>
            <a:ext cx="432000" cy="432000"/>
          </a:xfrm>
          <a:prstGeom prst="rect">
            <a:avLst/>
          </a:prstGeom>
        </p:spPr>
      </p:pic>
      <p:pic>
        <p:nvPicPr>
          <p:cNvPr id="43" name="Picture 42">
            <a:extLst>
              <a:ext uri="{FF2B5EF4-FFF2-40B4-BE49-F238E27FC236}">
                <a16:creationId xmlns:a16="http://schemas.microsoft.com/office/drawing/2014/main" id="{3F133E67-3DE9-FFAD-EF91-6D7F1F8EAE08}"/>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10573354" y="6013698"/>
            <a:ext cx="432000" cy="432000"/>
          </a:xfrm>
          <a:prstGeom prst="rect">
            <a:avLst/>
          </a:prstGeom>
        </p:spPr>
      </p:pic>
      <p:pic>
        <p:nvPicPr>
          <p:cNvPr id="45" name="Picture 44">
            <a:extLst>
              <a:ext uri="{FF2B5EF4-FFF2-40B4-BE49-F238E27FC236}">
                <a16:creationId xmlns:a16="http://schemas.microsoft.com/office/drawing/2014/main" id="{1D60A4D2-4A91-619C-6AC0-BD46DED57CB2}"/>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9061414" y="6013698"/>
            <a:ext cx="432000" cy="432000"/>
          </a:xfrm>
          <a:prstGeom prst="rect">
            <a:avLst/>
          </a:prstGeom>
        </p:spPr>
      </p:pic>
      <p:sp>
        <p:nvSpPr>
          <p:cNvPr id="3" name="TextBox 10">
            <a:extLst>
              <a:ext uri="{FF2B5EF4-FFF2-40B4-BE49-F238E27FC236}">
                <a16:creationId xmlns:a16="http://schemas.microsoft.com/office/drawing/2014/main" id="{CC3FB8D9-8AFF-3379-CFC5-E50B3D9A3EFC}"/>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2" name="Group 1">
            <a:extLst>
              <a:ext uri="{FF2B5EF4-FFF2-40B4-BE49-F238E27FC236}">
                <a16:creationId xmlns:a16="http://schemas.microsoft.com/office/drawing/2014/main" id="{85947893-B35F-7DB0-539B-A81FBAAA1EE7}"/>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6D317C25-7007-F074-5946-AE1AAE21364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4FEA8B56-B0B8-CE42-FA08-9094B451EE21}"/>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9FA76255-64D4-2554-D696-43B799B7811F}"/>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485025C1-499E-28CE-51EC-510B07026DCC}"/>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66367756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6B69C-DB60-255F-2E33-DC2694FF8297}"/>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5BEFD823-A786-1661-2E79-0858B0D75784}"/>
              </a:ext>
            </a:extLst>
          </p:cNvPr>
          <p:cNvSpPr>
            <a:spLocks noGrp="1"/>
          </p:cNvSpPr>
          <p:nvPr>
            <p:ph type="ctrTitle"/>
          </p:nvPr>
        </p:nvSpPr>
        <p:spPr>
          <a:xfrm>
            <a:off x="457200" y="947137"/>
            <a:ext cx="7896386" cy="369332"/>
          </a:xfrm>
          <a:ln>
            <a:solidFill>
              <a:schemeClr val="tx1">
                <a:lumMod val="50000"/>
                <a:lumOff val="50000"/>
              </a:schemeClr>
            </a:solidFill>
          </a:ln>
        </p:spPr>
        <p:txBody>
          <a:bodyPr anchor="ctr"/>
          <a:lstStyle/>
          <a:p>
            <a:r>
              <a:rPr lang="en-US" sz="2400" dirty="0">
                <a:latin typeface="Unity"/>
              </a:rPr>
              <a:t>No clear winning prototype emerges among CCZS Neutrals.</a:t>
            </a:r>
            <a:endParaRPr lang="en-US" sz="2200" dirty="0">
              <a:latin typeface="Unity"/>
            </a:endParaRPr>
          </a:p>
        </p:txBody>
      </p:sp>
      <p:sp>
        <p:nvSpPr>
          <p:cNvPr id="4" name="Slide Number Placeholder 3">
            <a:extLst>
              <a:ext uri="{FF2B5EF4-FFF2-40B4-BE49-F238E27FC236}">
                <a16:creationId xmlns:a16="http://schemas.microsoft.com/office/drawing/2014/main" id="{32602F11-274E-9E04-17DA-58F4EB7781FF}"/>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ED9CFA0C-351A-A0A5-0583-B1F3B3BA1335}"/>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A1F29327-814C-84B4-0C98-52DCCC166E11}"/>
              </a:ext>
            </a:extLst>
          </p:cNvPr>
          <p:cNvSpPr/>
          <p:nvPr/>
        </p:nvSpPr>
        <p:spPr>
          <a:xfrm>
            <a:off x="2433601" y="2531754"/>
            <a:ext cx="8928000" cy="678844"/>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a:ea typeface="+mn-ea"/>
                <a:cs typeface="+mn-cs"/>
              </a:rPr>
              <a:t>(N~335 Per Product)</a:t>
            </a:r>
          </a:p>
        </p:txBody>
      </p:sp>
      <p:sp>
        <p:nvSpPr>
          <p:cNvPr id="16" name="TextBox 15">
            <a:extLst>
              <a:ext uri="{FF2B5EF4-FFF2-40B4-BE49-F238E27FC236}">
                <a16:creationId xmlns:a16="http://schemas.microsoft.com/office/drawing/2014/main" id="{A1B5AF72-624F-049A-2DC8-724908E63D83}"/>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F603B6D6-8C10-5C25-7D95-64C3557CEEE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F82B4270-1673-C071-19BA-E8176FD68A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9AE4E897-D5D4-7969-5EE7-6B101B9E4A5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5B949336-E803-BD5B-8855-23ED04924730}"/>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79D0B6FD-4E3E-E500-01C7-2F631643ED76}"/>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sp>
        <p:nvSpPr>
          <p:cNvPr id="24" name="TextBox 23">
            <a:extLst>
              <a:ext uri="{FF2B5EF4-FFF2-40B4-BE49-F238E27FC236}">
                <a16:creationId xmlns:a16="http://schemas.microsoft.com/office/drawing/2014/main" id="{D370F035-5644-5E77-052B-7E7117BD3D76}"/>
              </a:ext>
            </a:extLst>
          </p:cNvPr>
          <p:cNvSpPr txBox="1"/>
          <p:nvPr/>
        </p:nvSpPr>
        <p:spPr>
          <a:xfrm>
            <a:off x="12251608" y="6608145"/>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80% CL (two-tail)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80% CL (two-tail)</a:t>
            </a:r>
          </a:p>
        </p:txBody>
      </p:sp>
      <p:sp>
        <p:nvSpPr>
          <p:cNvPr id="25" name="TextBox 24">
            <a:extLst>
              <a:ext uri="{FF2B5EF4-FFF2-40B4-BE49-F238E27FC236}">
                <a16:creationId xmlns:a16="http://schemas.microsoft.com/office/drawing/2014/main" id="{51188FFF-F546-046D-0C1F-4084A6783595}"/>
              </a:ext>
            </a:extLst>
          </p:cNvPr>
          <p:cNvSpPr txBox="1"/>
          <p:nvPr/>
        </p:nvSpPr>
        <p:spPr>
          <a:xfrm>
            <a:off x="12212513" y="6245643"/>
            <a:ext cx="2517440"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&amp; Unpleasant Aftertaste LEGEND</a:t>
            </a:r>
          </a:p>
        </p:txBody>
      </p:sp>
      <p:graphicFrame>
        <p:nvGraphicFramePr>
          <p:cNvPr id="6" name="Table 6">
            <a:extLst>
              <a:ext uri="{FF2B5EF4-FFF2-40B4-BE49-F238E27FC236}">
                <a16:creationId xmlns:a16="http://schemas.microsoft.com/office/drawing/2014/main" id="{500ACE0A-2E2B-7C92-2F46-15527567E14F}"/>
              </a:ext>
            </a:extLst>
          </p:cNvPr>
          <p:cNvGraphicFramePr>
            <a:graphicFrameLocks noGrp="1"/>
          </p:cNvGraphicFramePr>
          <p:nvPr/>
        </p:nvGraphicFramePr>
        <p:xfrm>
          <a:off x="2433600" y="3300701"/>
          <a:ext cx="8928000" cy="3236976"/>
        </p:xfrm>
        <a:graphic>
          <a:graphicData uri="http://schemas.openxmlformats.org/drawingml/2006/table">
            <a:tbl>
              <a:tblPr firstRow="1" bandRow="1"/>
              <a:tblGrid>
                <a:gridCol w="4808490">
                  <a:extLst>
                    <a:ext uri="{9D8B030D-6E8A-4147-A177-3AD203B41FA5}">
                      <a16:colId xmlns:a16="http://schemas.microsoft.com/office/drawing/2014/main" val="962289824"/>
                    </a:ext>
                  </a:extLst>
                </a:gridCol>
                <a:gridCol w="1373170">
                  <a:extLst>
                    <a:ext uri="{9D8B030D-6E8A-4147-A177-3AD203B41FA5}">
                      <a16:colId xmlns:a16="http://schemas.microsoft.com/office/drawing/2014/main" val="3320763232"/>
                    </a:ext>
                  </a:extLst>
                </a:gridCol>
                <a:gridCol w="1373170">
                  <a:extLst>
                    <a:ext uri="{9D8B030D-6E8A-4147-A177-3AD203B41FA5}">
                      <a16:colId xmlns:a16="http://schemas.microsoft.com/office/drawing/2014/main" val="4063710066"/>
                    </a:ext>
                  </a:extLst>
                </a:gridCol>
                <a:gridCol w="137317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First Sip Sensory Appeal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rtl="0" eaLnBrk="1" fontAlgn="auto" latinLnBrk="0" hangingPunct="1">
                        <a:lnSpc>
                          <a:spcPct val="100000"/>
                        </a:lnSpc>
                        <a:spcBef>
                          <a:spcPts val="0"/>
                        </a:spcBef>
                        <a:spcAft>
                          <a:spcPts val="0"/>
                        </a:spcAft>
                        <a:buClrTx/>
                        <a:buSzTx/>
                        <a:buFontTx/>
                        <a:buNone/>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Last Sip Sensory Appeal </a:t>
                      </a:r>
                    </a:p>
                    <a:p>
                      <a:pPr marL="0" marR="0" lvl="0" indent="0" algn="r" rtl="0" eaLnBrk="1" fontAlgn="auto" latinLnBrk="0" hangingPunct="1">
                        <a:lnSpc>
                          <a:spcPct val="100000"/>
                        </a:lnSpc>
                        <a:spcBef>
                          <a:spcPts val="0"/>
                        </a:spcBef>
                        <a:spcAft>
                          <a:spcPts val="0"/>
                        </a:spcAft>
                        <a:buClrTx/>
                        <a:buSzTx/>
                        <a:buFontTx/>
                        <a:buNone/>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Number of Action Standard KPIs meeting or exceeding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E1357815-411D-9A59-367E-77BF42F9859D}"/>
              </a:ext>
            </a:extLst>
          </p:cNvPr>
          <p:cNvSpPr txBox="1"/>
          <p:nvPr/>
        </p:nvSpPr>
        <p:spPr>
          <a:xfrm rot="16200000">
            <a:off x="296723" y="4596022"/>
            <a:ext cx="3236975" cy="646331"/>
          </a:xfrm>
          <a:prstGeom prst="rect">
            <a:avLst/>
          </a:prstGeom>
          <a:solidFill>
            <a:srgbClr val="B59E74"/>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SECONDARY ACTION STANDARD</a:t>
            </a:r>
          </a:p>
        </p:txBody>
      </p:sp>
      <p:pic>
        <p:nvPicPr>
          <p:cNvPr id="15" name="Picture 14" descr="Icon&#10;&#10;Description automatically generated">
            <a:extLst>
              <a:ext uri="{FF2B5EF4-FFF2-40B4-BE49-F238E27FC236}">
                <a16:creationId xmlns:a16="http://schemas.microsoft.com/office/drawing/2014/main" id="{DB8F007C-858F-0B56-A0A8-E7277E08120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4576862"/>
            <a:ext cx="360000" cy="360000"/>
          </a:xfrm>
          <a:prstGeom prst="rect">
            <a:avLst/>
          </a:prstGeom>
        </p:spPr>
      </p:pic>
      <p:pic>
        <p:nvPicPr>
          <p:cNvPr id="26" name="Picture 25" descr="Icon&#10;&#10;Description automatically generated">
            <a:extLst>
              <a:ext uri="{FF2B5EF4-FFF2-40B4-BE49-F238E27FC236}">
                <a16:creationId xmlns:a16="http://schemas.microsoft.com/office/drawing/2014/main" id="{8DA9722B-6A29-7E93-8E1B-914813D657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4608392"/>
            <a:ext cx="360000" cy="360000"/>
          </a:xfrm>
          <a:prstGeom prst="rect">
            <a:avLst/>
          </a:prstGeom>
        </p:spPr>
      </p:pic>
      <p:pic>
        <p:nvPicPr>
          <p:cNvPr id="28" name="Picture 27" descr="Icon&#10;&#10;Description automatically generated">
            <a:extLst>
              <a:ext uri="{FF2B5EF4-FFF2-40B4-BE49-F238E27FC236}">
                <a16:creationId xmlns:a16="http://schemas.microsoft.com/office/drawing/2014/main" id="{01E438A1-679B-AD2D-C05B-83070F4B7C8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4608392"/>
            <a:ext cx="360000" cy="360000"/>
          </a:xfrm>
          <a:prstGeom prst="rect">
            <a:avLst/>
          </a:prstGeom>
        </p:spPr>
      </p:pic>
      <p:pic>
        <p:nvPicPr>
          <p:cNvPr id="30" name="Picture 29" descr="Icon&#10;&#10;Description automatically generated">
            <a:extLst>
              <a:ext uri="{FF2B5EF4-FFF2-40B4-BE49-F238E27FC236}">
                <a16:creationId xmlns:a16="http://schemas.microsoft.com/office/drawing/2014/main" id="{FF6F3F88-778F-E3B2-965C-DD6266ADFC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5329586"/>
            <a:ext cx="360000" cy="360000"/>
          </a:xfrm>
          <a:prstGeom prst="rect">
            <a:avLst/>
          </a:prstGeom>
        </p:spPr>
      </p:pic>
      <p:pic>
        <p:nvPicPr>
          <p:cNvPr id="32" name="Picture 31" descr="Icon&#10;&#10;Description automatically generated">
            <a:extLst>
              <a:ext uri="{FF2B5EF4-FFF2-40B4-BE49-F238E27FC236}">
                <a16:creationId xmlns:a16="http://schemas.microsoft.com/office/drawing/2014/main" id="{B20F4963-743A-6B10-F03F-FA54A2FBB9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5361116"/>
            <a:ext cx="360000" cy="360000"/>
          </a:xfrm>
          <a:prstGeom prst="rect">
            <a:avLst/>
          </a:prstGeom>
        </p:spPr>
      </p:pic>
      <p:pic>
        <p:nvPicPr>
          <p:cNvPr id="36" name="Picture 35" descr="Icon&#10;&#10;Description automatically generated">
            <a:extLst>
              <a:ext uri="{FF2B5EF4-FFF2-40B4-BE49-F238E27FC236}">
                <a16:creationId xmlns:a16="http://schemas.microsoft.com/office/drawing/2014/main" id="{6147EA27-CD10-3D54-5550-6ACEE719291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5361116"/>
            <a:ext cx="360000" cy="360000"/>
          </a:xfrm>
          <a:prstGeom prst="rect">
            <a:avLst/>
          </a:prstGeom>
        </p:spPr>
      </p:pic>
      <p:sp>
        <p:nvSpPr>
          <p:cNvPr id="13" name="TextBox 10">
            <a:extLst>
              <a:ext uri="{FF2B5EF4-FFF2-40B4-BE49-F238E27FC236}">
                <a16:creationId xmlns:a16="http://schemas.microsoft.com/office/drawing/2014/main" id="{12B58310-97EC-6581-A950-47778424C167}"/>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10" name="Group 9">
            <a:extLst>
              <a:ext uri="{FF2B5EF4-FFF2-40B4-BE49-F238E27FC236}">
                <a16:creationId xmlns:a16="http://schemas.microsoft.com/office/drawing/2014/main" id="{80B79118-EC83-1AC2-DB63-40DC0DC1DB24}"/>
              </a:ext>
            </a:extLst>
          </p:cNvPr>
          <p:cNvGrpSpPr/>
          <p:nvPr/>
        </p:nvGrpSpPr>
        <p:grpSpPr>
          <a:xfrm>
            <a:off x="8684218" y="94368"/>
            <a:ext cx="5855930" cy="1551678"/>
            <a:chOff x="8684218" y="94368"/>
            <a:chExt cx="5855930" cy="1551678"/>
          </a:xfrm>
        </p:grpSpPr>
        <p:sp>
          <p:nvSpPr>
            <p:cNvPr id="14" name="Rectangle 13">
              <a:extLst>
                <a:ext uri="{FF2B5EF4-FFF2-40B4-BE49-F238E27FC236}">
                  <a16:creationId xmlns:a16="http://schemas.microsoft.com/office/drawing/2014/main" id="{D1FEB99D-D1EA-1935-7927-976949074F6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3EEDC7A9-FFCB-7087-8994-A66DF25315B1}"/>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DDB1B547-36BA-258D-DB3C-1E74E572C83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9" name="Picture 28" descr="A flag on a button&#10;&#10;Description automatically generated">
              <a:extLst>
                <a:ext uri="{FF2B5EF4-FFF2-40B4-BE49-F238E27FC236}">
                  <a16:creationId xmlns:a16="http://schemas.microsoft.com/office/drawing/2014/main" id="{61282AC7-D462-49E5-47BE-59CD17249822}"/>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6647947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1D2755BF-CB3D-C19B-8C7F-76483CFE996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DEF5970-B3F1-BD25-D7D6-3E1CBCF7AC7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1" name="Rectangle: Rounded Corners 10">
            <a:extLst>
              <a:ext uri="{FF2B5EF4-FFF2-40B4-BE49-F238E27FC236}">
                <a16:creationId xmlns:a16="http://schemas.microsoft.com/office/drawing/2014/main" id="{807D4C04-80E9-0635-84D7-5E6DB1816B21}"/>
              </a:ext>
            </a:extLst>
          </p:cNvPr>
          <p:cNvSpPr/>
          <p:nvPr/>
        </p:nvSpPr>
        <p:spPr>
          <a:xfrm>
            <a:off x="3930650" y="1718754"/>
            <a:ext cx="8047689" cy="599636"/>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(N~356 Per Product)</a:t>
            </a:r>
          </a:p>
        </p:txBody>
      </p:sp>
      <p:sp>
        <p:nvSpPr>
          <p:cNvPr id="40" name="Title 1">
            <a:extLst>
              <a:ext uri="{FF2B5EF4-FFF2-40B4-BE49-F238E27FC236}">
                <a16:creationId xmlns:a16="http://schemas.microsoft.com/office/drawing/2014/main" id="{A2CE899C-049D-BEC0-29D2-5317760E4EBB}"/>
              </a:ext>
            </a:extLst>
          </p:cNvPr>
          <p:cNvSpPr>
            <a:spLocks noGrp="1"/>
          </p:cNvSpPr>
          <p:nvPr>
            <p:ph type="ctrTitle"/>
          </p:nvPr>
        </p:nvSpPr>
        <p:spPr>
          <a:xfrm>
            <a:off x="457200" y="769184"/>
            <a:ext cx="7896386" cy="677108"/>
          </a:xfrm>
          <a:ln>
            <a:solidFill>
              <a:schemeClr val="tx1">
                <a:lumMod val="50000"/>
                <a:lumOff val="50000"/>
              </a:schemeClr>
            </a:solidFill>
          </a:ln>
        </p:spPr>
        <p:txBody>
          <a:bodyPr anchor="ctr"/>
          <a:lstStyle/>
          <a:p>
            <a:r>
              <a:rPr lang="en-US" sz="2200">
                <a:solidFill>
                  <a:srgbClr val="000000"/>
                </a:solidFill>
                <a:latin typeface="Unity"/>
              </a:rPr>
              <a:t>Prototype 892 demonstrates strong performance across KPIs; particularly driven by top two box metrics. </a:t>
            </a:r>
            <a:endParaRPr lang="en-US" sz="2200">
              <a:latin typeface="Unity"/>
            </a:endParaRPr>
          </a:p>
        </p:txBody>
      </p:sp>
      <p:pic>
        <p:nvPicPr>
          <p:cNvPr id="2" name="Picture 1">
            <a:extLst>
              <a:ext uri="{FF2B5EF4-FFF2-40B4-BE49-F238E27FC236}">
                <a16:creationId xmlns:a16="http://schemas.microsoft.com/office/drawing/2014/main" id="{DDFDAEF7-3A62-A714-3409-FD4C6B1428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53358" y="422447"/>
            <a:ext cx="1009166" cy="1009166"/>
          </a:xfrm>
          <a:prstGeom prst="rect">
            <a:avLst/>
          </a:prstGeom>
        </p:spPr>
      </p:pic>
      <p:graphicFrame>
        <p:nvGraphicFramePr>
          <p:cNvPr id="7" name="Table 6">
            <a:extLst>
              <a:ext uri="{FF2B5EF4-FFF2-40B4-BE49-F238E27FC236}">
                <a16:creationId xmlns:a16="http://schemas.microsoft.com/office/drawing/2014/main" id="{63ADFC94-CC8F-265B-AA89-C83B1F773095}"/>
              </a:ext>
            </a:extLst>
          </p:cNvPr>
          <p:cNvGraphicFramePr>
            <a:graphicFrameLocks noGrp="1"/>
          </p:cNvGraphicFramePr>
          <p:nvPr>
            <p:extLst>
              <p:ext uri="{D42A27DB-BD31-4B8C-83A1-F6EECF244321}">
                <p14:modId xmlns:p14="http://schemas.microsoft.com/office/powerpoint/2010/main" val="293673714"/>
              </p:ext>
            </p:extLst>
          </p:nvPr>
        </p:nvGraphicFramePr>
        <p:xfrm>
          <a:off x="3930650" y="2372969"/>
          <a:ext cx="8062512" cy="5583933"/>
        </p:xfrm>
        <a:graphic>
          <a:graphicData uri="http://schemas.openxmlformats.org/drawingml/2006/table">
            <a:tbl>
              <a:tblPr firstRow="1" bandRow="1"/>
              <a:tblGrid>
                <a:gridCol w="4104550">
                  <a:extLst>
                    <a:ext uri="{9D8B030D-6E8A-4147-A177-3AD203B41FA5}">
                      <a16:colId xmlns:a16="http://schemas.microsoft.com/office/drawing/2014/main" val="962289824"/>
                    </a:ext>
                  </a:extLst>
                </a:gridCol>
                <a:gridCol w="1333728">
                  <a:extLst>
                    <a:ext uri="{9D8B030D-6E8A-4147-A177-3AD203B41FA5}">
                      <a16:colId xmlns:a16="http://schemas.microsoft.com/office/drawing/2014/main" val="3320763232"/>
                    </a:ext>
                  </a:extLst>
                </a:gridCol>
                <a:gridCol w="1312117">
                  <a:extLst>
                    <a:ext uri="{9D8B030D-6E8A-4147-A177-3AD203B41FA5}">
                      <a16:colId xmlns:a16="http://schemas.microsoft.com/office/drawing/2014/main" val="4063710066"/>
                    </a:ext>
                  </a:extLst>
                </a:gridCol>
                <a:gridCol w="1312117">
                  <a:extLst>
                    <a:ext uri="{9D8B030D-6E8A-4147-A177-3AD203B41FA5}">
                      <a16:colId xmlns:a16="http://schemas.microsoft.com/office/drawing/2014/main" val="103050973"/>
                    </a:ext>
                  </a:extLst>
                </a:gridCol>
              </a:tblGrid>
              <a:tr h="813553">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400" dirty="0">
                          <a:solidFill>
                            <a:schemeClr val="tx1"/>
                          </a:solidFill>
                          <a:latin typeface="Avenir Next LT Pro"/>
                        </a:rPr>
                        <a:t>Kaizen 4.0 Prototypes </a:t>
                      </a:r>
                      <a:endParaRPr lang="en-US" sz="1400" dirty="0">
                        <a:latin typeface="Avenir Next LT Pro"/>
                      </a:endParaRPr>
                    </a:p>
                    <a:p>
                      <a:pPr lvl="0" algn="ctr">
                        <a:buNone/>
                      </a:pPr>
                      <a:r>
                        <a:rPr lang="en-US" sz="1400" u="sng" dirty="0">
                          <a:solidFill>
                            <a:schemeClr val="tx1"/>
                          </a:solidFill>
                          <a:latin typeface="Avenir Next LT Pro"/>
                        </a:rPr>
                        <a:t>Delta </a:t>
                      </a:r>
                      <a:r>
                        <a:rPr lang="en-US" sz="1400" dirty="0">
                          <a:solidFill>
                            <a:schemeClr val="tx1"/>
                          </a:solidFill>
                          <a:latin typeface="Avenir Next LT Pro"/>
                        </a:rPr>
                        <a:t>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721104">
                <a:tc>
                  <a:txBody>
                    <a:bodyPr/>
                    <a:lstStyle/>
                    <a:p>
                      <a:pPr algn="r"/>
                      <a:r>
                        <a:rPr lang="en-US" sz="1200" b="0" dirty="0">
                          <a:latin typeface="Avenir Next LT Pro" panose="020B0504020202020204" pitchFamily="34" charset="0"/>
                        </a:rPr>
                        <a:t>Top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486072240"/>
                  </a:ext>
                </a:extLst>
              </a:tr>
              <a:tr h="721104">
                <a:tc>
                  <a:txBody>
                    <a:bodyPr/>
                    <a:lstStyle/>
                    <a:p>
                      <a:pPr algn="r"/>
                      <a:r>
                        <a:rPr lang="en-US" sz="1200" b="0" dirty="0">
                          <a:latin typeface="Avenir Next LT Pro" panose="020B0504020202020204" pitchFamily="34" charset="0"/>
                        </a:rPr>
                        <a:t>Top 2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7%</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721104">
                <a:tc>
                  <a:txBody>
                    <a:bodyPr/>
                    <a:lstStyle/>
                    <a:p>
                      <a:pPr algn="r"/>
                      <a:r>
                        <a:rPr lang="en-US" sz="1200" b="0" dirty="0">
                          <a:latin typeface="Avenir Next LT Pro" panose="020B0504020202020204" pitchFamily="34" charset="0"/>
                        </a:rPr>
                        <a:t>Bottom 4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44322616"/>
                  </a:ext>
                </a:extLst>
              </a:tr>
              <a:tr h="721104">
                <a:tc>
                  <a:txBody>
                    <a:bodyPr/>
                    <a:lstStyle/>
                    <a:p>
                      <a:pPr algn="r"/>
                      <a:r>
                        <a:rPr lang="en-US" sz="1200" b="0" dirty="0">
                          <a:latin typeface="Avenir Next LT Pro" panose="020B0504020202020204" pitchFamily="34" charset="0"/>
                        </a:rPr>
                        <a:t>Top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07931849"/>
                  </a:ext>
                </a:extLst>
              </a:tr>
              <a:tr h="721104">
                <a:tc>
                  <a:txBody>
                    <a:bodyPr/>
                    <a:lstStyle/>
                    <a:p>
                      <a:pPr algn="r"/>
                      <a:r>
                        <a:rPr lang="en-US" sz="1200" b="0" dirty="0">
                          <a:latin typeface="Avenir Next LT Pro" panose="020B0504020202020204" pitchFamily="34" charset="0"/>
                        </a:rPr>
                        <a:t>Top 2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815808408"/>
                  </a:ext>
                </a:extLst>
              </a:tr>
              <a:tr h="721104">
                <a:tc>
                  <a:txBody>
                    <a:bodyPr/>
                    <a:lstStyle/>
                    <a:p>
                      <a:pPr algn="r"/>
                      <a:r>
                        <a:rPr lang="en-US" sz="1200" b="0">
                          <a:latin typeface="Avenir Next LT Pro" panose="020B0504020202020204" pitchFamily="34" charset="0"/>
                        </a:rPr>
                        <a:t>Bottom 4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697739186"/>
                  </a:ext>
                </a:extLst>
              </a:tr>
              <a:tr h="443756">
                <a:tc>
                  <a:txBody>
                    <a:bodyPr/>
                    <a:lstStyle/>
                    <a:p>
                      <a:pPr lvl="0" algn="r">
                        <a:buNone/>
                      </a:pPr>
                      <a:r>
                        <a:rPr lang="en-US" sz="1200" b="1" i="1" dirty="0">
                          <a:latin typeface="Avenir Next LT Pro"/>
                        </a:rPr>
                        <a:t>Average Delta vs. 4.0 Control</a:t>
                      </a:r>
                    </a:p>
                  </a:txBody>
                  <a:tcPr marL="109728" marR="109728" marT="54864" marB="54864" anchor="ctr">
                    <a:lnL w="0">
                      <a:noFill/>
                    </a:lnL>
                    <a:lnR w="28575" cap="flat" cmpd="sng" algn="ctr">
                      <a:solidFill>
                        <a:srgbClr val="FFFFFF"/>
                      </a:solidFill>
                      <a:prstDash val="solid"/>
                      <a:round/>
                      <a:headEnd type="none" w="med" len="med"/>
                      <a:tailEnd type="none" w="med" len="med"/>
                    </a:lnR>
                    <a:lnT w="0">
                      <a:noFill/>
                    </a:lnT>
                    <a:lnB w="0">
                      <a:noFill/>
                    </a:lnB>
                    <a:lnTlToBr w="0">
                      <a:noFill/>
                    </a:lnTlToBr>
                    <a:lnBlToTr w="0">
                      <a:noFill/>
                    </a:lnBlToTr>
                    <a:solidFill>
                      <a:srgbClr val="FFFFFF"/>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a:solidFill>
                        <a:srgbClr val="FFFFFF"/>
                      </a:solidFill>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extLst>
                  <a:ext uri="{0D108BD9-81ED-4DB2-BD59-A6C34878D82A}">
                    <a16:rowId xmlns:a16="http://schemas.microsoft.com/office/drawing/2014/main" val="2496137520"/>
                  </a:ext>
                </a:extLst>
              </a:tr>
            </a:tbl>
          </a:graphicData>
        </a:graphic>
      </p:graphicFrame>
      <p:grpSp>
        <p:nvGrpSpPr>
          <p:cNvPr id="3" name="Group 2">
            <a:extLst>
              <a:ext uri="{FF2B5EF4-FFF2-40B4-BE49-F238E27FC236}">
                <a16:creationId xmlns:a16="http://schemas.microsoft.com/office/drawing/2014/main" id="{457BC58E-3C18-792E-DAEF-066ADC7ECF91}"/>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16DE2959-4950-8D14-1CAE-59F7C4B6E6F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F521752C-1029-FFB8-F467-2F778AAA746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3" name="Picture 12" descr="A bottle of soda with a red label&#10;&#10;Description automatically generated">
              <a:extLst>
                <a:ext uri="{FF2B5EF4-FFF2-40B4-BE49-F238E27FC236}">
                  <a16:creationId xmlns:a16="http://schemas.microsoft.com/office/drawing/2014/main" id="{851FCC8F-49F0-C4BA-4EDC-349B00A2BE5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6" name="Picture 15" descr="A flag on a button&#10;&#10;Description automatically generated">
              <a:extLst>
                <a:ext uri="{FF2B5EF4-FFF2-40B4-BE49-F238E27FC236}">
                  <a16:creationId xmlns:a16="http://schemas.microsoft.com/office/drawing/2014/main" id="{35791261-25EB-4FD0-C618-86D9AE30728D}"/>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2348309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C2F9D5-01F5-E562-4F0F-94FEB5E4B70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2B7F864-C622-FB7F-2B3F-D54DBB862ADC}"/>
              </a:ext>
            </a:extLst>
          </p:cNvPr>
          <p:cNvSpPr>
            <a:spLocks noGrp="1"/>
          </p:cNvSpPr>
          <p:nvPr>
            <p:ph type="ctrTitle"/>
          </p:nvPr>
        </p:nvSpPr>
        <p:spPr>
          <a:xfrm>
            <a:off x="415871" y="299953"/>
            <a:ext cx="7958380" cy="861774"/>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CCZS NEUTRALS</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FDC590D1-385E-4E68-C9B2-83408D832037}"/>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008B56CA-7392-DB37-AEC5-12E71AD8E348}"/>
              </a:ext>
            </a:extLst>
          </p:cNvPr>
          <p:cNvGraphicFramePr>
            <a:graphicFrameLocks noGrp="1"/>
          </p:cNvGraphicFramePr>
          <p:nvPr>
            <p:extLst>
              <p:ext uri="{D42A27DB-BD31-4B8C-83A1-F6EECF244321}">
                <p14:modId xmlns:p14="http://schemas.microsoft.com/office/powerpoint/2010/main" val="951307400"/>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7.20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76F029E1-082E-A2DA-507D-A43D7159E5AD}"/>
              </a:ext>
            </a:extLst>
          </p:cNvPr>
          <p:cNvSpPr/>
          <p:nvPr/>
        </p:nvSpPr>
        <p:spPr>
          <a:xfrm>
            <a:off x="2699888" y="1678388"/>
            <a:ext cx="9230625" cy="604124"/>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(N~356 Per Product)</a:t>
            </a:r>
          </a:p>
        </p:txBody>
      </p:sp>
      <p:sp>
        <p:nvSpPr>
          <p:cNvPr id="35" name="TextBox 34">
            <a:extLst>
              <a:ext uri="{FF2B5EF4-FFF2-40B4-BE49-F238E27FC236}">
                <a16:creationId xmlns:a16="http://schemas.microsoft.com/office/drawing/2014/main" id="{93D86C4A-0813-1F25-93BB-22FF233DE0BA}"/>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CE71848C-A0D8-43BA-F15F-C792DDA1D134}"/>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138F988B-1E73-D664-3354-5A4D1AE01F33}"/>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71109A77-FCD9-B94D-A35E-464EE4D7BC95}"/>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52C39C73-601D-F079-2CFE-A3D7EDF109CE}"/>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33C9C9E4-6A1D-10BF-771F-72F4B3A6946E}"/>
              </a:ext>
            </a:extLst>
          </p:cNvPr>
          <p:cNvGrpSpPr/>
          <p:nvPr/>
        </p:nvGrpSpPr>
        <p:grpSpPr>
          <a:xfrm>
            <a:off x="8684218" y="94368"/>
            <a:ext cx="5855930" cy="1551678"/>
            <a:chOff x="8684218" y="94368"/>
            <a:chExt cx="5855930" cy="1551678"/>
          </a:xfrm>
        </p:grpSpPr>
        <p:sp>
          <p:nvSpPr>
            <p:cNvPr id="15" name="Rectangle 14">
              <a:extLst>
                <a:ext uri="{FF2B5EF4-FFF2-40B4-BE49-F238E27FC236}">
                  <a16:creationId xmlns:a16="http://schemas.microsoft.com/office/drawing/2014/main" id="{2ABE6E6D-579E-E981-F2CC-8230DD1D76F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602B7497-206D-8A9B-26D9-60B69ED6D80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03D5C848-C3EA-157C-EABB-EF83A279456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4ACBC64B-35A9-83EA-221F-5CCE01FD1BAD}"/>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5536506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98E890-0AB1-76F2-F966-7DB48550C66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E61C0F5-7ADB-A249-6AFD-6FCC6C777FCC}"/>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CCZS NEUTRALS</a:t>
            </a:r>
            <a:endParaRPr lang="en-US" sz="2400" dirty="0"/>
          </a:p>
        </p:txBody>
      </p:sp>
      <p:sp>
        <p:nvSpPr>
          <p:cNvPr id="4" name="Slide Number Placeholder 3">
            <a:extLst>
              <a:ext uri="{FF2B5EF4-FFF2-40B4-BE49-F238E27FC236}">
                <a16:creationId xmlns:a16="http://schemas.microsoft.com/office/drawing/2014/main" id="{02D66DDD-9FD8-E33A-A6DF-E62ECD3A8D7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1FC7485A-5F32-0E6C-4A77-1C9459210812}"/>
              </a:ext>
            </a:extLst>
          </p:cNvPr>
          <p:cNvGraphicFramePr>
            <a:graphicFrameLocks noGrp="1"/>
          </p:cNvGraphicFramePr>
          <p:nvPr>
            <p:extLst>
              <p:ext uri="{D42A27DB-BD31-4B8C-83A1-F6EECF244321}">
                <p14:modId xmlns:p14="http://schemas.microsoft.com/office/powerpoint/2010/main" val="1252050768"/>
              </p:ext>
            </p:extLst>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46%</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43%</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59%</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6.90</a:t>
                      </a:r>
                    </a:p>
                  </a:txBody>
                  <a:tcPr marL="6350" marR="6350" marT="6350" marB="0" anchor="ctr">
                    <a:solidFill>
                      <a:srgbClr val="E9E9EA"/>
                    </a:solidFill>
                  </a:tcPr>
                </a:tc>
                <a:extLst>
                  <a:ext uri="{0D108BD9-81ED-4DB2-BD59-A6C34878D82A}">
                    <a16:rowId xmlns:a16="http://schemas.microsoft.com/office/drawing/2014/main" val="1517874195"/>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6.89</a:t>
                      </a:r>
                    </a:p>
                  </a:txBody>
                  <a:tcPr marL="6350" marR="6350" marT="6350" marB="0" anchor="ctr">
                    <a:solidFill>
                      <a:srgbClr val="D0D1D2"/>
                    </a:solidFill>
                  </a:tcPr>
                </a:tc>
                <a:extLst>
                  <a:ext uri="{0D108BD9-81ED-4DB2-BD59-A6C34878D82A}">
                    <a16:rowId xmlns:a16="http://schemas.microsoft.com/office/drawing/2014/main" val="2003227308"/>
                  </a:ext>
                </a:extLst>
              </a:tr>
              <a:tr h="286276">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866F9093-E53D-FCF8-1FFA-9FABCE20D3DF}"/>
              </a:ext>
            </a:extLst>
          </p:cNvPr>
          <p:cNvSpPr/>
          <p:nvPr/>
        </p:nvSpPr>
        <p:spPr>
          <a:xfrm>
            <a:off x="2692102" y="967486"/>
            <a:ext cx="11481098" cy="548640"/>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(N~356 Per Product)</a:t>
            </a:r>
          </a:p>
        </p:txBody>
      </p:sp>
      <p:sp>
        <p:nvSpPr>
          <p:cNvPr id="11" name="TextBox 10">
            <a:extLst>
              <a:ext uri="{FF2B5EF4-FFF2-40B4-BE49-F238E27FC236}">
                <a16:creationId xmlns:a16="http://schemas.microsoft.com/office/drawing/2014/main" id="{E27070DA-49A8-29C1-C105-94A10BEA9F11}"/>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0E26EF6A-860E-0867-CF77-5C85F9EA2096}"/>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69E70196-E873-2903-A02C-E1547FF5019F}"/>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27C0A5B5-2412-A1E1-8173-226E9403E74E}"/>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BD3EA128-767D-6F1E-2706-A0FFEDDA962E}"/>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522FBB79-17BA-0BED-EA5E-D76BB696A4EC}"/>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9099BB91-9DAA-D3A1-CF92-90EB42BBA0EF}"/>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A2AB6582-32C4-42C0-0246-DD7652505940}"/>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4C8ED8FB-08E5-9ADD-D69B-80ADABE6BF34}"/>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DF9C6399-A125-646F-2758-8327FCC8FE43}"/>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01B9780A-176C-B3C8-87F8-C3DCD14850C1}"/>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B9CB638D-BD2C-CC3A-E356-9F6A733195EE}"/>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915E1C64-FFDB-1CB5-6076-B283A2D1B3F6}"/>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2F4B4181-B7B1-E714-8896-5B5F84E26071}"/>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8615C014-27B5-146E-8037-CF7A60622FDA}"/>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D23D146A-4D9E-9CEE-358C-0C76044F9BB5}"/>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F8C9DDAC-5FB0-4A9E-ACE1-511D02E7B5B4}"/>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9591C164-5719-293D-9DA2-C2187D1209D0}"/>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568643B8-60DE-D5FD-2A45-37D1D97E18B8}"/>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BAE69FB8-FC4C-8A0B-76E0-D2EB21A378E1}"/>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95FDCAC6-8B71-A18D-00DD-88BB59D415D2}"/>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FB736E53-30F9-8D25-7EAB-0BB38673E6AC}"/>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F4E88ADD-602D-0141-5029-1ED852C53674}"/>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B2F1D023-FCEA-2711-F4DA-00EC5ADAC9D5}"/>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0CCEAD17-AD9E-DC5E-53AF-02AD7B6FEE81}"/>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96D27FD6-4AD0-B283-5A82-AB4D9BF46DCB}"/>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FA256011-9214-B55C-82BB-EDF9DBBDF113}"/>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CF906CB8-8371-A342-76C7-AE7A4DEF5EE5}"/>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1A5FF6CC-B65D-E1E1-D986-DA0333C42C7A}"/>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50CD1F11-C87C-C2A5-ACC6-36F268518E53}"/>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EE07A2EB-6BFA-B3DA-D494-4BB3260E6F85}"/>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A5092339-6CD4-4F4B-3626-12171B6FF32C}"/>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62677221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8D91B4-30CA-4F22-3104-1A61E1F9131F}"/>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5EB6DA27-27FE-7B0C-EF85-E8E1BF763AFB}"/>
              </a:ext>
            </a:extLst>
          </p:cNvPr>
          <p:cNvSpPr>
            <a:spLocks noGrp="1"/>
          </p:cNvSpPr>
          <p:nvPr>
            <p:ph type="ctrTitle"/>
          </p:nvPr>
        </p:nvSpPr>
        <p:spPr>
          <a:xfrm>
            <a:off x="457200" y="577805"/>
            <a:ext cx="7896386" cy="1107996"/>
          </a:xfrm>
          <a:ln>
            <a:solidFill>
              <a:schemeClr val="tx1">
                <a:lumMod val="50000"/>
                <a:lumOff val="50000"/>
              </a:schemeClr>
            </a:solidFill>
          </a:ln>
        </p:spPr>
        <p:txBody>
          <a:bodyPr anchor="ctr"/>
          <a:lstStyle/>
          <a:p>
            <a:r>
              <a:rPr lang="en-US" sz="2400">
                <a:solidFill>
                  <a:srgbClr val="000000"/>
                </a:solidFill>
                <a:latin typeface="Unity"/>
              </a:rPr>
              <a:t>Among CCZS Neutrals, all Kaizen 4.0 prototypes fail to meet the primary action standard as each prototype incurs sensory attribute penalties.</a:t>
            </a:r>
            <a:endParaRPr lang="en-US" sz="2200">
              <a:latin typeface="Unity"/>
            </a:endParaRPr>
          </a:p>
        </p:txBody>
      </p:sp>
      <p:sp>
        <p:nvSpPr>
          <p:cNvPr id="4" name="Slide Number Placeholder 3">
            <a:extLst>
              <a:ext uri="{FF2B5EF4-FFF2-40B4-BE49-F238E27FC236}">
                <a16:creationId xmlns:a16="http://schemas.microsoft.com/office/drawing/2014/main" id="{F1990239-19EF-B94F-1556-BF75FFBF27E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05BEE284-13F2-3C4D-C449-2A2B05419A34}"/>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endParaRPr lang="en-US" sz="1200">
              <a:solidFill>
                <a:prstClr val="black"/>
              </a:solidFill>
              <a:latin typeface="Avenir Next LT Pro" panose="020B0504020202020204" pitchFamily="34" charset="0"/>
            </a:endParaRP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164EEBC1-2620-EB68-1B68-D44357A4A1B3}"/>
              </a:ext>
            </a:extLst>
          </p:cNvPr>
          <p:cNvSpPr/>
          <p:nvPr/>
        </p:nvSpPr>
        <p:spPr>
          <a:xfrm>
            <a:off x="2716095" y="2531754"/>
            <a:ext cx="8818306" cy="678844"/>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a:solidFill>
                  <a:srgbClr val="003399"/>
                </a:solidFill>
                <a:latin typeface="Avenir Next LT Pro" panose="020B0504020202020204" pitchFamily="34" charset="0"/>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rgbClr val="003399"/>
                </a:solidFill>
                <a:latin typeface="Avenir Next LT Pro" panose="020B0504020202020204" pitchFamily="34" charset="0"/>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3399"/>
                </a:solidFill>
                <a:effectLst/>
                <a:uLnTx/>
                <a:uFillTx/>
                <a:latin typeface="Avenir Next LT Pro"/>
              </a:rPr>
              <a:t>(N</a:t>
            </a:r>
            <a:r>
              <a:rPr lang="en-US" sz="1400" b="1">
                <a:solidFill>
                  <a:srgbClr val="003399"/>
                </a:solidFill>
                <a:latin typeface="Avenir Next LT Pro"/>
              </a:rPr>
              <a:t>~335 Per Product</a:t>
            </a:r>
            <a:r>
              <a:rPr kumimoji="0" lang="en-US" sz="1400" b="1" i="0" u="none" strike="noStrike" kern="1200" cap="none" spc="0" normalizeH="0" baseline="0" noProof="0">
                <a:ln>
                  <a:noFill/>
                </a:ln>
                <a:solidFill>
                  <a:srgbClr val="003399"/>
                </a:solidFill>
                <a:effectLst/>
                <a:uLnTx/>
                <a:uFillTx/>
                <a:latin typeface="Avenir Next LT Pro"/>
              </a:rPr>
              <a:t>)</a:t>
            </a:r>
            <a:endParaRPr lang="en-US" sz="1400" b="1" i="0" u="none" strike="noStrike" kern="1200" cap="none" spc="0" normalizeH="0" baseline="0" noProof="0">
              <a:ln>
                <a:noFill/>
              </a:ln>
              <a:solidFill>
                <a:srgbClr val="003399"/>
              </a:solidFill>
              <a:effectLst/>
              <a:uLnTx/>
              <a:uFillTx/>
              <a:latin typeface="Avenir Next LT Pro"/>
            </a:endParaRPr>
          </a:p>
        </p:txBody>
      </p:sp>
      <p:sp>
        <p:nvSpPr>
          <p:cNvPr id="53" name="Content Placeholder 2">
            <a:extLst>
              <a:ext uri="{FF2B5EF4-FFF2-40B4-BE49-F238E27FC236}">
                <a16:creationId xmlns:a16="http://schemas.microsoft.com/office/drawing/2014/main" id="{9BB26D66-5E11-38DE-252A-AA1E63170856}"/>
              </a:ext>
            </a:extLst>
          </p:cNvPr>
          <p:cNvSpPr txBox="1">
            <a:spLocks/>
          </p:cNvSpPr>
          <p:nvPr/>
        </p:nvSpPr>
        <p:spPr>
          <a:xfrm>
            <a:off x="457200" y="1865985"/>
            <a:ext cx="13716000" cy="861992"/>
          </a:xfrm>
          <a:prstGeom prst="rect">
            <a:avLst/>
          </a:prstGeom>
        </p:spPr>
        <p:txBody>
          <a:bodyPr vert="horz" wrap="square" lIns="0" tIns="0" rIns="0" bIns="0" rtlCol="0" anchor="t">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342900" indent="-342900">
              <a:buFont typeface="Arial" panose="020B0604020202020204" pitchFamily="34" charset="0"/>
              <a:buChar char="•"/>
            </a:pPr>
            <a:r>
              <a:rPr lang="en-US" sz="1600">
                <a:solidFill>
                  <a:srgbClr val="0070C0"/>
                </a:solidFill>
                <a:latin typeface="Avenir Next LT Pro" panose="020B0504020202020204" pitchFamily="34" charset="0"/>
              </a:rPr>
              <a:t>All prototypes receive sensory attribute penalties on insufficient carbonation, while 643 also receives penalties on weak overall flavor and cola flavor.</a:t>
            </a:r>
          </a:p>
        </p:txBody>
      </p:sp>
      <p:sp>
        <p:nvSpPr>
          <p:cNvPr id="16" name="TextBox 15">
            <a:extLst>
              <a:ext uri="{FF2B5EF4-FFF2-40B4-BE49-F238E27FC236}">
                <a16:creationId xmlns:a16="http://schemas.microsoft.com/office/drawing/2014/main" id="{FB747888-03AF-C649-B3DB-48AD1C8FDF10}"/>
              </a:ext>
            </a:extLst>
          </p:cNvPr>
          <p:cNvSpPr txBox="1"/>
          <p:nvPr/>
        </p:nvSpPr>
        <p:spPr>
          <a:xfrm>
            <a:off x="12275820" y="3064068"/>
            <a:ext cx="1932122" cy="1605248"/>
          </a:xfrm>
          <a:prstGeom prst="rect">
            <a:avLst/>
          </a:prstGeom>
          <a:noFill/>
          <a:ln w="9525">
            <a:noFill/>
          </a:ln>
        </p:spPr>
        <p:txBody>
          <a:bodyPr wrap="square" rtlCol="0">
            <a:spAutoFit/>
          </a:bodyPr>
          <a:lstStyle/>
          <a:p>
            <a:pPr>
              <a:lnSpc>
                <a:spcPct val="250000"/>
              </a:lnSpc>
            </a:pPr>
            <a:r>
              <a:rPr lang="en-US" sz="1100">
                <a:solidFill>
                  <a:srgbClr val="000000"/>
                </a:solidFill>
                <a:latin typeface="Avenir Next LT Pro" panose="020B0504020202020204" pitchFamily="34" charset="0"/>
              </a:rPr>
              <a:t>LEGEND:</a:t>
            </a:r>
          </a:p>
          <a:p>
            <a:pPr>
              <a:lnSpc>
                <a:spcPct val="250000"/>
              </a:lnSpc>
            </a:pPr>
            <a:r>
              <a:rPr lang="en-US" sz="1000">
                <a:solidFill>
                  <a:srgbClr val="000000"/>
                </a:solidFill>
                <a:latin typeface="Avenir Next LT Pro" panose="020B0504020202020204" pitchFamily="34" charset="0"/>
              </a:rPr>
              <a:t>	Met</a:t>
            </a:r>
          </a:p>
          <a:p>
            <a:pPr>
              <a:lnSpc>
                <a:spcPct val="250000"/>
              </a:lnSpc>
            </a:pPr>
            <a:r>
              <a:rPr lang="en-US" sz="1000">
                <a:solidFill>
                  <a:srgbClr val="000000"/>
                </a:solidFill>
                <a:latin typeface="Avenir Next LT Pro" panose="020B0504020202020204" pitchFamily="34" charset="0"/>
              </a:rPr>
              <a:t>	Not Met</a:t>
            </a:r>
          </a:p>
          <a:p>
            <a:pPr>
              <a:lnSpc>
                <a:spcPct val="250000"/>
              </a:lnSpc>
            </a:pPr>
            <a:r>
              <a:rPr lang="en-US" sz="1000">
                <a:solidFill>
                  <a:srgbClr val="000000"/>
                </a:solidFill>
                <a:latin typeface="Avenir Next LT Pro" panose="020B0504020202020204" pitchFamily="34" charset="0"/>
              </a:rPr>
              <a:t>	Caution / Some Gaps</a:t>
            </a:r>
          </a:p>
        </p:txBody>
      </p:sp>
      <p:pic>
        <p:nvPicPr>
          <p:cNvPr id="19" name="Picture 18" descr="Icon&#10;&#10;Description automatically generated">
            <a:extLst>
              <a:ext uri="{FF2B5EF4-FFF2-40B4-BE49-F238E27FC236}">
                <a16:creationId xmlns:a16="http://schemas.microsoft.com/office/drawing/2014/main" id="{4FD9F8C5-E7E3-794F-D40C-120DEFD921C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E985E113-E42C-2380-C6AA-4EE53537DB7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CC747961-B476-59D1-2673-A6E0B9A1686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BF0AB138-A371-6654-D0EC-CA3C531B3DEB}"/>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endParaRPr>
          </a:p>
        </p:txBody>
      </p:sp>
      <p:sp>
        <p:nvSpPr>
          <p:cNvPr id="17" name="TextBox 24">
            <a:extLst>
              <a:ext uri="{FF2B5EF4-FFF2-40B4-BE49-F238E27FC236}">
                <a16:creationId xmlns:a16="http://schemas.microsoft.com/office/drawing/2014/main" id="{258B5FBC-2327-346A-EBF3-1BC3D01B5604}"/>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panose="020B0504020202020204" pitchFamily="34" charset="0"/>
              </a:rPr>
              <a:t>Sensory Appeal LEGEND</a:t>
            </a:r>
          </a:p>
        </p:txBody>
      </p:sp>
      <p:graphicFrame>
        <p:nvGraphicFramePr>
          <p:cNvPr id="6" name="Table 6">
            <a:extLst>
              <a:ext uri="{FF2B5EF4-FFF2-40B4-BE49-F238E27FC236}">
                <a16:creationId xmlns:a16="http://schemas.microsoft.com/office/drawing/2014/main" id="{6478A0AC-0551-C9CC-0AAF-7F75BB4EC189}"/>
              </a:ext>
            </a:extLst>
          </p:cNvPr>
          <p:cNvGraphicFramePr>
            <a:graphicFrameLocks noGrp="1"/>
          </p:cNvGraphicFramePr>
          <p:nvPr/>
        </p:nvGraphicFramePr>
        <p:xfrm>
          <a:off x="2673371" y="3300701"/>
          <a:ext cx="8861029" cy="3236976"/>
        </p:xfrm>
        <a:graphic>
          <a:graphicData uri="http://schemas.openxmlformats.org/drawingml/2006/table">
            <a:tbl>
              <a:tblPr firstRow="1" bandRow="1"/>
              <a:tblGrid>
                <a:gridCol w="4332229">
                  <a:extLst>
                    <a:ext uri="{9D8B030D-6E8A-4147-A177-3AD203B41FA5}">
                      <a16:colId xmlns:a16="http://schemas.microsoft.com/office/drawing/2014/main" val="962289824"/>
                    </a:ext>
                  </a:extLst>
                </a:gridCol>
                <a:gridCol w="1509600">
                  <a:extLst>
                    <a:ext uri="{9D8B030D-6E8A-4147-A177-3AD203B41FA5}">
                      <a16:colId xmlns:a16="http://schemas.microsoft.com/office/drawing/2014/main" val="3320763232"/>
                    </a:ext>
                  </a:extLst>
                </a:gridCol>
                <a:gridCol w="1509600">
                  <a:extLst>
                    <a:ext uri="{9D8B030D-6E8A-4147-A177-3AD203B41FA5}">
                      <a16:colId xmlns:a16="http://schemas.microsoft.com/office/drawing/2014/main" val="4063710066"/>
                    </a:ext>
                  </a:extLst>
                </a:gridCol>
                <a:gridCol w="150960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At least parity </a:t>
                      </a:r>
                      <a:r>
                        <a:rPr lang="en-US" sz="1400">
                          <a:effectLst>
                            <a:outerShdw blurRad="38100" dist="38100" dir="2700000" algn="tl">
                              <a:srgbClr val="000000">
                                <a:alpha val="43137"/>
                              </a:srgbClr>
                            </a:outerShdw>
                          </a:effectLst>
                          <a:latin typeface="Avenir Next LT Pro" panose="020B0504020202020204" pitchFamily="34" charset="0"/>
                        </a:rPr>
                        <a:t>First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(Overall Liking) </a:t>
                      </a:r>
                      <a:r>
                        <a:rPr lang="en-US" sz="1400" u="sng">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At least parity </a:t>
                      </a:r>
                      <a:r>
                        <a:rPr lang="en-US" sz="1400">
                          <a:effectLst>
                            <a:outerShdw blurRad="38100" dist="38100" dir="2700000" algn="tl">
                              <a:srgbClr val="000000">
                                <a:alpha val="43137"/>
                              </a:srgbClr>
                            </a:outerShdw>
                          </a:effectLst>
                          <a:latin typeface="Avenir Next LT Pro" panose="020B0504020202020204" pitchFamily="34" charset="0"/>
                        </a:rPr>
                        <a:t>Last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(Overall Liking) </a:t>
                      </a:r>
                      <a:r>
                        <a:rPr lang="en-US" sz="1400" u="sng">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No meaningful Sensory Attribute Negatives</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3B9FA41C-312F-4511-14A4-A24F6F9D5D46}"/>
              </a:ext>
            </a:extLst>
          </p:cNvPr>
          <p:cNvSpPr txBox="1"/>
          <p:nvPr/>
        </p:nvSpPr>
        <p:spPr>
          <a:xfrm rot="16200000">
            <a:off x="640723" y="4636090"/>
            <a:ext cx="3297776" cy="646331"/>
          </a:xfrm>
          <a:prstGeom prst="rect">
            <a:avLst/>
          </a:prstGeom>
          <a:solidFill>
            <a:srgbClr val="FFC000"/>
          </a:solidFill>
        </p:spPr>
        <p:txBody>
          <a:bodyPr wrap="square" rtlCol="0">
            <a:spAutoFit/>
          </a:bodyPr>
          <a:lstStyle/>
          <a:p>
            <a:pPr algn="ctr"/>
            <a:r>
              <a:rPr lang="en-US" b="1">
                <a:solidFill>
                  <a:srgbClr val="FFFFFF"/>
                </a:solidFill>
                <a:latin typeface="Avenir Next LT Pro" panose="020B0504020202020204" pitchFamily="34" charset="0"/>
              </a:rPr>
              <a:t>PRIMARY ACTION STANDARD</a:t>
            </a:r>
          </a:p>
        </p:txBody>
      </p:sp>
      <p:pic>
        <p:nvPicPr>
          <p:cNvPr id="15" name="Picture 14">
            <a:extLst>
              <a:ext uri="{FF2B5EF4-FFF2-40B4-BE49-F238E27FC236}">
                <a16:creationId xmlns:a16="http://schemas.microsoft.com/office/drawing/2014/main" id="{3A72BAD8-7DAD-1153-D4F4-1D3393A08C74}"/>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4506053"/>
            <a:ext cx="474985" cy="468000"/>
          </a:xfrm>
          <a:prstGeom prst="rect">
            <a:avLst/>
          </a:prstGeom>
        </p:spPr>
      </p:pic>
      <p:pic>
        <p:nvPicPr>
          <p:cNvPr id="26" name="Picture 25">
            <a:extLst>
              <a:ext uri="{FF2B5EF4-FFF2-40B4-BE49-F238E27FC236}">
                <a16:creationId xmlns:a16="http://schemas.microsoft.com/office/drawing/2014/main" id="{221EB86C-69E6-D16F-950E-4A7F0096E5E9}"/>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4506053"/>
            <a:ext cx="474985" cy="468000"/>
          </a:xfrm>
          <a:prstGeom prst="rect">
            <a:avLst/>
          </a:prstGeom>
        </p:spPr>
      </p:pic>
      <p:pic>
        <p:nvPicPr>
          <p:cNvPr id="28" name="Picture 27">
            <a:extLst>
              <a:ext uri="{FF2B5EF4-FFF2-40B4-BE49-F238E27FC236}">
                <a16:creationId xmlns:a16="http://schemas.microsoft.com/office/drawing/2014/main" id="{F4EF960C-F2B8-71E5-1317-BC73A824871E}"/>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4506362"/>
            <a:ext cx="474985" cy="468000"/>
          </a:xfrm>
          <a:prstGeom prst="rect">
            <a:avLst/>
          </a:prstGeom>
        </p:spPr>
      </p:pic>
      <p:pic>
        <p:nvPicPr>
          <p:cNvPr id="30" name="Picture 29">
            <a:extLst>
              <a:ext uri="{FF2B5EF4-FFF2-40B4-BE49-F238E27FC236}">
                <a16:creationId xmlns:a16="http://schemas.microsoft.com/office/drawing/2014/main" id="{6F9A72F5-B982-9BF8-DD31-38882A5990A3}"/>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5254517"/>
            <a:ext cx="474985" cy="468000"/>
          </a:xfrm>
          <a:prstGeom prst="rect">
            <a:avLst/>
          </a:prstGeom>
        </p:spPr>
      </p:pic>
      <p:pic>
        <p:nvPicPr>
          <p:cNvPr id="32" name="Picture 31">
            <a:extLst>
              <a:ext uri="{FF2B5EF4-FFF2-40B4-BE49-F238E27FC236}">
                <a16:creationId xmlns:a16="http://schemas.microsoft.com/office/drawing/2014/main" id="{8BB29F65-B978-5458-E801-8976893F7E45}"/>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5254517"/>
            <a:ext cx="474985" cy="468000"/>
          </a:xfrm>
          <a:prstGeom prst="rect">
            <a:avLst/>
          </a:prstGeom>
        </p:spPr>
      </p:pic>
      <p:pic>
        <p:nvPicPr>
          <p:cNvPr id="36" name="Picture 35">
            <a:extLst>
              <a:ext uri="{FF2B5EF4-FFF2-40B4-BE49-F238E27FC236}">
                <a16:creationId xmlns:a16="http://schemas.microsoft.com/office/drawing/2014/main" id="{97A37220-E6FB-5515-E215-B36A97C22D09}"/>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5254826"/>
            <a:ext cx="474985" cy="468000"/>
          </a:xfrm>
          <a:prstGeom prst="rect">
            <a:avLst/>
          </a:prstGeom>
        </p:spPr>
      </p:pic>
      <p:pic>
        <p:nvPicPr>
          <p:cNvPr id="41" name="Picture 40">
            <a:extLst>
              <a:ext uri="{FF2B5EF4-FFF2-40B4-BE49-F238E27FC236}">
                <a16:creationId xmlns:a16="http://schemas.microsoft.com/office/drawing/2014/main" id="{EAA928BD-3419-3581-91BD-47B11DCCFDB3}"/>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7559890" y="6013698"/>
            <a:ext cx="432000" cy="432000"/>
          </a:xfrm>
          <a:prstGeom prst="rect">
            <a:avLst/>
          </a:prstGeom>
        </p:spPr>
      </p:pic>
      <p:pic>
        <p:nvPicPr>
          <p:cNvPr id="43" name="Picture 42">
            <a:extLst>
              <a:ext uri="{FF2B5EF4-FFF2-40B4-BE49-F238E27FC236}">
                <a16:creationId xmlns:a16="http://schemas.microsoft.com/office/drawing/2014/main" id="{E3A223BC-3C17-F131-E4BD-B51AF8DC5571}"/>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10573354" y="6013698"/>
            <a:ext cx="432000" cy="432000"/>
          </a:xfrm>
          <a:prstGeom prst="rect">
            <a:avLst/>
          </a:prstGeom>
        </p:spPr>
      </p:pic>
      <p:pic>
        <p:nvPicPr>
          <p:cNvPr id="45" name="Picture 44">
            <a:extLst>
              <a:ext uri="{FF2B5EF4-FFF2-40B4-BE49-F238E27FC236}">
                <a16:creationId xmlns:a16="http://schemas.microsoft.com/office/drawing/2014/main" id="{AA03418A-F53A-658D-82D3-33996222BDAF}"/>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9061414" y="6013698"/>
            <a:ext cx="432000" cy="432000"/>
          </a:xfrm>
          <a:prstGeom prst="rect">
            <a:avLst/>
          </a:prstGeom>
        </p:spPr>
      </p:pic>
      <p:grpSp>
        <p:nvGrpSpPr>
          <p:cNvPr id="2" name="Group 1">
            <a:extLst>
              <a:ext uri="{FF2B5EF4-FFF2-40B4-BE49-F238E27FC236}">
                <a16:creationId xmlns:a16="http://schemas.microsoft.com/office/drawing/2014/main" id="{EA89FD80-5B8D-47BC-A0CE-BE03BA6692E3}"/>
              </a:ext>
            </a:extLst>
          </p:cNvPr>
          <p:cNvGrpSpPr/>
          <p:nvPr/>
        </p:nvGrpSpPr>
        <p:grpSpPr>
          <a:xfrm>
            <a:off x="8684218" y="94368"/>
            <a:ext cx="5855930" cy="1551678"/>
            <a:chOff x="8684218" y="94368"/>
            <a:chExt cx="5855930" cy="1551678"/>
          </a:xfrm>
        </p:grpSpPr>
        <p:sp>
          <p:nvSpPr>
            <p:cNvPr id="3" name="Rectangle 2">
              <a:extLst>
                <a:ext uri="{FF2B5EF4-FFF2-40B4-BE49-F238E27FC236}">
                  <a16:creationId xmlns:a16="http://schemas.microsoft.com/office/drawing/2014/main" id="{715B2D92-D0BA-1835-EA97-6521481FF23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 name="TextBox 4">
              <a:extLst>
                <a:ext uri="{FF2B5EF4-FFF2-40B4-BE49-F238E27FC236}">
                  <a16:creationId xmlns:a16="http://schemas.microsoft.com/office/drawing/2014/main" id="{56EC6756-C702-DC8A-D482-5494A003614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7" name="Picture 6" descr="A bottle of soda with a red label&#10;&#10;Description automatically generated">
              <a:extLst>
                <a:ext uri="{FF2B5EF4-FFF2-40B4-BE49-F238E27FC236}">
                  <a16:creationId xmlns:a16="http://schemas.microsoft.com/office/drawing/2014/main" id="{146B68BA-0791-A4C8-F3E2-8866652B630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8" name="Picture 7" descr="A flag on a button&#10;&#10;Description automatically generated">
              <a:extLst>
                <a:ext uri="{FF2B5EF4-FFF2-40B4-BE49-F238E27FC236}">
                  <a16:creationId xmlns:a16="http://schemas.microsoft.com/office/drawing/2014/main" id="{B1ADE90D-35E8-1201-1AA6-108DE5CF5A9A}"/>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8117865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812A84-2F12-7607-6B8A-EBEE12BF6769}"/>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A8F63805-7D1F-953F-EE1D-8FC8EBD7C21D}"/>
              </a:ext>
            </a:extLst>
          </p:cNvPr>
          <p:cNvSpPr>
            <a:spLocks noGrp="1"/>
          </p:cNvSpPr>
          <p:nvPr>
            <p:ph type="ctrTitle"/>
          </p:nvPr>
        </p:nvSpPr>
        <p:spPr>
          <a:xfrm>
            <a:off x="457200" y="947137"/>
            <a:ext cx="7896386" cy="369332"/>
          </a:xfrm>
          <a:ln>
            <a:solidFill>
              <a:schemeClr val="tx1">
                <a:lumMod val="50000"/>
                <a:lumOff val="50000"/>
              </a:schemeClr>
            </a:solidFill>
          </a:ln>
        </p:spPr>
        <p:txBody>
          <a:bodyPr anchor="ctr"/>
          <a:lstStyle/>
          <a:p>
            <a:r>
              <a:rPr lang="en-US" sz="2400">
                <a:latin typeface="Unity"/>
              </a:rPr>
              <a:t>No clear winning prototype emerges among CCZS Neutrals.</a:t>
            </a:r>
            <a:endParaRPr lang="en-US" sz="2200">
              <a:latin typeface="Unity"/>
            </a:endParaRPr>
          </a:p>
        </p:txBody>
      </p:sp>
      <p:sp>
        <p:nvSpPr>
          <p:cNvPr id="4" name="Slide Number Placeholder 3">
            <a:extLst>
              <a:ext uri="{FF2B5EF4-FFF2-40B4-BE49-F238E27FC236}">
                <a16:creationId xmlns:a16="http://schemas.microsoft.com/office/drawing/2014/main" id="{DEFB61AF-5710-DE99-3D27-972E81A26A4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69A8586F-0C9B-656A-9D10-28F641BCF997}"/>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endParaRPr lang="en-US" sz="1200">
              <a:solidFill>
                <a:prstClr val="black"/>
              </a:solidFill>
              <a:latin typeface="Avenir Next LT Pro" panose="020B0504020202020204" pitchFamily="34" charset="0"/>
            </a:endParaRP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5D441C99-FB6F-DD0B-655B-1035C9CB6AD5}"/>
              </a:ext>
            </a:extLst>
          </p:cNvPr>
          <p:cNvSpPr/>
          <p:nvPr/>
        </p:nvSpPr>
        <p:spPr>
          <a:xfrm>
            <a:off x="2433601" y="2531754"/>
            <a:ext cx="8928000" cy="678844"/>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lvl="0" algn="ctr" defTabSz="914400">
              <a:defRPr/>
            </a:pPr>
            <a:r>
              <a:rPr lang="en-US" sz="1400" b="1">
                <a:solidFill>
                  <a:srgbClr val="003399"/>
                </a:solidFill>
                <a:latin typeface="Avenir Next LT Pro" panose="020B0504020202020204" pitchFamily="34" charset="0"/>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rgbClr val="003399"/>
                </a:solidFill>
                <a:latin typeface="Avenir Next LT Pro" panose="020B0504020202020204" pitchFamily="34" charset="0"/>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3399"/>
                </a:solidFill>
                <a:effectLst/>
                <a:uLnTx/>
                <a:uFillTx/>
                <a:latin typeface="Avenir Next LT Pro"/>
              </a:rPr>
              <a:t>(N</a:t>
            </a:r>
            <a:r>
              <a:rPr lang="en-US" sz="1400" b="1">
                <a:solidFill>
                  <a:srgbClr val="003399"/>
                </a:solidFill>
                <a:latin typeface="Avenir Next LT Pro"/>
              </a:rPr>
              <a:t>~335 Per Product</a:t>
            </a:r>
            <a:r>
              <a:rPr kumimoji="0" lang="en-US" sz="1400" b="1" i="0" u="none" strike="noStrike" kern="1200" cap="none" spc="0" normalizeH="0" baseline="0" noProof="0">
                <a:ln>
                  <a:noFill/>
                </a:ln>
                <a:solidFill>
                  <a:srgbClr val="003399"/>
                </a:solidFill>
                <a:effectLst/>
                <a:uLnTx/>
                <a:uFillTx/>
                <a:latin typeface="Avenir Next LT Pro"/>
              </a:rPr>
              <a:t>)</a:t>
            </a:r>
            <a:endParaRPr lang="en-US" sz="1400" b="1" i="0" u="none" strike="noStrike" kern="1200" cap="none" spc="0" normalizeH="0" baseline="0" noProof="0">
              <a:ln>
                <a:noFill/>
              </a:ln>
              <a:solidFill>
                <a:srgbClr val="003399"/>
              </a:solidFill>
              <a:effectLst/>
              <a:uLnTx/>
              <a:uFillTx/>
              <a:latin typeface="Avenir Next LT Pro"/>
            </a:endParaRPr>
          </a:p>
        </p:txBody>
      </p:sp>
      <p:sp>
        <p:nvSpPr>
          <p:cNvPr id="16" name="TextBox 15">
            <a:extLst>
              <a:ext uri="{FF2B5EF4-FFF2-40B4-BE49-F238E27FC236}">
                <a16:creationId xmlns:a16="http://schemas.microsoft.com/office/drawing/2014/main" id="{C3377E85-0BBC-FC94-98C3-FB0FFFD0CE0E}"/>
              </a:ext>
            </a:extLst>
          </p:cNvPr>
          <p:cNvSpPr txBox="1"/>
          <p:nvPr/>
        </p:nvSpPr>
        <p:spPr>
          <a:xfrm>
            <a:off x="12275820" y="3064068"/>
            <a:ext cx="1932122" cy="1605248"/>
          </a:xfrm>
          <a:prstGeom prst="rect">
            <a:avLst/>
          </a:prstGeom>
          <a:noFill/>
          <a:ln w="9525">
            <a:noFill/>
          </a:ln>
        </p:spPr>
        <p:txBody>
          <a:bodyPr wrap="square" rtlCol="0">
            <a:spAutoFit/>
          </a:bodyPr>
          <a:lstStyle/>
          <a:p>
            <a:pPr>
              <a:lnSpc>
                <a:spcPct val="250000"/>
              </a:lnSpc>
            </a:pPr>
            <a:r>
              <a:rPr lang="en-US" sz="1100">
                <a:solidFill>
                  <a:srgbClr val="000000"/>
                </a:solidFill>
                <a:latin typeface="Avenir Next LT Pro" panose="020B0504020202020204" pitchFamily="34" charset="0"/>
              </a:rPr>
              <a:t>LEGEND:</a:t>
            </a:r>
          </a:p>
          <a:p>
            <a:pPr>
              <a:lnSpc>
                <a:spcPct val="250000"/>
              </a:lnSpc>
            </a:pPr>
            <a:r>
              <a:rPr lang="en-US" sz="1000">
                <a:solidFill>
                  <a:srgbClr val="000000"/>
                </a:solidFill>
                <a:latin typeface="Avenir Next LT Pro" panose="020B0504020202020204" pitchFamily="34" charset="0"/>
              </a:rPr>
              <a:t>	Met</a:t>
            </a:r>
          </a:p>
          <a:p>
            <a:pPr>
              <a:lnSpc>
                <a:spcPct val="250000"/>
              </a:lnSpc>
            </a:pPr>
            <a:r>
              <a:rPr lang="en-US" sz="1000">
                <a:solidFill>
                  <a:srgbClr val="000000"/>
                </a:solidFill>
                <a:latin typeface="Avenir Next LT Pro" panose="020B0504020202020204" pitchFamily="34" charset="0"/>
              </a:rPr>
              <a:t>	Not Met</a:t>
            </a:r>
          </a:p>
          <a:p>
            <a:pPr>
              <a:lnSpc>
                <a:spcPct val="250000"/>
              </a:lnSpc>
            </a:pPr>
            <a:r>
              <a:rPr lang="en-US" sz="1000">
                <a:solidFill>
                  <a:srgbClr val="000000"/>
                </a:solidFill>
                <a:latin typeface="Avenir Next LT Pro" panose="020B0504020202020204" pitchFamily="34" charset="0"/>
              </a:rPr>
              <a:t>	Caution / Some Gaps</a:t>
            </a:r>
          </a:p>
        </p:txBody>
      </p:sp>
      <p:pic>
        <p:nvPicPr>
          <p:cNvPr id="19" name="Picture 18" descr="Icon&#10;&#10;Description automatically generated">
            <a:extLst>
              <a:ext uri="{FF2B5EF4-FFF2-40B4-BE49-F238E27FC236}">
                <a16:creationId xmlns:a16="http://schemas.microsoft.com/office/drawing/2014/main" id="{3ADBE9C7-B1F0-F190-1D4B-F166DD52BF7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F05C1507-9084-4DEC-8810-0E72A78ADE4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7220B376-56C9-BCE4-6F2E-045573B8B8D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5D4FC5FD-999A-5B03-9F3C-58953EA5AB9A}"/>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endParaRPr>
          </a:p>
        </p:txBody>
      </p:sp>
      <p:sp>
        <p:nvSpPr>
          <p:cNvPr id="17" name="TextBox 24">
            <a:extLst>
              <a:ext uri="{FF2B5EF4-FFF2-40B4-BE49-F238E27FC236}">
                <a16:creationId xmlns:a16="http://schemas.microsoft.com/office/drawing/2014/main" id="{41E83122-5095-4205-F6E0-22B85D4B2D41}"/>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panose="020B0504020202020204" pitchFamily="34" charset="0"/>
              </a:rPr>
              <a:t>Sensory Appeal LEGEND</a:t>
            </a:r>
          </a:p>
        </p:txBody>
      </p:sp>
      <p:sp>
        <p:nvSpPr>
          <p:cNvPr id="24" name="TextBox 23">
            <a:extLst>
              <a:ext uri="{FF2B5EF4-FFF2-40B4-BE49-F238E27FC236}">
                <a16:creationId xmlns:a16="http://schemas.microsoft.com/office/drawing/2014/main" id="{2ECA4565-1BCE-6575-383C-F1DF4B1EF0F6}"/>
              </a:ext>
            </a:extLst>
          </p:cNvPr>
          <p:cNvSpPr txBox="1"/>
          <p:nvPr/>
        </p:nvSpPr>
        <p:spPr>
          <a:xfrm>
            <a:off x="12251608" y="6608145"/>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80% CL (two-tail)</a:t>
            </a:r>
            <a:endParaRPr lang="en-US" sz="1200">
              <a:solidFill>
                <a:prstClr val="black"/>
              </a:solidFill>
              <a:latin typeface="Avenir Next LT Pro" panose="020B0504020202020204" pitchFamily="34" charset="0"/>
            </a:endParaRP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80% CL (</a:t>
            </a:r>
            <a:r>
              <a:rPr lang="en-US" sz="1200">
                <a:solidFill>
                  <a:prstClr val="black"/>
                </a:solidFill>
                <a:latin typeface="Avenir Next LT Pro" panose="020B0504020202020204" pitchFamily="34" charset="0"/>
              </a:rPr>
              <a:t>two</a:t>
            </a: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-tail)</a:t>
            </a:r>
          </a:p>
        </p:txBody>
      </p:sp>
      <p:sp>
        <p:nvSpPr>
          <p:cNvPr id="25" name="TextBox 24">
            <a:extLst>
              <a:ext uri="{FF2B5EF4-FFF2-40B4-BE49-F238E27FC236}">
                <a16:creationId xmlns:a16="http://schemas.microsoft.com/office/drawing/2014/main" id="{518CE657-95A4-C227-0581-9711188FBF24}"/>
              </a:ext>
            </a:extLst>
          </p:cNvPr>
          <p:cNvSpPr txBox="1"/>
          <p:nvPr/>
        </p:nvSpPr>
        <p:spPr>
          <a:xfrm>
            <a:off x="12212513" y="6245643"/>
            <a:ext cx="2517440"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panose="020B0504020202020204" pitchFamily="34" charset="0"/>
              </a:rPr>
              <a:t>Refreshing Intensity &amp; Unpleasant Aftertaste LEGEND</a:t>
            </a:r>
          </a:p>
        </p:txBody>
      </p:sp>
      <p:graphicFrame>
        <p:nvGraphicFramePr>
          <p:cNvPr id="6" name="Table 6">
            <a:extLst>
              <a:ext uri="{FF2B5EF4-FFF2-40B4-BE49-F238E27FC236}">
                <a16:creationId xmlns:a16="http://schemas.microsoft.com/office/drawing/2014/main" id="{4B3629E3-6717-1BA6-C3E9-B73982417877}"/>
              </a:ext>
            </a:extLst>
          </p:cNvPr>
          <p:cNvGraphicFramePr>
            <a:graphicFrameLocks noGrp="1"/>
          </p:cNvGraphicFramePr>
          <p:nvPr/>
        </p:nvGraphicFramePr>
        <p:xfrm>
          <a:off x="2433600" y="3300701"/>
          <a:ext cx="8928000" cy="3236976"/>
        </p:xfrm>
        <a:graphic>
          <a:graphicData uri="http://schemas.openxmlformats.org/drawingml/2006/table">
            <a:tbl>
              <a:tblPr firstRow="1" bandRow="1"/>
              <a:tblGrid>
                <a:gridCol w="4808490">
                  <a:extLst>
                    <a:ext uri="{9D8B030D-6E8A-4147-A177-3AD203B41FA5}">
                      <a16:colId xmlns:a16="http://schemas.microsoft.com/office/drawing/2014/main" val="962289824"/>
                    </a:ext>
                  </a:extLst>
                </a:gridCol>
                <a:gridCol w="1373170">
                  <a:extLst>
                    <a:ext uri="{9D8B030D-6E8A-4147-A177-3AD203B41FA5}">
                      <a16:colId xmlns:a16="http://schemas.microsoft.com/office/drawing/2014/main" val="3320763232"/>
                    </a:ext>
                  </a:extLst>
                </a:gridCol>
                <a:gridCol w="1373170">
                  <a:extLst>
                    <a:ext uri="{9D8B030D-6E8A-4147-A177-3AD203B41FA5}">
                      <a16:colId xmlns:a16="http://schemas.microsoft.com/office/drawing/2014/main" val="4063710066"/>
                    </a:ext>
                  </a:extLst>
                </a:gridCol>
                <a:gridCol w="137317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First Sip Sensory Appeal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rtl="0" eaLnBrk="1" fontAlgn="auto" latinLnBrk="0" hangingPunct="1">
                        <a:lnSpc>
                          <a:spcPct val="100000"/>
                        </a:lnSpc>
                        <a:spcBef>
                          <a:spcPts val="0"/>
                        </a:spcBef>
                        <a:spcAft>
                          <a:spcPts val="0"/>
                        </a:spcAft>
                        <a:buClrTx/>
                        <a:buSzTx/>
                        <a:buFontTx/>
                        <a:buNone/>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Last Sip Sensory Appeal </a:t>
                      </a:r>
                    </a:p>
                    <a:p>
                      <a:pPr marL="0" marR="0" lvl="0" indent="0" algn="r" rtl="0" eaLnBrk="1" fontAlgn="auto" latinLnBrk="0" hangingPunct="1">
                        <a:lnSpc>
                          <a:spcPct val="100000"/>
                        </a:lnSpc>
                        <a:spcBef>
                          <a:spcPts val="0"/>
                        </a:spcBef>
                        <a:spcAft>
                          <a:spcPts val="0"/>
                        </a:spcAft>
                        <a:buClrTx/>
                        <a:buSzTx/>
                        <a:buFontTx/>
                        <a:buNone/>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Number of Action Standard KPIs meeting or exceeding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BE6EB912-F7E9-841A-6BAA-E3E7F3C1638E}"/>
              </a:ext>
            </a:extLst>
          </p:cNvPr>
          <p:cNvSpPr txBox="1"/>
          <p:nvPr/>
        </p:nvSpPr>
        <p:spPr>
          <a:xfrm rot="16200000">
            <a:off x="296723" y="4596022"/>
            <a:ext cx="3236975" cy="646331"/>
          </a:xfrm>
          <a:prstGeom prst="rect">
            <a:avLst/>
          </a:prstGeom>
          <a:solidFill>
            <a:srgbClr val="B59E74"/>
          </a:solidFill>
        </p:spPr>
        <p:txBody>
          <a:bodyPr wrap="square" rtlCol="0">
            <a:spAutoFit/>
          </a:bodyPr>
          <a:lstStyle/>
          <a:p>
            <a:pPr algn="ctr"/>
            <a:r>
              <a:rPr lang="en-US" b="1">
                <a:solidFill>
                  <a:srgbClr val="FFFFFF"/>
                </a:solidFill>
                <a:latin typeface="Avenir Next LT Pro" panose="020B0504020202020204" pitchFamily="34" charset="0"/>
              </a:rPr>
              <a:t>SECONDARY ACTION STANDARD</a:t>
            </a:r>
          </a:p>
        </p:txBody>
      </p:sp>
      <p:pic>
        <p:nvPicPr>
          <p:cNvPr id="15" name="Picture 14" descr="Icon&#10;&#10;Description automatically generated">
            <a:extLst>
              <a:ext uri="{FF2B5EF4-FFF2-40B4-BE49-F238E27FC236}">
                <a16:creationId xmlns:a16="http://schemas.microsoft.com/office/drawing/2014/main" id="{7D7736CD-E967-3F12-37EF-CCDF93EDA40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4576862"/>
            <a:ext cx="360000" cy="360000"/>
          </a:xfrm>
          <a:prstGeom prst="rect">
            <a:avLst/>
          </a:prstGeom>
        </p:spPr>
      </p:pic>
      <p:pic>
        <p:nvPicPr>
          <p:cNvPr id="26" name="Picture 25" descr="Icon&#10;&#10;Description automatically generated">
            <a:extLst>
              <a:ext uri="{FF2B5EF4-FFF2-40B4-BE49-F238E27FC236}">
                <a16:creationId xmlns:a16="http://schemas.microsoft.com/office/drawing/2014/main" id="{88E1EC9D-4087-984A-A712-CE365028D98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4608392"/>
            <a:ext cx="360000" cy="360000"/>
          </a:xfrm>
          <a:prstGeom prst="rect">
            <a:avLst/>
          </a:prstGeom>
        </p:spPr>
      </p:pic>
      <p:pic>
        <p:nvPicPr>
          <p:cNvPr id="28" name="Picture 27" descr="Icon&#10;&#10;Description automatically generated">
            <a:extLst>
              <a:ext uri="{FF2B5EF4-FFF2-40B4-BE49-F238E27FC236}">
                <a16:creationId xmlns:a16="http://schemas.microsoft.com/office/drawing/2014/main" id="{D9BE3F27-6EAE-8D35-A528-B8171678B3B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4608392"/>
            <a:ext cx="360000" cy="360000"/>
          </a:xfrm>
          <a:prstGeom prst="rect">
            <a:avLst/>
          </a:prstGeom>
        </p:spPr>
      </p:pic>
      <p:pic>
        <p:nvPicPr>
          <p:cNvPr id="30" name="Picture 29" descr="Icon&#10;&#10;Description automatically generated">
            <a:extLst>
              <a:ext uri="{FF2B5EF4-FFF2-40B4-BE49-F238E27FC236}">
                <a16:creationId xmlns:a16="http://schemas.microsoft.com/office/drawing/2014/main" id="{386E3F14-7C3B-3523-3B69-58B5E8DFFBB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5329586"/>
            <a:ext cx="360000" cy="360000"/>
          </a:xfrm>
          <a:prstGeom prst="rect">
            <a:avLst/>
          </a:prstGeom>
        </p:spPr>
      </p:pic>
      <p:pic>
        <p:nvPicPr>
          <p:cNvPr id="32" name="Picture 31" descr="Icon&#10;&#10;Description automatically generated">
            <a:extLst>
              <a:ext uri="{FF2B5EF4-FFF2-40B4-BE49-F238E27FC236}">
                <a16:creationId xmlns:a16="http://schemas.microsoft.com/office/drawing/2014/main" id="{C12C9C49-D0ED-F8A2-840A-57F54196013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5361116"/>
            <a:ext cx="360000" cy="360000"/>
          </a:xfrm>
          <a:prstGeom prst="rect">
            <a:avLst/>
          </a:prstGeom>
        </p:spPr>
      </p:pic>
      <p:pic>
        <p:nvPicPr>
          <p:cNvPr id="36" name="Picture 35" descr="Icon&#10;&#10;Description automatically generated">
            <a:extLst>
              <a:ext uri="{FF2B5EF4-FFF2-40B4-BE49-F238E27FC236}">
                <a16:creationId xmlns:a16="http://schemas.microsoft.com/office/drawing/2014/main" id="{E9A2D64F-3589-2E68-61BE-EBC9EC860C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5361116"/>
            <a:ext cx="360000" cy="360000"/>
          </a:xfrm>
          <a:prstGeom prst="rect">
            <a:avLst/>
          </a:prstGeom>
        </p:spPr>
      </p:pic>
      <p:grpSp>
        <p:nvGrpSpPr>
          <p:cNvPr id="10" name="Group 9">
            <a:extLst>
              <a:ext uri="{FF2B5EF4-FFF2-40B4-BE49-F238E27FC236}">
                <a16:creationId xmlns:a16="http://schemas.microsoft.com/office/drawing/2014/main" id="{62B1E328-97B0-49E0-C5EF-E5DEDACBBBC9}"/>
              </a:ext>
            </a:extLst>
          </p:cNvPr>
          <p:cNvGrpSpPr/>
          <p:nvPr/>
        </p:nvGrpSpPr>
        <p:grpSpPr>
          <a:xfrm>
            <a:off x="8684218" y="94368"/>
            <a:ext cx="5855930" cy="1551678"/>
            <a:chOff x="8684218" y="94368"/>
            <a:chExt cx="5855930" cy="1551678"/>
          </a:xfrm>
        </p:grpSpPr>
        <p:sp>
          <p:nvSpPr>
            <p:cNvPr id="13" name="Rectangle 12">
              <a:extLst>
                <a:ext uri="{FF2B5EF4-FFF2-40B4-BE49-F238E27FC236}">
                  <a16:creationId xmlns:a16="http://schemas.microsoft.com/office/drawing/2014/main" id="{3B4400BB-8F20-AB55-4567-49431E3CF34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CC0E863D-8DC3-9A94-83CA-78DD881F042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46569905-8F92-BAD3-7968-35C0C918AF1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1A44F610-AD1F-4F76-A5B3-E5130E728BE3}"/>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1974056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CAB062A8-4F06-FF74-9BF5-731F9EFD40F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A74B9E9-46F7-AA42-3AEB-F8600CE1911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1" name="Rectangle: Rounded Corners 10">
            <a:extLst>
              <a:ext uri="{FF2B5EF4-FFF2-40B4-BE49-F238E27FC236}">
                <a16:creationId xmlns:a16="http://schemas.microsoft.com/office/drawing/2014/main" id="{E27B3A75-328A-969C-7C71-983BE4932F1F}"/>
              </a:ext>
            </a:extLst>
          </p:cNvPr>
          <p:cNvSpPr/>
          <p:nvPr/>
        </p:nvSpPr>
        <p:spPr>
          <a:xfrm>
            <a:off x="3930650" y="1718754"/>
            <a:ext cx="8047689" cy="599636"/>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400" b="1">
                <a:solidFill>
                  <a:srgbClr val="003399"/>
                </a:solidFill>
                <a:latin typeface="Avenir Next LT Pro" panose="020B0504020202020204" pitchFamily="34" charset="0"/>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rgbClr val="003399"/>
                </a:solidFill>
                <a:latin typeface="Avenir Next LT Pro" panose="020B0504020202020204" pitchFamily="34" charset="0"/>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3399"/>
                </a:solidFill>
                <a:effectLst/>
                <a:uLnTx/>
                <a:uFillTx/>
                <a:latin typeface="Avenir Next LT Pro" panose="020B0504020202020204" pitchFamily="34" charset="0"/>
                <a:ea typeface="+mn-ea"/>
                <a:cs typeface="+mn-cs"/>
              </a:rPr>
              <a:t>(N</a:t>
            </a:r>
            <a:r>
              <a:rPr lang="en-US" sz="1400" b="1">
                <a:solidFill>
                  <a:srgbClr val="003399"/>
                </a:solidFill>
                <a:latin typeface="Avenir Next LT Pro" panose="020B0504020202020204" pitchFamily="34" charset="0"/>
              </a:rPr>
              <a:t>~335 Per Product</a:t>
            </a:r>
            <a:r>
              <a:rPr kumimoji="0" lang="en-US" sz="1400" b="1" i="0" u="none" strike="noStrike" kern="1200" cap="none" spc="0" normalizeH="0" baseline="0" noProof="0">
                <a:ln>
                  <a:noFill/>
                </a:ln>
                <a:solidFill>
                  <a:srgbClr val="003399"/>
                </a:solidFill>
                <a:effectLst/>
                <a:uLnTx/>
                <a:uFillTx/>
                <a:latin typeface="Avenir Next LT Pro" panose="020B0504020202020204" pitchFamily="34" charset="0"/>
                <a:ea typeface="+mn-ea"/>
                <a:cs typeface="+mn-cs"/>
              </a:rPr>
              <a:t>)</a:t>
            </a:r>
          </a:p>
        </p:txBody>
      </p:sp>
      <p:sp>
        <p:nvSpPr>
          <p:cNvPr id="40" name="Title 1">
            <a:extLst>
              <a:ext uri="{FF2B5EF4-FFF2-40B4-BE49-F238E27FC236}">
                <a16:creationId xmlns:a16="http://schemas.microsoft.com/office/drawing/2014/main" id="{EA253A04-3F95-1338-E4D6-9CB14775BE5B}"/>
              </a:ext>
            </a:extLst>
          </p:cNvPr>
          <p:cNvSpPr>
            <a:spLocks noGrp="1"/>
          </p:cNvSpPr>
          <p:nvPr>
            <p:ph type="ctrTitle"/>
          </p:nvPr>
        </p:nvSpPr>
        <p:spPr>
          <a:xfrm>
            <a:off x="457200" y="769184"/>
            <a:ext cx="7896386" cy="677108"/>
          </a:xfrm>
          <a:ln>
            <a:solidFill>
              <a:schemeClr val="tx1">
                <a:lumMod val="50000"/>
                <a:lumOff val="50000"/>
              </a:schemeClr>
            </a:solidFill>
          </a:ln>
        </p:spPr>
        <p:txBody>
          <a:bodyPr anchor="ctr"/>
          <a:lstStyle/>
          <a:p>
            <a:r>
              <a:rPr lang="en-US" sz="2200">
                <a:solidFill>
                  <a:srgbClr val="000000"/>
                </a:solidFill>
                <a:latin typeface="Unity"/>
              </a:rPr>
              <a:t>Prototype 892 demonstrates strong performance across KPIs; particularly driven by top two box metrics. </a:t>
            </a:r>
            <a:endParaRPr lang="en-US" sz="2200">
              <a:latin typeface="Unity"/>
            </a:endParaRPr>
          </a:p>
        </p:txBody>
      </p:sp>
      <p:graphicFrame>
        <p:nvGraphicFramePr>
          <p:cNvPr id="7" name="Table 6">
            <a:extLst>
              <a:ext uri="{FF2B5EF4-FFF2-40B4-BE49-F238E27FC236}">
                <a16:creationId xmlns:a16="http://schemas.microsoft.com/office/drawing/2014/main" id="{5BD5EF95-85F1-4317-2723-C48C31F64D55}"/>
              </a:ext>
            </a:extLst>
          </p:cNvPr>
          <p:cNvGraphicFramePr>
            <a:graphicFrameLocks noGrp="1"/>
          </p:cNvGraphicFramePr>
          <p:nvPr/>
        </p:nvGraphicFramePr>
        <p:xfrm>
          <a:off x="3930650" y="2372969"/>
          <a:ext cx="8062512" cy="5583933"/>
        </p:xfrm>
        <a:graphic>
          <a:graphicData uri="http://schemas.openxmlformats.org/drawingml/2006/table">
            <a:tbl>
              <a:tblPr firstRow="1" bandRow="1"/>
              <a:tblGrid>
                <a:gridCol w="4104550">
                  <a:extLst>
                    <a:ext uri="{9D8B030D-6E8A-4147-A177-3AD203B41FA5}">
                      <a16:colId xmlns:a16="http://schemas.microsoft.com/office/drawing/2014/main" val="962289824"/>
                    </a:ext>
                  </a:extLst>
                </a:gridCol>
                <a:gridCol w="1333728">
                  <a:extLst>
                    <a:ext uri="{9D8B030D-6E8A-4147-A177-3AD203B41FA5}">
                      <a16:colId xmlns:a16="http://schemas.microsoft.com/office/drawing/2014/main" val="3320763232"/>
                    </a:ext>
                  </a:extLst>
                </a:gridCol>
                <a:gridCol w="1312117">
                  <a:extLst>
                    <a:ext uri="{9D8B030D-6E8A-4147-A177-3AD203B41FA5}">
                      <a16:colId xmlns:a16="http://schemas.microsoft.com/office/drawing/2014/main" val="4063710066"/>
                    </a:ext>
                  </a:extLst>
                </a:gridCol>
                <a:gridCol w="1312117">
                  <a:extLst>
                    <a:ext uri="{9D8B030D-6E8A-4147-A177-3AD203B41FA5}">
                      <a16:colId xmlns:a16="http://schemas.microsoft.com/office/drawing/2014/main" val="103050973"/>
                    </a:ext>
                  </a:extLst>
                </a:gridCol>
              </a:tblGrid>
              <a:tr h="813553">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400">
                          <a:solidFill>
                            <a:schemeClr val="tx1"/>
                          </a:solidFill>
                          <a:latin typeface="Avenir Next LT Pro"/>
                        </a:rPr>
                        <a:t>Kaizen 4.0 Prototypes </a:t>
                      </a:r>
                      <a:endParaRPr lang="en-US" sz="1400">
                        <a:latin typeface="Avenir Next LT Pro"/>
                      </a:endParaRPr>
                    </a:p>
                    <a:p>
                      <a:pPr lvl="0" algn="ctr">
                        <a:buNone/>
                      </a:pPr>
                      <a:r>
                        <a:rPr lang="en-US" sz="1400" u="sng">
                          <a:solidFill>
                            <a:schemeClr val="tx1"/>
                          </a:solidFill>
                          <a:latin typeface="Avenir Next LT Pro"/>
                        </a:rPr>
                        <a:t>Delta </a:t>
                      </a:r>
                      <a:r>
                        <a:rPr lang="en-US" sz="1400">
                          <a:solidFill>
                            <a:schemeClr val="tx1"/>
                          </a:solidFill>
                          <a:latin typeface="Avenir Next LT Pro"/>
                        </a:rPr>
                        <a:t>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721104">
                <a:tc>
                  <a:txBody>
                    <a:bodyPr/>
                    <a:lstStyle/>
                    <a:p>
                      <a:pPr algn="r"/>
                      <a:r>
                        <a:rPr lang="en-US" sz="1200" b="0">
                          <a:latin typeface="Avenir Next LT Pro" panose="020B0504020202020204" pitchFamily="34" charset="0"/>
                        </a:rPr>
                        <a:t>Top Box Sensory Appeal (First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486072240"/>
                  </a:ext>
                </a:extLst>
              </a:tr>
              <a:tr h="721104">
                <a:tc>
                  <a:txBody>
                    <a:bodyPr/>
                    <a:lstStyle/>
                    <a:p>
                      <a:pPr algn="r"/>
                      <a:r>
                        <a:rPr lang="en-US" sz="1200" b="0">
                          <a:latin typeface="Avenir Next LT Pro" panose="020B0504020202020204" pitchFamily="34" charset="0"/>
                        </a:rPr>
                        <a:t>Top 2 Box Sensory Appeal (First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+6%</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+6%</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721104">
                <a:tc>
                  <a:txBody>
                    <a:bodyPr/>
                    <a:lstStyle/>
                    <a:p>
                      <a:pPr algn="r"/>
                      <a:r>
                        <a:rPr lang="en-US" sz="1200" b="0">
                          <a:latin typeface="Avenir Next LT Pro" panose="020B0504020202020204" pitchFamily="34" charset="0"/>
                        </a:rPr>
                        <a:t>Bottom 4 Box Sensory Appeal (First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-7%</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44322616"/>
                  </a:ext>
                </a:extLst>
              </a:tr>
              <a:tr h="721104">
                <a:tc>
                  <a:txBody>
                    <a:bodyPr/>
                    <a:lstStyle/>
                    <a:p>
                      <a:pPr algn="r"/>
                      <a:r>
                        <a:rPr lang="en-US" sz="1200" b="0">
                          <a:latin typeface="Avenir Next LT Pro" panose="020B0504020202020204" pitchFamily="34" charset="0"/>
                        </a:rPr>
                        <a:t>Top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07931849"/>
                  </a:ext>
                </a:extLst>
              </a:tr>
              <a:tr h="721104">
                <a:tc>
                  <a:txBody>
                    <a:bodyPr/>
                    <a:lstStyle/>
                    <a:p>
                      <a:pPr algn="r"/>
                      <a:r>
                        <a:rPr lang="en-US" sz="1200" b="0">
                          <a:latin typeface="Avenir Next LT Pro" panose="020B0504020202020204" pitchFamily="34" charset="0"/>
                        </a:rPr>
                        <a:t>Top 2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+3%</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+3%</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815808408"/>
                  </a:ext>
                </a:extLst>
              </a:tr>
              <a:tr h="721104">
                <a:tc>
                  <a:txBody>
                    <a:bodyPr/>
                    <a:lstStyle/>
                    <a:p>
                      <a:pPr algn="r"/>
                      <a:r>
                        <a:rPr lang="en-US" sz="1200" b="0">
                          <a:latin typeface="Avenir Next LT Pro" panose="020B0504020202020204" pitchFamily="34" charset="0"/>
                        </a:rPr>
                        <a:t>Bottom 4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697739186"/>
                  </a:ext>
                </a:extLst>
              </a:tr>
              <a:tr h="443756">
                <a:tc>
                  <a:txBody>
                    <a:bodyPr/>
                    <a:lstStyle/>
                    <a:p>
                      <a:pPr lvl="0" algn="r">
                        <a:buNone/>
                      </a:pPr>
                      <a:r>
                        <a:rPr lang="en-US" sz="1200" b="1" i="1">
                          <a:latin typeface="Avenir Next LT Pro"/>
                        </a:rPr>
                        <a:t>Average Delta vs. 4.0 Control</a:t>
                      </a:r>
                    </a:p>
                  </a:txBody>
                  <a:tcPr marL="109728" marR="109728" marT="54864" marB="54864" anchor="ctr">
                    <a:lnL w="0">
                      <a:noFill/>
                    </a:lnL>
                    <a:lnR w="28575" cap="flat" cmpd="sng" algn="ctr">
                      <a:solidFill>
                        <a:srgbClr val="FFFFFF"/>
                      </a:solidFill>
                      <a:prstDash val="solid"/>
                      <a:round/>
                      <a:headEnd type="none" w="med" len="med"/>
                      <a:tailEnd type="none" w="med" len="med"/>
                    </a:lnR>
                    <a:lnT w="0">
                      <a:noFill/>
                    </a:lnT>
                    <a:lnB w="0">
                      <a:noFill/>
                    </a:lnB>
                    <a:lnTlToBr w="0">
                      <a:noFill/>
                    </a:lnTlToBr>
                    <a:lnBlToTr w="0">
                      <a:noFill/>
                    </a:lnBlToTr>
                    <a:solidFill>
                      <a:srgbClr val="FFFFFF"/>
                    </a:solidFill>
                  </a:tcPr>
                </a:tc>
                <a:tc>
                  <a:txBody>
                    <a:bodyPr/>
                    <a:lstStyle/>
                    <a:p>
                      <a:pPr algn="ctr" fontAlgn="b">
                        <a:buNone/>
                      </a:pPr>
                      <a:r>
                        <a:rPr kumimoji="0" lang="en-IN" sz="1200" b="1"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algn="ctr" fontAlgn="b">
                        <a:buNone/>
                      </a:pPr>
                      <a:r>
                        <a:rPr kumimoji="0" lang="en-IN" sz="1200" b="1" i="0" u="none" strike="noStrike" kern="1200" cap="none" spc="0" normalizeH="0" baseline="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algn="ctr" fontAlgn="b">
                        <a:buNone/>
                      </a:pPr>
                      <a:r>
                        <a:rPr kumimoji="0" lang="en-IN" sz="1200" b="1"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a:solidFill>
                        <a:srgbClr val="FFFFFF"/>
                      </a:solidFill>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extLst>
                  <a:ext uri="{0D108BD9-81ED-4DB2-BD59-A6C34878D82A}">
                    <a16:rowId xmlns:a16="http://schemas.microsoft.com/office/drawing/2014/main" val="2496137520"/>
                  </a:ext>
                </a:extLst>
              </a:tr>
            </a:tbl>
          </a:graphicData>
        </a:graphic>
      </p:graphicFrame>
      <p:grpSp>
        <p:nvGrpSpPr>
          <p:cNvPr id="10" name="Group 9">
            <a:extLst>
              <a:ext uri="{FF2B5EF4-FFF2-40B4-BE49-F238E27FC236}">
                <a16:creationId xmlns:a16="http://schemas.microsoft.com/office/drawing/2014/main" id="{A9EACE5E-0D91-6AEA-F044-274E3D597B01}"/>
              </a:ext>
            </a:extLst>
          </p:cNvPr>
          <p:cNvGrpSpPr/>
          <p:nvPr/>
        </p:nvGrpSpPr>
        <p:grpSpPr>
          <a:xfrm>
            <a:off x="8684218" y="94368"/>
            <a:ext cx="5855930" cy="1551678"/>
            <a:chOff x="8684218" y="94368"/>
            <a:chExt cx="5855930" cy="1551678"/>
          </a:xfrm>
        </p:grpSpPr>
        <p:sp>
          <p:nvSpPr>
            <p:cNvPr id="13" name="Rectangle 12">
              <a:extLst>
                <a:ext uri="{FF2B5EF4-FFF2-40B4-BE49-F238E27FC236}">
                  <a16:creationId xmlns:a16="http://schemas.microsoft.com/office/drawing/2014/main" id="{24F4D171-46FE-F8C9-D797-FCADDE88E5D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8590EB7F-454E-D5C6-2DD7-5862DA5D847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Total Consumer Size = 695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ED6FAEAB-6822-EAEB-071A-E65A8F8C56F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7" name="Picture 16" descr="A flag on a button&#10;&#10;Description automatically generated">
              <a:extLst>
                <a:ext uri="{FF2B5EF4-FFF2-40B4-BE49-F238E27FC236}">
                  <a16:creationId xmlns:a16="http://schemas.microsoft.com/office/drawing/2014/main" id="{B0993D51-CFEA-8CCC-72DE-1395D55D0757}"/>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2228517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F7C182-1186-BD78-7962-5D5A36D83B0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EA25671-16F0-1A3C-718D-2CD7DC5EC8E7}"/>
              </a:ext>
            </a:extLst>
          </p:cNvPr>
          <p:cNvSpPr>
            <a:spLocks noGrp="1"/>
          </p:cNvSpPr>
          <p:nvPr>
            <p:ph type="ctrTitle"/>
          </p:nvPr>
        </p:nvSpPr>
        <p:spPr>
          <a:xfrm>
            <a:off x="415871" y="299953"/>
            <a:ext cx="7958380"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W+ PEPSI MAX</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96987149-B535-2680-A5D6-32B52448076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9FB8C484-1000-66B7-7F9C-BFFEE7FDB664}"/>
              </a:ext>
            </a:extLst>
          </p:cNvPr>
          <p:cNvGraphicFramePr>
            <a:graphicFrameLocks noGrp="1"/>
          </p:cNvGraphicFramePr>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a:latin typeface="Avenir Next LT Pro"/>
                        </a:rPr>
                        <a:t>First Sip Sensory (Taste) Appeal</a:t>
                      </a:r>
                      <a:br>
                        <a:rPr lang="en-GB" sz="1200" b="1">
                          <a:latin typeface="Avenir Next LT Pro"/>
                        </a:rPr>
                      </a:br>
                      <a:r>
                        <a:rPr lang="en-GB" sz="1200" b="1">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a:ln>
                            <a:noFill/>
                          </a:ln>
                          <a:solidFill>
                            <a:srgbClr val="000000"/>
                          </a:solidFill>
                          <a:effectLst/>
                          <a:uLnTx/>
                          <a:uFillTx/>
                          <a:latin typeface="Avenir Next LT Pro"/>
                          <a:ea typeface="+mn-ea"/>
                          <a:cs typeface="+mn-cs"/>
                        </a:rPr>
                      </a:br>
                      <a:r>
                        <a:rPr kumimoji="0" lang="en-GB" sz="1200" b="1" i="0" u="none" strike="noStrike" kern="1200" cap="none" spc="0" normalizeH="0" baseline="0" noProof="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6.84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7.00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6.71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a:ln>
                            <a:noFill/>
                          </a:ln>
                          <a:solidFill>
                            <a:srgbClr val="000000"/>
                          </a:solidFill>
                          <a:effectLst/>
                          <a:uLnTx/>
                          <a:uFillTx/>
                          <a:latin typeface="Avenir Next LT Pro"/>
                          <a:ea typeface="+mn-ea"/>
                          <a:cs typeface="+mn-cs"/>
                        </a:rPr>
                      </a:br>
                      <a:r>
                        <a:rPr kumimoji="0" lang="en-GB" sz="1200" b="1" i="0" u="none" strike="noStrike" kern="1200" cap="none" spc="0" normalizeH="0" baseline="0" noProof="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a:latin typeface="Avenir Next LT Pro"/>
                        </a:rPr>
                        <a:t>Last Sip Sensory (Taste) Appeal</a:t>
                      </a:r>
                      <a:br>
                        <a:rPr lang="en-GB" sz="1200" b="1">
                          <a:latin typeface="Avenir Next LT Pro"/>
                        </a:rPr>
                      </a:br>
                      <a:r>
                        <a:rPr lang="en-GB" sz="1200" b="1">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43%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a:ln>
                            <a:noFill/>
                          </a:ln>
                          <a:solidFill>
                            <a:srgbClr val="000000"/>
                          </a:solidFill>
                          <a:effectLst/>
                          <a:uLnTx/>
                          <a:uFillTx/>
                          <a:latin typeface="Avenir Next LT Pro"/>
                          <a:ea typeface="+mn-ea"/>
                          <a:cs typeface="+mn-cs"/>
                        </a:rPr>
                      </a:br>
                      <a:r>
                        <a:rPr kumimoji="0" lang="en-GB" sz="1200" b="1" i="0" u="none" strike="noStrike" kern="1200" cap="none" spc="0" normalizeH="0" baseline="0" noProof="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6.73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6.88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6.62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a:ln>
                            <a:noFill/>
                          </a:ln>
                          <a:solidFill>
                            <a:srgbClr val="000000"/>
                          </a:solidFill>
                          <a:effectLst/>
                          <a:uLnTx/>
                          <a:uFillTx/>
                          <a:latin typeface="Avenir Next LT Pro"/>
                          <a:ea typeface="+mn-ea"/>
                          <a:cs typeface="+mn-cs"/>
                        </a:rPr>
                      </a:br>
                      <a:r>
                        <a:rPr kumimoji="0" lang="en-GB" sz="1200" b="1" i="0" u="none" strike="noStrike" kern="1200" cap="none" spc="0" normalizeH="0" baseline="0" noProof="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a:rPr>
                        <a:t>Overall Satisfaction</a:t>
                      </a:r>
                      <a:br>
                        <a:rPr lang="en-GB" sz="1200" b="1">
                          <a:latin typeface="Avenir Next LT Pro"/>
                        </a:rPr>
                      </a:br>
                      <a:r>
                        <a:rPr lang="en-GB" sz="1200" b="1">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6.96</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6.95</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7.21</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bg1"/>
                          </a:solidFill>
                          <a:latin typeface="Avenir Next LT Pro" panose="020B0504020202020204" pitchFamily="34" charset="0"/>
                          <a:ea typeface="+mn-ea"/>
                          <a:cs typeface="+mn-cs"/>
                        </a:rPr>
                        <a:t>6.76</a:t>
                      </a:r>
                      <a:endParaRPr lang="en-IN" sz="1200" b="1" kern="1200">
                        <a:solidFill>
                          <a:schemeClr val="bg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(T2B)</a:t>
                      </a:r>
                      <a:endParaRPr lang="en-GB" sz="1200" b="1">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a:latin typeface="Avenir Next LT Pro"/>
                        </a:rPr>
                        <a:t>Meeting Expectation</a:t>
                      </a:r>
                      <a:br>
                        <a:rPr lang="en-GB" sz="1200" b="1">
                          <a:latin typeface="Avenir Next LT Pro"/>
                        </a:rPr>
                      </a:br>
                      <a:r>
                        <a:rPr lang="en-GB" sz="1200" b="1">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75%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a:latin typeface="Avenir Next LT Pro"/>
                        </a:rPr>
                        <a:t>Net Promoter Score</a:t>
                      </a:r>
                      <a:br>
                        <a:rPr lang="en-GB" sz="1200" b="1">
                          <a:latin typeface="Avenir Next LT Pro"/>
                        </a:rPr>
                      </a:br>
                      <a:r>
                        <a:rPr lang="en-GB" sz="1200" b="1">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-3</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-4</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-5</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bg1"/>
                          </a:solidFill>
                          <a:latin typeface="Avenir Next LT Pro" panose="020B0504020202020204" pitchFamily="34" charset="0"/>
                          <a:ea typeface="+mn-ea"/>
                          <a:cs typeface="+mn-cs"/>
                        </a:rPr>
                        <a:t>-8</a:t>
                      </a:r>
                      <a:endParaRPr lang="en-IN" sz="1200" b="1" kern="1200">
                        <a:solidFill>
                          <a:schemeClr val="bg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33549C8D-0A4C-B459-78C2-F10D27BE1840}"/>
              </a:ext>
            </a:extLst>
          </p:cNvPr>
          <p:cNvSpPr/>
          <p:nvPr/>
        </p:nvSpPr>
        <p:spPr>
          <a:xfrm>
            <a:off x="2699888" y="1678388"/>
            <a:ext cx="9230625" cy="604124"/>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400" b="1" dirty="0">
                <a:solidFill>
                  <a:srgbClr val="003399"/>
                </a:solidFill>
                <a:latin typeface="Avenir Next LT Pro" panose="020B0504020202020204" pitchFamily="34" charset="0"/>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(N</a:t>
            </a:r>
            <a:r>
              <a:rPr lang="en-US" sz="1400" b="1" dirty="0">
                <a:solidFill>
                  <a:srgbClr val="003399"/>
                </a:solidFill>
                <a:latin typeface="Avenir Next LT Pro" panose="020B0504020202020204" pitchFamily="34" charset="0"/>
              </a:rPr>
              <a:t>~335</a:t>
            </a: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 Per Product)</a:t>
            </a:r>
          </a:p>
        </p:txBody>
      </p:sp>
      <p:sp>
        <p:nvSpPr>
          <p:cNvPr id="35" name="TextBox 34">
            <a:extLst>
              <a:ext uri="{FF2B5EF4-FFF2-40B4-BE49-F238E27FC236}">
                <a16:creationId xmlns:a16="http://schemas.microsoft.com/office/drawing/2014/main" id="{38683FD1-6F06-2698-9C59-3F13EE595CCE}"/>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37E8E924-8795-427B-0531-8E1A0A05095D}"/>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algn="ctr" defTabSz="548640">
              <a:defRPr/>
            </a:pPr>
            <a:r>
              <a:rPr lang="en-US" sz="2160" b="1">
                <a:solidFill>
                  <a:srgbClr val="FFFFFF"/>
                </a:solidFill>
                <a:latin typeface="Avenir Next LT Pro" panose="020B0504020202020204" pitchFamily="34" charset="0"/>
              </a:rPr>
              <a:t>HIGHER</a:t>
            </a:r>
            <a:endParaRPr lang="en-US" sz="1920" b="1">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9F286BE5-4A9B-CF29-F8AD-64C81E9366A7}"/>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algn="ctr" defTabSz="548640">
              <a:defRPr/>
            </a:pPr>
            <a:r>
              <a:rPr lang="en-US" sz="2160" b="1">
                <a:solidFill>
                  <a:srgbClr val="000000"/>
                </a:solidFill>
                <a:latin typeface="Avenir Next LT Pro" panose="020B0504020202020204" pitchFamily="34" charset="0"/>
              </a:rPr>
              <a:t>PARITY </a:t>
            </a:r>
            <a:endParaRPr lang="en-US" sz="1920" b="1">
              <a:solidFill>
                <a:srgbClr val="000000"/>
              </a:solidFill>
              <a:latin typeface="Avenir Next LT Pro" panose="020B0504020202020204" pitchFamily="34" charset="0"/>
            </a:endParaRPr>
          </a:p>
        </p:txBody>
      </p:sp>
      <p:sp>
        <p:nvSpPr>
          <p:cNvPr id="8" name="TextBox 7">
            <a:extLst>
              <a:ext uri="{FF2B5EF4-FFF2-40B4-BE49-F238E27FC236}">
                <a16:creationId xmlns:a16="http://schemas.microsoft.com/office/drawing/2014/main" id="{E052CAF1-E043-AE86-7306-AC1CF95FE410}"/>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algn="ctr" defTabSz="548640">
              <a:defRPr/>
            </a:pPr>
            <a:r>
              <a:rPr lang="en-US" sz="2160" b="1">
                <a:solidFill>
                  <a:srgbClr val="FFFFFF"/>
                </a:solidFill>
                <a:latin typeface="Avenir Next LT Pro" panose="020B0504020202020204" pitchFamily="34" charset="0"/>
              </a:rPr>
              <a:t>LOWER </a:t>
            </a:r>
            <a:endParaRPr lang="en-US" sz="1920" b="1">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FE60B66D-42CE-062B-3BFA-7C569039B1ED}"/>
              </a:ext>
            </a:extLst>
          </p:cNvPr>
          <p:cNvSpPr txBox="1"/>
          <p:nvPr/>
        </p:nvSpPr>
        <p:spPr>
          <a:xfrm>
            <a:off x="12735196" y="4900176"/>
            <a:ext cx="1673140" cy="276999"/>
          </a:xfrm>
          <a:prstGeom prst="rect">
            <a:avLst/>
          </a:prstGeom>
          <a:noFill/>
        </p:spPr>
        <p:txBody>
          <a:bodyPr wrap="square">
            <a:spAutoFit/>
          </a:bodyPr>
          <a:lstStyle/>
          <a:p>
            <a:r>
              <a:rPr lang="en-US" sz="1200">
                <a:latin typeface="Avenir Next LT Pro" panose="020B0504020202020204" pitchFamily="34" charset="0"/>
              </a:rPr>
              <a:t>@ 90% CL (one-tail)</a:t>
            </a:r>
          </a:p>
        </p:txBody>
      </p:sp>
      <p:grpSp>
        <p:nvGrpSpPr>
          <p:cNvPr id="3" name="Group 2">
            <a:extLst>
              <a:ext uri="{FF2B5EF4-FFF2-40B4-BE49-F238E27FC236}">
                <a16:creationId xmlns:a16="http://schemas.microsoft.com/office/drawing/2014/main" id="{4DF7019F-4400-68F2-0207-4AE5F0F21F76}"/>
              </a:ext>
            </a:extLst>
          </p:cNvPr>
          <p:cNvGrpSpPr/>
          <p:nvPr/>
        </p:nvGrpSpPr>
        <p:grpSpPr>
          <a:xfrm>
            <a:off x="8684218" y="94368"/>
            <a:ext cx="5855930" cy="1551678"/>
            <a:chOff x="8684218" y="94368"/>
            <a:chExt cx="5855930" cy="1551678"/>
          </a:xfrm>
        </p:grpSpPr>
        <p:sp>
          <p:nvSpPr>
            <p:cNvPr id="11" name="Rectangle 10">
              <a:extLst>
                <a:ext uri="{FF2B5EF4-FFF2-40B4-BE49-F238E27FC236}">
                  <a16:creationId xmlns:a16="http://schemas.microsoft.com/office/drawing/2014/main" id="{6111B051-370E-5931-BAC6-B31BAA8C737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35ABF4B9-09DD-0BCE-6C55-D4FABC3BB74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7" name="Picture 16" descr="A bottle of soda with a red label&#10;&#10;Description automatically generated">
              <a:extLst>
                <a:ext uri="{FF2B5EF4-FFF2-40B4-BE49-F238E27FC236}">
                  <a16:creationId xmlns:a16="http://schemas.microsoft.com/office/drawing/2014/main" id="{C9CC5D17-E1CA-ED2E-27D5-21DB21CF80D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8" name="Picture 17" descr="A flag on a button&#10;&#10;Description automatically generated">
              <a:extLst>
                <a:ext uri="{FF2B5EF4-FFF2-40B4-BE49-F238E27FC236}">
                  <a16:creationId xmlns:a16="http://schemas.microsoft.com/office/drawing/2014/main" id="{F89AA0ED-F0F1-4707-D6A0-279506B0DD91}"/>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5506692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A82DBB-D621-9845-E293-329BF82E536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775131D-0519-4549-0CEB-A7E94CDEE898}"/>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W+ PEPSI MAX</a:t>
            </a:r>
            <a:endParaRPr lang="en-US" sz="2400" dirty="0"/>
          </a:p>
        </p:txBody>
      </p:sp>
      <p:sp>
        <p:nvSpPr>
          <p:cNvPr id="4" name="Slide Number Placeholder 3">
            <a:extLst>
              <a:ext uri="{FF2B5EF4-FFF2-40B4-BE49-F238E27FC236}">
                <a16:creationId xmlns:a16="http://schemas.microsoft.com/office/drawing/2014/main" id="{0BDB6E94-96F2-F096-ED4E-72B2BB01257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323ED21E-3147-3795-31B1-F76A40848B66}"/>
              </a:ext>
            </a:extLst>
          </p:cNvPr>
          <p:cNvGraphicFramePr>
            <a:graphicFrameLocks noGrp="1"/>
          </p:cNvGraphicFramePr>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47%</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50%</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50%</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44%</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46%</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46%</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43%</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60%</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61%</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66%</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59%</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7.05</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6.87</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7.04</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6.82</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E9E9EA"/>
                    </a:solidFill>
                  </a:tcPr>
                </a:tc>
                <a:extLst>
                  <a:ext uri="{0D108BD9-81ED-4DB2-BD59-A6C34878D82A}">
                    <a16:rowId xmlns:a16="http://schemas.microsoft.com/office/drawing/2014/main" val="1517874195"/>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7.14</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6.93</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7.08</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6.89</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D0D1D2"/>
                    </a:solidFill>
                  </a:tcPr>
                </a:tc>
                <a:extLst>
                  <a:ext uri="{0D108BD9-81ED-4DB2-BD59-A6C34878D82A}">
                    <a16:rowId xmlns:a16="http://schemas.microsoft.com/office/drawing/2014/main" val="2003227308"/>
                  </a:ext>
                </a:extLst>
              </a:tr>
              <a:tr h="286276">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13%</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14%</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15%</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13%</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12%</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14%</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14%</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13%</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591497E3-A9E9-6DBD-BFA9-642B4BBDAF5E}"/>
              </a:ext>
            </a:extLst>
          </p:cNvPr>
          <p:cNvSpPr/>
          <p:nvPr/>
        </p:nvSpPr>
        <p:spPr>
          <a:xfrm>
            <a:off x="2692102" y="967486"/>
            <a:ext cx="11481098" cy="548640"/>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600" b="1">
                <a:solidFill>
                  <a:srgbClr val="003399"/>
                </a:solidFill>
                <a:latin typeface="Avenir Next LT Pro" panose="020B0504020202020204" pitchFamily="34" charset="0"/>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a:ln>
                  <a:noFill/>
                </a:ln>
                <a:solidFill>
                  <a:srgbClr val="003399"/>
                </a:solidFill>
                <a:effectLst/>
                <a:uLnTx/>
                <a:uFillTx/>
                <a:latin typeface="Avenir Next LT Pro" panose="020B0504020202020204" pitchFamily="34" charset="0"/>
                <a:ea typeface="+mn-ea"/>
                <a:cs typeface="+mn-cs"/>
              </a:rPr>
              <a:t>(N~335 Per Product)</a:t>
            </a:r>
          </a:p>
        </p:txBody>
      </p:sp>
      <p:sp>
        <p:nvSpPr>
          <p:cNvPr id="11" name="TextBox 10">
            <a:extLst>
              <a:ext uri="{FF2B5EF4-FFF2-40B4-BE49-F238E27FC236}">
                <a16:creationId xmlns:a16="http://schemas.microsoft.com/office/drawing/2014/main" id="{25AD2534-D2BA-6051-7E18-2CF522C44F70}"/>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3306B6EC-F941-ECC4-16D0-42BBB0C98F1B}"/>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37FBBE1C-2B1E-5577-ED7E-D6315342CFF6}"/>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12828A1A-C9BA-45B2-F2E1-6C94C3E88468}"/>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6EC3F871-A692-6012-443C-DA6B6CF8DE38}"/>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C7FC2ABE-FE9C-0B6B-FFDD-28B7E191D067}"/>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413A049E-8B1D-0960-139C-F9BA1B9E0038}"/>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9D58589A-2234-E0AC-44B8-EDF62E0A5323}"/>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DD9188B1-8EB6-67CB-B9C2-D0F3A3D40210}"/>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8ADE896C-1568-3A17-B6A1-198F113FF666}"/>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41003DF3-CFA7-6540-4260-8C5F12FE24DF}"/>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panose="020B0504020202020204" pitchFamily="34" charset="0"/>
                </a:rPr>
                <a:t>KPI LEGEND</a:t>
              </a:r>
            </a:p>
          </p:txBody>
        </p:sp>
        <p:sp>
          <p:nvSpPr>
            <p:cNvPr id="21" name="TextBox 9">
              <a:extLst>
                <a:ext uri="{FF2B5EF4-FFF2-40B4-BE49-F238E27FC236}">
                  <a16:creationId xmlns:a16="http://schemas.microsoft.com/office/drawing/2014/main" id="{A503E14D-48F7-E043-79F3-BBA16F1A906E}"/>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lang="en-US" sz="1200" b="1">
                  <a:latin typeface="Avenir Next LT Pro" panose="020B0504020202020204" pitchFamily="34" charset="0"/>
                </a:rPr>
                <a:t>PARITY</a:t>
              </a:r>
              <a:endParaRPr kumimoji="0" lang="en-US" sz="1200" b="1" i="0" u="none" strike="noStrike" kern="1200" cap="none" spc="0" normalizeH="0" baseline="0" noProof="0">
                <a:ln>
                  <a:noFill/>
                </a:ln>
                <a:effectLst/>
                <a:uLnTx/>
                <a:uFillTx/>
                <a:latin typeface="Avenir Next LT Pro" panose="020B0504020202020204" pitchFamily="34" charset="0"/>
                <a:ea typeface="+mn-ea"/>
                <a:cs typeface="+mn-cs"/>
              </a:endParaRPr>
            </a:p>
          </p:txBody>
        </p:sp>
        <p:sp>
          <p:nvSpPr>
            <p:cNvPr id="22" name="TextBox 16">
              <a:extLst>
                <a:ext uri="{FF2B5EF4-FFF2-40B4-BE49-F238E27FC236}">
                  <a16:creationId xmlns:a16="http://schemas.microsoft.com/office/drawing/2014/main" id="{DD3BDFFD-178E-9F16-B039-9A87DE079123}"/>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bg1"/>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BA9918ED-A292-9F96-F15D-81CB0B85D85B}"/>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FF75856F-31FF-11EF-2509-09B853D21263}"/>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620D0251-2AAC-F084-1D87-0023AB8F1FCD}"/>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B5170264-6885-AA35-9D02-FC26AF3B0381}"/>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77D6BBD7-6B43-7CF4-F7F8-F6B91F292ECC}"/>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754F010F-6943-736C-23CF-159847889CE9}"/>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a:rPr>
                <a:t>Refreshing Intensity  LEGEND</a:t>
              </a:r>
            </a:p>
          </p:txBody>
        </p:sp>
        <p:sp>
          <p:nvSpPr>
            <p:cNvPr id="8" name="TextBox 25">
              <a:extLst>
                <a:ext uri="{FF2B5EF4-FFF2-40B4-BE49-F238E27FC236}">
                  <a16:creationId xmlns:a16="http://schemas.microsoft.com/office/drawing/2014/main" id="{D2D0EE0A-A14C-34B0-5DFE-6B8478EF8FD2}"/>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lang="en-US" sz="1200" b="1">
                  <a:latin typeface="Avenir Next LT Pro" panose="020B0504020202020204" pitchFamily="34" charset="0"/>
                </a:rPr>
                <a:t>PARITY</a:t>
              </a:r>
              <a:endParaRPr kumimoji="0" lang="en-US" sz="1200" b="1" i="0" u="none" strike="noStrike" kern="1200" cap="none" spc="0" normalizeH="0" baseline="0" noProof="0">
                <a:ln>
                  <a:noFill/>
                </a:ln>
                <a:effectLst/>
                <a:uLnTx/>
                <a:uFillTx/>
                <a:latin typeface="Avenir Next LT Pro" panose="020B0504020202020204" pitchFamily="34" charset="0"/>
                <a:ea typeface="+mn-ea"/>
                <a:cs typeface="+mn-cs"/>
              </a:endParaRPr>
            </a:p>
          </p:txBody>
        </p:sp>
        <p:sp>
          <p:nvSpPr>
            <p:cNvPr id="43" name="TextBox 26">
              <a:extLst>
                <a:ext uri="{FF2B5EF4-FFF2-40B4-BE49-F238E27FC236}">
                  <a16:creationId xmlns:a16="http://schemas.microsoft.com/office/drawing/2014/main" id="{75EB3DBD-D991-7D87-9544-C7A5529C55CF}"/>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bg1"/>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01BD5886-A59A-C9D1-6156-FD32BD666394}"/>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021453B7-ED36-CC96-3133-1B4E904E7392}"/>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2E154290-923A-7AB5-20DC-45959F9EC68B}"/>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5DA8CE07-B830-8A8F-3DEF-7498CA261BC6}"/>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lang="en-US" sz="1200" b="1">
                  <a:solidFill>
                    <a:srgbClr val="FFFFFF"/>
                  </a:solidFill>
                  <a:latin typeface="Avenir Next LT Pro"/>
                </a:rPr>
                <a:t>LOWER</a:t>
              </a:r>
              <a:endParaRPr lang="en-US" sz="1200" b="1" i="0" u="none" strike="noStrike" kern="1200" cap="none" spc="0" normalizeH="0" baseline="0" noProof="0">
                <a:ln>
                  <a:noFill/>
                </a:ln>
                <a:solidFill>
                  <a:srgbClr val="FFFFFF"/>
                </a:solidFill>
                <a:effectLst/>
                <a:uLnTx/>
                <a:uFillTx/>
                <a:latin typeface="Avenir Next LT Pro" panose="020B0504020202020204" pitchFamily="34" charset="0"/>
              </a:endParaRPr>
            </a:p>
          </p:txBody>
        </p:sp>
        <p:sp>
          <p:nvSpPr>
            <p:cNvPr id="27" name="TextBox 23">
              <a:extLst>
                <a:ext uri="{FF2B5EF4-FFF2-40B4-BE49-F238E27FC236}">
                  <a16:creationId xmlns:a16="http://schemas.microsoft.com/office/drawing/2014/main" id="{1772D728-8115-53FE-5443-2C1B8BF184DB}"/>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87E25F54-5BB7-E08F-24D5-D1A33F2DE46F}"/>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a:rPr>
                <a:t> Unpleasant Aftertaste LEGEND</a:t>
              </a:r>
            </a:p>
          </p:txBody>
        </p:sp>
        <p:sp>
          <p:nvSpPr>
            <p:cNvPr id="29" name="TextBox 25">
              <a:extLst>
                <a:ext uri="{FF2B5EF4-FFF2-40B4-BE49-F238E27FC236}">
                  <a16:creationId xmlns:a16="http://schemas.microsoft.com/office/drawing/2014/main" id="{A7BBD866-C494-4EB2-B1DA-77DEE67FA121}"/>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lang="en-US" sz="1200" b="1">
                  <a:latin typeface="Avenir Next LT Pro" panose="020B0504020202020204" pitchFamily="34" charset="0"/>
                </a:rPr>
                <a:t>PARITY</a:t>
              </a:r>
              <a:endParaRPr kumimoji="0" lang="en-US" sz="1200" b="1" i="0" u="none" strike="noStrike" kern="1200" cap="none" spc="0" normalizeH="0" baseline="0" noProof="0">
                <a:ln>
                  <a:noFill/>
                </a:ln>
                <a:effectLst/>
                <a:uLnTx/>
                <a:uFillTx/>
                <a:latin typeface="Avenir Next LT Pro" panose="020B0504020202020204" pitchFamily="34" charset="0"/>
                <a:ea typeface="+mn-ea"/>
                <a:cs typeface="+mn-cs"/>
              </a:endParaRPr>
            </a:p>
          </p:txBody>
        </p:sp>
        <p:sp>
          <p:nvSpPr>
            <p:cNvPr id="30" name="TextBox 26">
              <a:extLst>
                <a:ext uri="{FF2B5EF4-FFF2-40B4-BE49-F238E27FC236}">
                  <a16:creationId xmlns:a16="http://schemas.microsoft.com/office/drawing/2014/main" id="{58E996B3-870D-CFC0-8340-75878A7075EF}"/>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lang="en-US" sz="1200" b="1">
                  <a:solidFill>
                    <a:schemeClr val="bg1"/>
                  </a:solidFill>
                  <a:latin typeface="Avenir Next LT Pro"/>
                </a:rPr>
                <a:t>HIGHER</a:t>
              </a:r>
              <a:endParaRPr lang="en-US"/>
            </a:p>
          </p:txBody>
        </p:sp>
        <p:sp>
          <p:nvSpPr>
            <p:cNvPr id="31" name="TextBox 32">
              <a:extLst>
                <a:ext uri="{FF2B5EF4-FFF2-40B4-BE49-F238E27FC236}">
                  <a16:creationId xmlns:a16="http://schemas.microsoft.com/office/drawing/2014/main" id="{6D2DE6F7-EF2E-1180-6CB2-57896D58B6CB}"/>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99D9FB2F-CF5B-4057-6B03-60A630DAD832}"/>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5" name="Picture 34" descr="A flag on a button&#10;&#10;Description automatically generated">
            <a:extLst>
              <a:ext uri="{FF2B5EF4-FFF2-40B4-BE49-F238E27FC236}">
                <a16:creationId xmlns:a16="http://schemas.microsoft.com/office/drawing/2014/main" id="{BFA956AB-2CB7-CE32-ECF4-C95B189CFBB5}"/>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13137779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E88A05-8570-317B-9AB8-FB95C7C9A61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71DB95E-6C0A-1CAF-9D3F-B58B855484A4}"/>
              </a:ext>
            </a:extLst>
          </p:cNvPr>
          <p:cNvSpPr>
            <a:spLocks noGrp="1"/>
          </p:cNvSpPr>
          <p:nvPr>
            <p:ph type="ctrTitle"/>
          </p:nvPr>
        </p:nvSpPr>
        <p:spPr>
          <a:xfrm>
            <a:off x="415871" y="299953"/>
            <a:ext cx="7958380"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W+ CCOT</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E9784300-AD61-01A8-DFB5-9D8ECAAD6017}"/>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D10E9677-5C97-1208-0BEE-B0563D7D7E4C}"/>
              </a:ext>
            </a:extLst>
          </p:cNvPr>
          <p:cNvGraphicFramePr>
            <a:graphicFrameLocks noGrp="1"/>
          </p:cNvGraphicFramePr>
          <p:nvPr>
            <p:extLst>
              <p:ext uri="{D42A27DB-BD31-4B8C-83A1-F6EECF244321}">
                <p14:modId xmlns:p14="http://schemas.microsoft.com/office/powerpoint/2010/main" val="1133731894"/>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7.05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62%</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88234331-653C-344B-B2FA-62CEEB4D7DB0}"/>
              </a:ext>
            </a:extLst>
          </p:cNvPr>
          <p:cNvSpPr/>
          <p:nvPr/>
        </p:nvSpPr>
        <p:spPr>
          <a:xfrm>
            <a:off x="2699888" y="1678388"/>
            <a:ext cx="9230625" cy="604124"/>
          </a:xfrm>
          <a:prstGeom prst="roundRect">
            <a:avLst/>
          </a:prstGeom>
          <a:noFill/>
          <a:ln w="28575">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W+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(N~227 Per Product)</a:t>
            </a:r>
          </a:p>
        </p:txBody>
      </p:sp>
      <p:sp>
        <p:nvSpPr>
          <p:cNvPr id="35" name="TextBox 34">
            <a:extLst>
              <a:ext uri="{FF2B5EF4-FFF2-40B4-BE49-F238E27FC236}">
                <a16:creationId xmlns:a16="http://schemas.microsoft.com/office/drawing/2014/main" id="{8E9459B2-569B-8FE3-2280-572C990ACBD7}"/>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B201459B-9711-80DB-C054-B1CB41DEBA63}"/>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C25FDB4B-4F97-077D-0E2F-C22CBB7D64DE}"/>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DFB03533-F571-D49E-BEF5-CEE2D258D40C}"/>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7B471565-69E1-8830-24C7-F5FF44D419C5}"/>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5A806488-694F-B7BD-4AA5-B6DA53902FEB}"/>
              </a:ext>
            </a:extLst>
          </p:cNvPr>
          <p:cNvGrpSpPr/>
          <p:nvPr/>
        </p:nvGrpSpPr>
        <p:grpSpPr>
          <a:xfrm>
            <a:off x="8684218" y="94368"/>
            <a:ext cx="5855930" cy="1551678"/>
            <a:chOff x="8684218" y="94368"/>
            <a:chExt cx="5855930" cy="1551678"/>
          </a:xfrm>
        </p:grpSpPr>
        <p:sp>
          <p:nvSpPr>
            <p:cNvPr id="15" name="Rectangle 14">
              <a:extLst>
                <a:ext uri="{FF2B5EF4-FFF2-40B4-BE49-F238E27FC236}">
                  <a16:creationId xmlns:a16="http://schemas.microsoft.com/office/drawing/2014/main" id="{0422ED30-9838-E77F-AAA5-B5EE803A9BC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AC717DEF-289E-3FB7-D6BE-8946E5AB5AC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34D91DF4-8F02-FB87-7246-5F9D6DA5EA0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71D924B3-3ED4-6E14-B8BB-79B33D4CFBD3}"/>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6694257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2E47F6-4DF8-1E32-4535-C83EDF45CD8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CD0BE61-2226-B92C-A82A-3F4CBEF7C95F}"/>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W+ CCOT</a:t>
            </a:r>
            <a:endParaRPr lang="en-US" sz="2400" dirty="0"/>
          </a:p>
        </p:txBody>
      </p:sp>
      <p:sp>
        <p:nvSpPr>
          <p:cNvPr id="4" name="Slide Number Placeholder 3">
            <a:extLst>
              <a:ext uri="{FF2B5EF4-FFF2-40B4-BE49-F238E27FC236}">
                <a16:creationId xmlns:a16="http://schemas.microsoft.com/office/drawing/2014/main" id="{6A744162-C432-A741-4720-A241750C525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1ACCAC93-7C9A-5B79-CBFD-F3B499B4F2FD}"/>
              </a:ext>
            </a:extLst>
          </p:cNvPr>
          <p:cNvGraphicFramePr>
            <a:graphicFrameLocks noGrp="1"/>
          </p:cNvGraphicFramePr>
          <p:nvPr>
            <p:extLst>
              <p:ext uri="{D42A27DB-BD31-4B8C-83A1-F6EECF244321}">
                <p14:modId xmlns:p14="http://schemas.microsoft.com/office/powerpoint/2010/main" val="348814236"/>
              </p:ext>
            </p:extLst>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fontAlgn="b" latinLnBrk="0" hangingPunct="1">
                        <a:buNone/>
                      </a:pPr>
                      <a:r>
                        <a:rPr lang="en-US" sz="1200" b="1" kern="1200" dirty="0">
                          <a:solidFill>
                            <a:schemeClr val="bg2"/>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lang="en-US" sz="1200" b="1" kern="1200" dirty="0">
                          <a:solidFill>
                            <a:schemeClr val="bg2"/>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lang="en-US" sz="1200" b="1" kern="1200" dirty="0">
                          <a:solidFill>
                            <a:schemeClr val="bg2"/>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lang="en-US" sz="1200" b="1" kern="1200" dirty="0">
                          <a:solidFill>
                            <a:schemeClr val="bg2"/>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49%</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46%</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60%</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7.09</a:t>
                      </a:r>
                    </a:p>
                  </a:txBody>
                  <a:tcPr marL="6350" marR="6350" marT="6350" marB="0" anchor="ctr">
                    <a:solidFill>
                      <a:srgbClr val="E9E9EA"/>
                    </a:solidFill>
                  </a:tcPr>
                </a:tc>
                <a:extLst>
                  <a:ext uri="{0D108BD9-81ED-4DB2-BD59-A6C34878D82A}">
                    <a16:rowId xmlns:a16="http://schemas.microsoft.com/office/drawing/2014/main" val="1517874195"/>
                  </a:ext>
                </a:extLst>
              </a:tr>
              <a:tr h="0">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7.00</a:t>
                      </a:r>
                    </a:p>
                  </a:txBody>
                  <a:tcPr marL="6350" marR="6350" marT="6350" marB="0" anchor="ctr">
                    <a:solidFill>
                      <a:srgbClr val="D0D1D2"/>
                    </a:solidFill>
                  </a:tcPr>
                </a:tc>
                <a:extLst>
                  <a:ext uri="{0D108BD9-81ED-4DB2-BD59-A6C34878D82A}">
                    <a16:rowId xmlns:a16="http://schemas.microsoft.com/office/drawing/2014/main" val="2003227308"/>
                  </a:ext>
                </a:extLst>
              </a:tr>
              <a:tr h="286276">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10%</a:t>
                      </a: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10%</a:t>
                      </a: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C954CFCC-6778-F41E-A334-E7FF9646F188}"/>
              </a:ext>
            </a:extLst>
          </p:cNvPr>
          <p:cNvSpPr/>
          <p:nvPr/>
        </p:nvSpPr>
        <p:spPr>
          <a:xfrm>
            <a:off x="2692102" y="967486"/>
            <a:ext cx="11481098" cy="548640"/>
          </a:xfrm>
          <a:prstGeom prst="roundRect">
            <a:avLst/>
          </a:prstGeom>
          <a:noFill/>
          <a:ln w="28575">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W+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(N~227 Per Product)</a:t>
            </a:r>
          </a:p>
        </p:txBody>
      </p:sp>
      <p:sp>
        <p:nvSpPr>
          <p:cNvPr id="11" name="TextBox 10">
            <a:extLst>
              <a:ext uri="{FF2B5EF4-FFF2-40B4-BE49-F238E27FC236}">
                <a16:creationId xmlns:a16="http://schemas.microsoft.com/office/drawing/2014/main" id="{D13746C2-F6AB-7B23-6D4C-B9D349866B63}"/>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C09870BF-F744-D8CC-B28A-8BAF91306DFD}"/>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11F453A9-4938-C38E-9239-C6B359F482C0}"/>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6A49131D-6B00-4B5F-93C9-7B5EF1A7C60E}"/>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60965E99-F82A-6953-FA57-171C688EA3F5}"/>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94C2F107-2B96-D8FB-2FF1-922F1691B22D}"/>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0F0A6B78-1BCD-0F66-8B14-76137371170E}"/>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0ADFDC79-C64A-06D5-6B85-583341B183BF}"/>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6E785D6D-361A-BA4B-A51B-1704B402695C}"/>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EC39165B-36B5-A672-4F95-67C88799A057}"/>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93E7C270-2D26-18B2-B7EF-6838DC4AB52E}"/>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D0DB7A68-4E2F-C899-7F98-FF4CF8D947A5}"/>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581044E6-21A9-40E7-CDA8-5BD093275669}"/>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00A01263-E744-9586-4120-99707E0E4355}"/>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33C31592-CB5D-78B7-A237-A359B4D50F18}"/>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B180BDB7-D82C-BE12-115B-257A6BE9CC54}"/>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E2F22132-72F5-28EB-3FB9-3BBF8B7A4752}"/>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C067EB74-6B28-C9FD-5C20-ABF0E374CFCD}"/>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D2AD38AC-6C8B-C366-DD5A-308482DB30CE}"/>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F03EC64C-769B-A3E9-7684-8E5A34885833}"/>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D5E34C4D-F273-D22E-F5A0-CF8030650204}"/>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9C11E942-A531-4D55-EC1C-DCC333F27A60}"/>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9FD35D1E-45CA-812A-3ACC-939924135A9A}"/>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3D0AE1A1-ED69-F2CF-7F3F-8CD549A70077}"/>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157C54D0-CC08-9E52-AA76-C3A7B7F2188F}"/>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1C4A914E-7FA3-679C-8EC6-C303FB1D2454}"/>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D56FFD97-676D-A3B1-345A-68081A2E8EBF}"/>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10FB142C-7DA0-1800-D1B3-227DB6142E59}"/>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1FE9ECC2-5BA9-331D-E090-D2D5B34D0ACC}"/>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ACE122AF-EC37-E4C6-499F-BA7BC8087C13}"/>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0F57194D-4E84-407D-4577-6E56E2CFC0B4}"/>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775D2E5D-7678-750C-2E08-AECBAB4CA26B}"/>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65740558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86F053-8E26-642B-EF7A-311F9E28D45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5E41B78-87A3-7564-A20B-1BA7F441FBE2}"/>
              </a:ext>
            </a:extLst>
          </p:cNvPr>
          <p:cNvSpPr>
            <a:spLocks noGrp="1"/>
          </p:cNvSpPr>
          <p:nvPr>
            <p:ph type="ctrTitle"/>
          </p:nvPr>
        </p:nvSpPr>
        <p:spPr>
          <a:xfrm>
            <a:off x="415871" y="299953"/>
            <a:ext cx="7958380" cy="861774"/>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- 1-3x M Pepsi Max </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7E697F18-C835-BC70-3159-FA583A5ED4F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ED4DE4A4-CA45-9D8B-A828-6D8DD7E4D442}"/>
              </a:ext>
            </a:extLst>
          </p:cNvPr>
          <p:cNvGraphicFramePr>
            <a:graphicFrameLocks noGrp="1"/>
          </p:cNvGraphicFramePr>
          <p:nvPr>
            <p:extLst>
              <p:ext uri="{D42A27DB-BD31-4B8C-83A1-F6EECF244321}">
                <p14:modId xmlns:p14="http://schemas.microsoft.com/office/powerpoint/2010/main" val="1916599890"/>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39%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38%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6.61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E102EE43-3A92-9193-DE6B-D77FD44F3138}"/>
              </a:ext>
            </a:extLst>
          </p:cNvPr>
          <p:cNvSpPr/>
          <p:nvPr/>
        </p:nvSpPr>
        <p:spPr>
          <a:xfrm>
            <a:off x="2699888" y="1678388"/>
            <a:ext cx="9230625" cy="604124"/>
          </a:xfrm>
          <a:prstGeom prst="roundRect">
            <a:avLst/>
          </a:prstGeom>
          <a:noFill/>
          <a:ln w="28575">
            <a:solidFill>
              <a:srgbClr val="FFCC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400" b="1" dirty="0">
                <a:solidFill>
                  <a:srgbClr val="FFCC00"/>
                </a:solidFill>
                <a:latin typeface="Avenir Next LT Pro" panose="020B0504020202020204" pitchFamily="34" charset="0"/>
              </a:rPr>
              <a:t>1-3x M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(N~260 Per Product)</a:t>
            </a:r>
          </a:p>
        </p:txBody>
      </p:sp>
      <p:sp>
        <p:nvSpPr>
          <p:cNvPr id="35" name="TextBox 34">
            <a:extLst>
              <a:ext uri="{FF2B5EF4-FFF2-40B4-BE49-F238E27FC236}">
                <a16:creationId xmlns:a16="http://schemas.microsoft.com/office/drawing/2014/main" id="{4E411393-7ED5-882A-14C6-6AC983A27EBC}"/>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870F7B27-BAC1-02CE-662E-781D08A72F0B}"/>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F794CF80-91DB-3085-1DB2-83773C0BA32C}"/>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2D0974BD-26A2-43E2-217C-13D2BCF1684A}"/>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BE42EE40-FD29-511C-7CF9-E70E440C6A0D}"/>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A7A7EBC0-569C-8418-FA5C-D1B5D830D0A4}"/>
              </a:ext>
            </a:extLst>
          </p:cNvPr>
          <p:cNvGrpSpPr/>
          <p:nvPr/>
        </p:nvGrpSpPr>
        <p:grpSpPr>
          <a:xfrm>
            <a:off x="8684218" y="94368"/>
            <a:ext cx="5855930" cy="1551678"/>
            <a:chOff x="8684218" y="94368"/>
            <a:chExt cx="5855930" cy="1551678"/>
          </a:xfrm>
        </p:grpSpPr>
        <p:sp>
          <p:nvSpPr>
            <p:cNvPr id="15" name="Rectangle 14">
              <a:extLst>
                <a:ext uri="{FF2B5EF4-FFF2-40B4-BE49-F238E27FC236}">
                  <a16:creationId xmlns:a16="http://schemas.microsoft.com/office/drawing/2014/main" id="{C2E534BF-FC0F-1E13-6ACF-5D6A7213713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9D2C4D8F-6E14-E1EC-95E5-8A8CB720421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1-3 M Pepsi Max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3ED91F1B-77EB-07D0-B874-B77373D55EA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E6739B2D-98BC-1A2F-239D-889379B2D347}"/>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6765020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1D8C51-C1D1-7950-8139-8FC0A8ED0DD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80150C-FC6D-5A28-0BAF-293FE126419B}"/>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1-3x M Pepsi Max</a:t>
            </a:r>
            <a:endParaRPr lang="en-US" sz="2400" dirty="0"/>
          </a:p>
        </p:txBody>
      </p:sp>
      <p:sp>
        <p:nvSpPr>
          <p:cNvPr id="4" name="Slide Number Placeholder 3">
            <a:extLst>
              <a:ext uri="{FF2B5EF4-FFF2-40B4-BE49-F238E27FC236}">
                <a16:creationId xmlns:a16="http://schemas.microsoft.com/office/drawing/2014/main" id="{29B142AB-313F-5862-4CA5-18A25C152F3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5557F459-EA40-308E-BB31-554C64F3A7D1}"/>
              </a:ext>
            </a:extLst>
          </p:cNvPr>
          <p:cNvGraphicFramePr>
            <a:graphicFrameLocks noGrp="1"/>
          </p:cNvGraphicFramePr>
          <p:nvPr>
            <p:extLst>
              <p:ext uri="{D42A27DB-BD31-4B8C-83A1-F6EECF244321}">
                <p14:modId xmlns:p14="http://schemas.microsoft.com/office/powerpoint/2010/main" val="746174305"/>
              </p:ext>
            </p:extLst>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49%</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44%</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54%</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6.82</a:t>
                      </a:r>
                    </a:p>
                  </a:txBody>
                  <a:tcPr marL="6350" marR="6350" marT="6350" marB="0" anchor="ctr">
                    <a:solidFill>
                      <a:srgbClr val="E9E9EA"/>
                    </a:solidFill>
                  </a:tcPr>
                </a:tc>
                <a:extLst>
                  <a:ext uri="{0D108BD9-81ED-4DB2-BD59-A6C34878D82A}">
                    <a16:rowId xmlns:a16="http://schemas.microsoft.com/office/drawing/2014/main" val="1517874195"/>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6.84</a:t>
                      </a:r>
                    </a:p>
                  </a:txBody>
                  <a:tcPr marL="6350" marR="6350" marT="6350" marB="0" anchor="ctr">
                    <a:solidFill>
                      <a:srgbClr val="D0D1D2"/>
                    </a:solidFill>
                  </a:tcPr>
                </a:tc>
                <a:extLst>
                  <a:ext uri="{0D108BD9-81ED-4DB2-BD59-A6C34878D82A}">
                    <a16:rowId xmlns:a16="http://schemas.microsoft.com/office/drawing/2014/main" val="2003227308"/>
                  </a:ext>
                </a:extLst>
              </a:tr>
              <a:tr h="286276">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7DC9A177-1A3C-C5AC-92A8-6556F29D1C2D}"/>
              </a:ext>
            </a:extLst>
          </p:cNvPr>
          <p:cNvSpPr/>
          <p:nvPr/>
        </p:nvSpPr>
        <p:spPr>
          <a:xfrm>
            <a:off x="2692102" y="967486"/>
            <a:ext cx="11481098" cy="548640"/>
          </a:xfrm>
          <a:prstGeom prst="roundRect">
            <a:avLst/>
          </a:prstGeom>
          <a:noFill/>
          <a:ln w="28575">
            <a:solidFill>
              <a:srgbClr val="FFCC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600" b="1" dirty="0">
                <a:solidFill>
                  <a:srgbClr val="FFCC00"/>
                </a:solidFill>
                <a:latin typeface="Avenir Next LT Pro" panose="020B0504020202020204" pitchFamily="34" charset="0"/>
              </a:rPr>
              <a:t>1-3x M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(N~260 Per Product)</a:t>
            </a:r>
          </a:p>
        </p:txBody>
      </p:sp>
      <p:sp>
        <p:nvSpPr>
          <p:cNvPr id="11" name="TextBox 10">
            <a:extLst>
              <a:ext uri="{FF2B5EF4-FFF2-40B4-BE49-F238E27FC236}">
                <a16:creationId xmlns:a16="http://schemas.microsoft.com/office/drawing/2014/main" id="{9CE8915D-2C48-C2C8-2C05-8BC0AD13F0A6}"/>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5C1A4624-5A24-383A-0791-93837AA26F4E}"/>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8FCA6180-883A-E5A7-7B8F-B4CFF47687FA}"/>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A8C47747-1CF2-1349-33E1-C9612CFE5B6A}"/>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EDB7F347-1406-0564-9BCC-562EE6AD9ACF}"/>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13DDE852-46B9-2BB3-B31A-59611379F63B}"/>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759C9166-7784-3C0D-5D4D-87648E590278}"/>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DDC5F776-756A-2A09-10E8-8B8DA40E3B8E}"/>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4D0BDA48-4B3D-441D-38ED-4C86C190B606}"/>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7581336D-9500-F630-98E8-102C68E4E769}"/>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774FE3E2-649F-A521-F565-9022B8C971FD}"/>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B14CE862-09D8-B877-94F0-BA072BF917F2}"/>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04CBE733-E877-6B4C-5262-ADA735422C7E}"/>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0C75F658-A234-7E81-C1F0-5AD446C106C1}"/>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D6B6B6C1-F0C7-E8E1-998D-AEF27B7EAC4D}"/>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470DBD89-5E63-8B7F-FB01-94AC13CC8326}"/>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7F1DF407-6C46-33D8-3E93-BCA69AC00AC9}"/>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1ED706B6-A183-E61E-0B87-BBE74AC6BD47}"/>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10462619-A5D8-6FB7-C159-64B38DCABAD3}"/>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46791AF5-342F-5B23-F314-83EAF6D9CAEE}"/>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84E50DE4-7E0E-8CD5-3E13-6DFB31313ABD}"/>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81278B9C-FA24-0405-5A18-3C399F4CB0C2}"/>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22152F3F-E1D6-ED54-38CB-881387C3FCEB}"/>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504A015E-8E65-84D0-74D3-23766E24F11F}"/>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11B38D96-495D-C265-61BB-4C83581A94C0}"/>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3A87D623-5090-1B1D-D71D-1489B100C070}"/>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50DDF46D-6BCC-4063-5312-EAF144021E4F}"/>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6C19A02C-7143-B213-D747-5A1D6D63F455}"/>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838EB429-4F9A-27D5-99AB-0FDC2B6CD206}"/>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37A432D0-8EEA-C095-BCAF-341AB06C0039}"/>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5479B4B9-33CB-9797-03E8-D2F27A4B521C}"/>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B186EDC8-D855-3C50-659A-FC0C83100776}"/>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223725426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8D7A71-1FCE-8AE5-C001-E665432B89F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5256630-9A2D-51BA-0007-D13DD091A412}"/>
              </a:ext>
            </a:extLst>
          </p:cNvPr>
          <p:cNvSpPr>
            <a:spLocks noGrp="1"/>
          </p:cNvSpPr>
          <p:nvPr>
            <p:ph type="ctrTitle"/>
          </p:nvPr>
        </p:nvSpPr>
        <p:spPr>
          <a:xfrm>
            <a:off x="415871" y="299953"/>
            <a:ext cx="7958380"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- 1-3x M CCOT</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8C66002D-CECF-A764-65D5-4335163F077C}"/>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3ABBE158-2A66-FAE1-DDDF-87B92BAA20DA}"/>
              </a:ext>
            </a:extLst>
          </p:cNvPr>
          <p:cNvGraphicFramePr>
            <a:graphicFrameLocks noGrp="1"/>
          </p:cNvGraphicFramePr>
          <p:nvPr>
            <p:extLst>
              <p:ext uri="{D42A27DB-BD31-4B8C-83A1-F6EECF244321}">
                <p14:modId xmlns:p14="http://schemas.microsoft.com/office/powerpoint/2010/main" val="454916756"/>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7.33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3C8CE020-A606-681E-0756-F29D3DF4555A}"/>
              </a:ext>
            </a:extLst>
          </p:cNvPr>
          <p:cNvSpPr/>
          <p:nvPr/>
        </p:nvSpPr>
        <p:spPr>
          <a:xfrm>
            <a:off x="2699888" y="1678388"/>
            <a:ext cx="9230625" cy="604124"/>
          </a:xfrm>
          <a:prstGeom prst="roundRect">
            <a:avLst/>
          </a:prstGeom>
          <a:noFill/>
          <a:ln w="28575">
            <a:solidFill>
              <a:srgbClr val="FF66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400" b="1" dirty="0">
                <a:solidFill>
                  <a:srgbClr val="FF6699"/>
                </a:solidFill>
                <a:latin typeface="Avenir Next LT Pro" panose="020B0504020202020204" pitchFamily="34" charset="0"/>
              </a:rPr>
              <a:t>1-3x M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(N~260 Per Product)</a:t>
            </a:r>
          </a:p>
        </p:txBody>
      </p:sp>
      <p:sp>
        <p:nvSpPr>
          <p:cNvPr id="35" name="TextBox 34">
            <a:extLst>
              <a:ext uri="{FF2B5EF4-FFF2-40B4-BE49-F238E27FC236}">
                <a16:creationId xmlns:a16="http://schemas.microsoft.com/office/drawing/2014/main" id="{CB641271-AE46-9C2B-FDD3-E4CC968B6D63}"/>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06A749D7-1E63-0DC3-0B2F-5CFF2258EDE7}"/>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FC2C215F-192D-677D-4755-933D82BE42FC}"/>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48B85177-F4D6-5804-A0D2-701F41D78A98}"/>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AE179097-1D41-203E-4E4C-7C481238093A}"/>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578ABEEA-5044-F7CB-7095-8F93566CA53D}"/>
              </a:ext>
            </a:extLst>
          </p:cNvPr>
          <p:cNvGrpSpPr/>
          <p:nvPr/>
        </p:nvGrpSpPr>
        <p:grpSpPr>
          <a:xfrm>
            <a:off x="8684218" y="94368"/>
            <a:ext cx="5855930" cy="1551678"/>
            <a:chOff x="8684218" y="94368"/>
            <a:chExt cx="5855930" cy="1551678"/>
          </a:xfrm>
        </p:grpSpPr>
        <p:sp>
          <p:nvSpPr>
            <p:cNvPr id="15" name="Rectangle 14">
              <a:extLst>
                <a:ext uri="{FF2B5EF4-FFF2-40B4-BE49-F238E27FC236}">
                  <a16:creationId xmlns:a16="http://schemas.microsoft.com/office/drawing/2014/main" id="{698DC1EC-907D-02E3-277A-5CC117FA36B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4556A090-72D1-16CE-2DED-B76CF6F06AA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1-3 M 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1CA501DD-18DA-E6AA-B90A-35775CD6164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37ED4D5A-4746-2CD0-386E-B341BA326105}"/>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86856872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654982-7969-2DAF-A1F5-B896172B821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267FD46-1787-02DF-78C7-0C78EF510227}"/>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1-3x M CCOT</a:t>
            </a:r>
            <a:endParaRPr lang="en-US" sz="2400" dirty="0"/>
          </a:p>
        </p:txBody>
      </p:sp>
      <p:sp>
        <p:nvSpPr>
          <p:cNvPr id="4" name="Slide Number Placeholder 3">
            <a:extLst>
              <a:ext uri="{FF2B5EF4-FFF2-40B4-BE49-F238E27FC236}">
                <a16:creationId xmlns:a16="http://schemas.microsoft.com/office/drawing/2014/main" id="{21ADB703-6717-7237-6ED1-4204E6943F3F}"/>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A5124481-1397-EA23-53BA-632101C8C427}"/>
              </a:ext>
            </a:extLst>
          </p:cNvPr>
          <p:cNvGraphicFramePr>
            <a:graphicFrameLocks noGrp="1"/>
          </p:cNvGraphicFramePr>
          <p:nvPr>
            <p:extLst>
              <p:ext uri="{D42A27DB-BD31-4B8C-83A1-F6EECF244321}">
                <p14:modId xmlns:p14="http://schemas.microsoft.com/office/powerpoint/2010/main" val="3119726195"/>
              </p:ext>
            </p:extLst>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42%</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59%</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6.75</a:t>
                      </a:r>
                    </a:p>
                  </a:txBody>
                  <a:tcPr marL="6350" marR="6350" marT="6350" marB="0" anchor="ctr">
                    <a:solidFill>
                      <a:srgbClr val="E9E9EA"/>
                    </a:solidFill>
                  </a:tcPr>
                </a:tc>
                <a:extLst>
                  <a:ext uri="{0D108BD9-81ED-4DB2-BD59-A6C34878D82A}">
                    <a16:rowId xmlns:a16="http://schemas.microsoft.com/office/drawing/2014/main" val="1517874195"/>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6.84</a:t>
                      </a:r>
                    </a:p>
                  </a:txBody>
                  <a:tcPr marL="6350" marR="6350" marT="6350" marB="0" anchor="ctr">
                    <a:solidFill>
                      <a:srgbClr val="D0D1D2"/>
                    </a:solidFill>
                  </a:tcPr>
                </a:tc>
                <a:extLst>
                  <a:ext uri="{0D108BD9-81ED-4DB2-BD59-A6C34878D82A}">
                    <a16:rowId xmlns:a16="http://schemas.microsoft.com/office/drawing/2014/main" val="2003227308"/>
                  </a:ext>
                </a:extLst>
              </a:tr>
              <a:tr h="286276">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714EE150-EE86-6018-3F91-A95E79796D14}"/>
              </a:ext>
            </a:extLst>
          </p:cNvPr>
          <p:cNvSpPr/>
          <p:nvPr/>
        </p:nvSpPr>
        <p:spPr>
          <a:xfrm>
            <a:off x="2692102" y="967486"/>
            <a:ext cx="11481098" cy="548640"/>
          </a:xfrm>
          <a:prstGeom prst="roundRect">
            <a:avLst/>
          </a:prstGeom>
          <a:noFill/>
          <a:ln w="28575">
            <a:solidFill>
              <a:srgbClr val="FF66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600" b="1" dirty="0">
                <a:solidFill>
                  <a:srgbClr val="FF6699"/>
                </a:solidFill>
                <a:latin typeface="Avenir Next LT Pro" panose="020B0504020202020204" pitchFamily="34" charset="0"/>
              </a:rPr>
              <a:t>1-3x M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(N~260 Per Product)</a:t>
            </a:r>
          </a:p>
        </p:txBody>
      </p:sp>
      <p:sp>
        <p:nvSpPr>
          <p:cNvPr id="11" name="TextBox 10">
            <a:extLst>
              <a:ext uri="{FF2B5EF4-FFF2-40B4-BE49-F238E27FC236}">
                <a16:creationId xmlns:a16="http://schemas.microsoft.com/office/drawing/2014/main" id="{F3741CE9-DC2C-27EF-C075-0C6878A620FF}"/>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0A161729-F4D9-B734-2834-BF0F94A2C80A}"/>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DC6DE8C6-EDF7-768D-AAB7-906107D95013}"/>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9BCCF369-77E4-61F6-89EC-3A7AF4788802}"/>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3692BEFB-9A9A-A3F7-C9CE-ED53161AE976}"/>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62BE1430-1E62-9373-C116-B65C6FEC08D3}"/>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7FC39181-45C0-4AB7-05A5-4E5575F38683}"/>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69F2B352-3ADC-4C4A-6855-06D781169AF6}"/>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B1A66EDD-103A-F53C-AEC1-387B595DBA27}"/>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7FA1C441-CAC2-5C58-EA49-6873A977139F}"/>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B977D93C-49C6-6F88-925F-DC2280D25D56}"/>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6EFBE07A-6162-DBB9-D966-D3D3DCDDF03E}"/>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A7E4CA68-78FF-D60F-DC04-0D8732FB90BF}"/>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D60F6D9D-C4C4-3C10-2CCB-1DDF106D72B9}"/>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49E661A5-89D0-7F66-DC4A-708F19B50EAA}"/>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FEE0EB61-324E-C587-685E-21A08BB06D0C}"/>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D2C27C4F-68D6-510C-D630-57043A0ABA12}"/>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A0B7FB66-F1F5-BBA3-7EB2-404761DBE91C}"/>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CEB64D16-9471-5FEC-0A04-DB2A5C6E6A6A}"/>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BFA93CC8-7B15-A5C8-489E-B4BD7CE73855}"/>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E1FE5F6F-EA2D-EBCF-122F-38A74901FF69}"/>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8F362BA8-6199-77C3-1DD2-D3E0235084E0}"/>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2C82E3B7-1278-B48B-7EEA-06A547C29D6A}"/>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05EA53A0-C58E-E998-D59B-FB7943382AB8}"/>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851F0ACB-ABFF-E957-23CB-4660A4F2C8BE}"/>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31069DCB-2961-8BBF-9E6E-64AA67215BE7}"/>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65283E28-B0A5-EC5C-CA4D-12DC7FC10F7C}"/>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4AB840A7-0D67-14C0-BF07-477283CDA659}"/>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F364CF88-9268-AEA2-A82C-23A2FA50BBCA}"/>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96F51FCE-605E-18A0-692D-CA8027BBDC9E}"/>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916A326A-F8B5-BC2B-11FA-85BB30FFE60C}"/>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944BA9CC-94BF-2916-F3E8-38FD891F0AAC}"/>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60564049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5D6565-EC44-3F29-CE47-0F8770931C7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7DD1782-103D-B8B9-34EE-A11B1692A5AC}"/>
              </a:ext>
            </a:extLst>
          </p:cNvPr>
          <p:cNvSpPr>
            <a:spLocks noGrp="1"/>
          </p:cNvSpPr>
          <p:nvPr>
            <p:ph type="ctrTitle"/>
          </p:nvPr>
        </p:nvSpPr>
        <p:spPr>
          <a:xfrm>
            <a:off x="415871" y="299953"/>
            <a:ext cx="7958380" cy="861774"/>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Neutrals To Cola</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DBC6A8E8-9DCA-4461-6C1F-507D9E317D6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7BAD1907-C392-D004-CB18-0608A7152A1B}"/>
              </a:ext>
            </a:extLst>
          </p:cNvPr>
          <p:cNvGraphicFramePr>
            <a:graphicFrameLocks noGrp="1"/>
          </p:cNvGraphicFramePr>
          <p:nvPr>
            <p:extLst>
              <p:ext uri="{D42A27DB-BD31-4B8C-83A1-F6EECF244321}">
                <p14:modId xmlns:p14="http://schemas.microsoft.com/office/powerpoint/2010/main" val="4091821787"/>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C293AF57-CC16-8E3B-CD6A-43B740E15964}"/>
              </a:ext>
            </a:extLst>
          </p:cNvPr>
          <p:cNvSpPr/>
          <p:nvPr/>
        </p:nvSpPr>
        <p:spPr>
          <a:xfrm>
            <a:off x="2699888" y="1678388"/>
            <a:ext cx="9230625" cy="604124"/>
          </a:xfrm>
          <a:prstGeom prst="roundRect">
            <a:avLst/>
          </a:prstGeom>
          <a:noFill/>
          <a:ln w="28575">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400" b="1" dirty="0">
                <a:solidFill>
                  <a:srgbClr val="7030A0"/>
                </a:solidFill>
                <a:latin typeface="Avenir Next LT Pro" panose="020B0504020202020204" pitchFamily="34" charset="0"/>
              </a:rPr>
              <a:t>Neutrals To Cola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(N~148 Per Product)</a:t>
            </a:r>
          </a:p>
        </p:txBody>
      </p:sp>
      <p:sp>
        <p:nvSpPr>
          <p:cNvPr id="35" name="TextBox 34">
            <a:extLst>
              <a:ext uri="{FF2B5EF4-FFF2-40B4-BE49-F238E27FC236}">
                <a16:creationId xmlns:a16="http://schemas.microsoft.com/office/drawing/2014/main" id="{21EE1391-EEB7-C22C-34F0-ECD1854D5075}"/>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E148632F-EEC3-6FBB-67E3-F0B523DAAC0C}"/>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FA37947A-75FB-AFD1-EFAF-760E71B35A65}"/>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0E97C988-0E2A-2E28-1A03-A99B6F90B458}"/>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00BBA76D-F91B-4EC9-8837-99ED2EE528C4}"/>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D7171397-4BC0-DC31-E453-DAE8A8DF6F11}"/>
              </a:ext>
            </a:extLst>
          </p:cNvPr>
          <p:cNvGrpSpPr/>
          <p:nvPr/>
        </p:nvGrpSpPr>
        <p:grpSpPr>
          <a:xfrm>
            <a:off x="8684218" y="94368"/>
            <a:ext cx="5855930" cy="1551678"/>
            <a:chOff x="8684218" y="94368"/>
            <a:chExt cx="5855930" cy="1551678"/>
          </a:xfrm>
        </p:grpSpPr>
        <p:sp>
          <p:nvSpPr>
            <p:cNvPr id="15" name="Rectangle 14">
              <a:extLst>
                <a:ext uri="{FF2B5EF4-FFF2-40B4-BE49-F238E27FC236}">
                  <a16:creationId xmlns:a16="http://schemas.microsoft.com/office/drawing/2014/main" id="{6A0DF436-C584-3059-5732-0D7122421F2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9FCDFFB1-41FA-1F12-3A68-CC59B9AC19D7}"/>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Neutral to cola  Size = 695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E3940DF2-7657-B3F5-CDA8-9628722DECD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0A50DBD0-4A16-8A4C-74FD-4DBC63B519D2}"/>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1176088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C26246-94C5-EEA1-7710-48A8DB1E697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3D81960-C7C1-3CB6-7F18-9EA4B1E39449}"/>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Neutrals To Cola</a:t>
            </a:r>
            <a:endParaRPr lang="en-US" sz="2400" dirty="0"/>
          </a:p>
        </p:txBody>
      </p:sp>
      <p:sp>
        <p:nvSpPr>
          <p:cNvPr id="4" name="Slide Number Placeholder 3">
            <a:extLst>
              <a:ext uri="{FF2B5EF4-FFF2-40B4-BE49-F238E27FC236}">
                <a16:creationId xmlns:a16="http://schemas.microsoft.com/office/drawing/2014/main" id="{B162A4C8-E321-94F5-616C-9E5E4A68B1D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B886C92F-1A82-88F6-CECF-EC060B72580D}"/>
              </a:ext>
            </a:extLst>
          </p:cNvPr>
          <p:cNvGraphicFramePr>
            <a:graphicFrameLocks noGrp="1"/>
          </p:cNvGraphicFramePr>
          <p:nvPr>
            <p:extLst>
              <p:ext uri="{D42A27DB-BD31-4B8C-83A1-F6EECF244321}">
                <p14:modId xmlns:p14="http://schemas.microsoft.com/office/powerpoint/2010/main" val="825987570"/>
              </p:ext>
            </p:extLst>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47%</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44%</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58%</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6.67</a:t>
                      </a:r>
                    </a:p>
                  </a:txBody>
                  <a:tcPr marL="6350" marR="6350" marT="6350" marB="0" anchor="ctr">
                    <a:solidFill>
                      <a:srgbClr val="E9E9EA"/>
                    </a:solidFill>
                  </a:tcPr>
                </a:tc>
                <a:extLst>
                  <a:ext uri="{0D108BD9-81ED-4DB2-BD59-A6C34878D82A}">
                    <a16:rowId xmlns:a16="http://schemas.microsoft.com/office/drawing/2014/main" val="1517874195"/>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6.65</a:t>
                      </a:r>
                    </a:p>
                  </a:txBody>
                  <a:tcPr marL="6350" marR="6350" marT="6350" marB="0" anchor="ctr">
                    <a:solidFill>
                      <a:srgbClr val="D0D1D2"/>
                    </a:solidFill>
                  </a:tcPr>
                </a:tc>
                <a:extLst>
                  <a:ext uri="{0D108BD9-81ED-4DB2-BD59-A6C34878D82A}">
                    <a16:rowId xmlns:a16="http://schemas.microsoft.com/office/drawing/2014/main" val="2003227308"/>
                  </a:ext>
                </a:extLst>
              </a:tr>
              <a:tr h="235964">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8F4B9A24-064E-27B9-7806-38CB23E479E2}"/>
              </a:ext>
            </a:extLst>
          </p:cNvPr>
          <p:cNvSpPr/>
          <p:nvPr/>
        </p:nvSpPr>
        <p:spPr>
          <a:xfrm>
            <a:off x="2692102" y="967486"/>
            <a:ext cx="11481098" cy="548640"/>
          </a:xfrm>
          <a:prstGeom prst="roundRect">
            <a:avLst/>
          </a:prstGeom>
          <a:noFill/>
          <a:ln w="28575">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600" b="1" dirty="0">
                <a:solidFill>
                  <a:srgbClr val="7030A0"/>
                </a:solidFill>
                <a:latin typeface="Avenir Next LT Pro" panose="020B0504020202020204" pitchFamily="34" charset="0"/>
              </a:rPr>
              <a:t>Neutrals To Cola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(N~148 Per Product)</a:t>
            </a:r>
          </a:p>
        </p:txBody>
      </p:sp>
      <p:sp>
        <p:nvSpPr>
          <p:cNvPr id="11" name="TextBox 10">
            <a:extLst>
              <a:ext uri="{FF2B5EF4-FFF2-40B4-BE49-F238E27FC236}">
                <a16:creationId xmlns:a16="http://schemas.microsoft.com/office/drawing/2014/main" id="{5FBF1565-8E16-5057-B322-6B03A7EFF3EF}"/>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48E37E0E-613B-DE6A-C501-6F2C289AEAF9}"/>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2C9661CD-47F6-9F50-2D66-91BDED6D9526}"/>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672BB5D1-4063-864A-2128-3D926916E143}"/>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84E5DB06-20CF-578F-2466-10874D28B2A5}"/>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6D040E6D-9620-ED18-F537-863E90F2C512}"/>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F0BAC8F4-AD15-160A-0EEA-681B97212162}"/>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AD060D3A-18B9-1921-853A-CB2D1A462BBB}"/>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3D38EDBC-31DB-06B2-227B-F612D775E6FD}"/>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8D3049E9-7F64-52E4-7819-C1B2B508FBC0}"/>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B67456B5-AC50-AB3F-8DB9-56EDA4FF02E9}"/>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F280EA76-1D9C-2E3F-E723-CEDEA9A310D7}"/>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2ADC05B6-935B-697C-2526-23C947A754EC}"/>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7B9E68B0-936A-975F-919A-C18F32050A4A}"/>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54431D4B-C8BB-D31B-BC71-1F6A1BF05BF6}"/>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A275F57D-BFBA-10D6-BC8E-1ECC199E9DBB}"/>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09E5FA9C-76E4-B662-951D-86EAA2877209}"/>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F6CC6D5F-635F-6959-BF6F-4B29349A70A5}"/>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72F65991-370A-D7CC-8EAB-56D772361CE3}"/>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370651DA-C522-2616-FBB9-F34F6EA9E5AC}"/>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B208E32A-C7F5-8938-2786-E2CE4FDBDF66}"/>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3C7B8AB5-622B-7367-AA38-B9B868FAC66B}"/>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693B3F8B-F5F6-E552-07F1-48485E395F5D}"/>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5383C2EB-A901-06F5-7900-5222581C68AF}"/>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CC9C0A2A-A9C9-51EB-C289-BBAF530FF44E}"/>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E925A764-1EC8-71CB-FAC4-FDEA7AF6EDFD}"/>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999ED75C-C48E-BB07-37FF-08986CD77718}"/>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D5E4465A-C0E7-5CC4-FFE2-83D1DF177D71}"/>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D2DFEA63-66C2-4FD1-08DF-A1672B9E0D22}"/>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F1BB6018-4939-597A-685F-FF11C733C881}"/>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FF464BA7-FB8F-4F57-3C07-3110CFC1171C}"/>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9E35874D-83C0-2439-AE2E-20A358F4138F}"/>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134370583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4FD46DF3-2964-4474-A444-854ADF6111E8}"/>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dirty="0">
                <a:ln>
                  <a:noFill/>
                </a:ln>
                <a:solidFill>
                  <a:srgbClr val="000000"/>
                </a:solidFill>
                <a:effectLst/>
                <a:highlight>
                  <a:srgbClr val="FFFF00"/>
                </a:highlight>
                <a:uLnTx/>
                <a:uFillTx/>
                <a:latin typeface="Avenir Next LT Pro" panose="020B0504020202020204" pitchFamily="34" charset="0"/>
                <a:ea typeface="+mn-ea"/>
                <a:cs typeface="+mn-cs"/>
              </a:rPr>
              <a:t>695</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97975D6A-8AE5-EEC6-0E1A-C77385E74B7D}"/>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sz="4400"/>
              <a:t>Total Sample Results</a:t>
            </a:r>
            <a:br>
              <a:rPr lang="en-US" sz="4400"/>
            </a:br>
            <a:r>
              <a:rPr lang="en-US" sz="4400"/>
              <a:t>(4.0 Prototypes vs. 4.0 Control)</a:t>
            </a:r>
          </a:p>
        </p:txBody>
      </p:sp>
      <p:pic>
        <p:nvPicPr>
          <p:cNvPr id="5" name="Picture 4" descr="A flag on a button&#10;&#10;Description automatically generated">
            <a:extLst>
              <a:ext uri="{FF2B5EF4-FFF2-40B4-BE49-F238E27FC236}">
                <a16:creationId xmlns:a16="http://schemas.microsoft.com/office/drawing/2014/main" id="{7B58B5D0-6FDB-CDD3-B0B4-5E71E6E9BFD0}"/>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297767786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6D2BCE-654C-082E-F5C2-25AB5D38523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2A6AF88-B75D-7F58-FE4F-051C5650619A}"/>
              </a:ext>
            </a:extLst>
          </p:cNvPr>
          <p:cNvSpPr>
            <a:spLocks noGrp="1"/>
          </p:cNvSpPr>
          <p:nvPr>
            <p:ph type="ctrTitle"/>
          </p:nvPr>
        </p:nvSpPr>
        <p:spPr>
          <a:xfrm>
            <a:off x="415871" y="299953"/>
            <a:ext cx="7958380"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Total Sample </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57AAECDB-AC06-E707-62ED-C6008B755E8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DA48798E-CACF-6090-717F-EE73AC89F926}"/>
              </a:ext>
            </a:extLst>
          </p:cNvPr>
          <p:cNvGraphicFramePr>
            <a:graphicFrameLocks noGrp="1"/>
          </p:cNvGraphicFramePr>
          <p:nvPr>
            <p:extLst>
              <p:ext uri="{D42A27DB-BD31-4B8C-83A1-F6EECF244321}">
                <p14:modId xmlns:p14="http://schemas.microsoft.com/office/powerpoint/2010/main" val="1876994723"/>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2877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396344">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396344">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39634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396344">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396344">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D2B466EC-45E4-7425-7237-7B912FE821DF}"/>
              </a:ext>
            </a:extLst>
          </p:cNvPr>
          <p:cNvSpPr/>
          <p:nvPr/>
        </p:nvSpPr>
        <p:spPr>
          <a:xfrm>
            <a:off x="2699888" y="1678388"/>
            <a:ext cx="9230625" cy="604124"/>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(N~695 Per Product)</a:t>
            </a:r>
          </a:p>
        </p:txBody>
      </p:sp>
      <p:sp>
        <p:nvSpPr>
          <p:cNvPr id="35" name="TextBox 34">
            <a:extLst>
              <a:ext uri="{FF2B5EF4-FFF2-40B4-BE49-F238E27FC236}">
                <a16:creationId xmlns:a16="http://schemas.microsoft.com/office/drawing/2014/main" id="{52EEE5A8-A803-2209-4236-6E26332C37B2}"/>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1B92E2B2-1E81-4A6F-FEFC-2C152F436EE7}"/>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71DFBD85-4438-F9C3-B561-FB7FE5B01986}"/>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D4EC96E4-D200-4F5F-C372-CFF3F9D9768B}"/>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9F5EC419-2787-C065-0E7D-D4DA042193E7}"/>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782679D1-1542-7F6E-889E-E095510089C4}"/>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59384F6B-C0BC-FDC9-D380-4FBB603FF35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C1BBCCA9-51AD-0F2F-7DF0-3B31E68ADFE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B3DA3028-7547-866B-D3CF-93F85114EF5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2440924F-6B91-1B06-01AD-A6F6DEBB2239}"/>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26261082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19C92-B727-D1C0-CE58-B254B2DE8ED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8FDCCD2-450A-F681-72F6-AA190BCA7D00}"/>
              </a:ext>
            </a:extLst>
          </p:cNvPr>
          <p:cNvSpPr>
            <a:spLocks noGrp="1"/>
          </p:cNvSpPr>
          <p:nvPr>
            <p:ph type="sldNum" sz="quarter" idx="14"/>
          </p:nvPr>
        </p:nvSpPr>
        <p:spPr/>
        <p:txBody>
          <a:bodyPr/>
          <a:lstStyle/>
          <a:p>
            <a:fld id="{9BBCFCA3-D307-4DD3-86E3-CC1388E97AC0}" type="slidenum">
              <a:rPr lang="en-US" smtClean="0"/>
              <a:pPr/>
              <a:t>35</a:t>
            </a:fld>
            <a:endParaRPr lang="en-US"/>
          </a:p>
        </p:txBody>
      </p:sp>
      <p:sp>
        <p:nvSpPr>
          <p:cNvPr id="5" name="Text Placeholder 4">
            <a:extLst>
              <a:ext uri="{FF2B5EF4-FFF2-40B4-BE49-F238E27FC236}">
                <a16:creationId xmlns:a16="http://schemas.microsoft.com/office/drawing/2014/main" id="{0597D218-E0FD-F964-1958-517D54EF9D79}"/>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0A14CF77-06FB-C689-F679-EF3AF94C5B59}"/>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27C970D6-5C29-EF5C-1D93-E01D79AD259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610FC8EA-4CBE-DA72-C9F4-A6E288C1592F}"/>
                </a:ext>
              </a:extLst>
            </p:cNvPr>
            <p:cNvGraphicFramePr/>
            <p:nvPr>
              <p:extLst>
                <p:ext uri="{D42A27DB-BD31-4B8C-83A1-F6EECF244321}">
                  <p14:modId xmlns:p14="http://schemas.microsoft.com/office/powerpoint/2010/main" val="262207251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2C79799D-5F13-4388-DFD4-3B0FA37C1D42}"/>
                </a:ext>
              </a:extLst>
            </p:cNvPr>
            <p:cNvSpPr txBox="1"/>
            <p:nvPr/>
          </p:nvSpPr>
          <p:spPr>
            <a:xfrm>
              <a:off x="1727791" y="2017763"/>
              <a:ext cx="2937917"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First Sip Sensory (Taste) Appeal</a:t>
              </a:r>
              <a:r>
                <a:rPr lang="en-US" sz="1600" b="1" kern="0">
                  <a:solidFill>
                    <a:srgbClr val="000000">
                      <a:lumMod val="50000"/>
                      <a:lumOff val="50000"/>
                    </a:srgbClr>
                  </a:solidFill>
                  <a:latin typeface="Avenir Next LT Pro" panose="020B0504020202020204" pitchFamily="34" charset="0"/>
                </a:rPr>
                <a:t> (Overall Liking)</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9991262A-BB06-28F2-5771-405F0A9D0FA4}"/>
              </a:ext>
            </a:extLst>
          </p:cNvPr>
          <p:cNvGraphicFramePr>
            <a:graphicFrameLocks noGrp="1"/>
          </p:cNvGraphicFramePr>
          <p:nvPr>
            <p:extLst>
              <p:ext uri="{D42A27DB-BD31-4B8C-83A1-F6EECF244321}">
                <p14:modId xmlns:p14="http://schemas.microsoft.com/office/powerpoint/2010/main" val="2388796247"/>
              </p:ext>
            </p:extLst>
          </p:nvPr>
        </p:nvGraphicFramePr>
        <p:xfrm>
          <a:off x="774775" y="3341771"/>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1C1AC0BB-BF63-DE54-D4A0-7CE8F566279E}"/>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6551C719-7276-9A7A-5107-AFE7161BACFC}"/>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1100D64A-9E8B-822A-D983-4161E650D537}"/>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8575E2A0-6567-BF70-1F69-E36853CB4995}"/>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60F589EE-8CC7-4601-709D-8025D71BCB98}"/>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A22E4927-1E56-1917-CA83-6641D7AC7A15}"/>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4B570F6E-E8F0-CDC3-7232-2A9D27816BC0}"/>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7B67F77D-BFEC-BFBB-647F-2578B380E463}"/>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1510266D-45EC-482E-8566-C4BF720EF8F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F22AA915-BE94-1CBD-842B-EA2CB374A6CB}"/>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C5DAC72D-947A-4313-5F8D-72F6A00095DF}"/>
              </a:ext>
            </a:extLst>
          </p:cNvPr>
          <p:cNvSpPr txBox="1"/>
          <p:nvPr/>
        </p:nvSpPr>
        <p:spPr>
          <a:xfrm>
            <a:off x="6245352" y="2901434"/>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5D7C0263-BB9E-4FF5-FD3B-0CCB196310D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D3085AB4-60D0-A48B-4D3F-DF66631EFA3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8D6F1DD6-A70A-36C8-37B9-188F92805FC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4" name="Picture 23" descr="A bottle of soda with a red label&#10;&#10;Description automatically generated">
              <a:extLst>
                <a:ext uri="{FF2B5EF4-FFF2-40B4-BE49-F238E27FC236}">
                  <a16:creationId xmlns:a16="http://schemas.microsoft.com/office/drawing/2014/main" id="{AB4A4FCD-DD6B-1EF0-5C0E-7D652336D16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00DED8F7-CE0C-511D-DFD5-8F794F977052}"/>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3203752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20EC91-3D48-A3E1-FF58-2174F223845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8ACAC3D-CC73-2A25-59DC-D3AB14D3174B}"/>
              </a:ext>
            </a:extLst>
          </p:cNvPr>
          <p:cNvSpPr>
            <a:spLocks noGrp="1"/>
          </p:cNvSpPr>
          <p:nvPr>
            <p:ph type="sldNum" sz="quarter" idx="14"/>
          </p:nvPr>
        </p:nvSpPr>
        <p:spPr/>
        <p:txBody>
          <a:bodyPr/>
          <a:lstStyle/>
          <a:p>
            <a:fld id="{9BBCFCA3-D307-4DD3-86E3-CC1388E97AC0}" type="slidenum">
              <a:rPr lang="en-US" smtClean="0"/>
              <a:pPr/>
              <a:t>36</a:t>
            </a:fld>
            <a:endParaRPr lang="en-US"/>
          </a:p>
        </p:txBody>
      </p:sp>
      <p:sp>
        <p:nvSpPr>
          <p:cNvPr id="5" name="Text Placeholder 4">
            <a:extLst>
              <a:ext uri="{FF2B5EF4-FFF2-40B4-BE49-F238E27FC236}">
                <a16:creationId xmlns:a16="http://schemas.microsoft.com/office/drawing/2014/main" id="{95FD08E6-9EFE-A846-3519-3CD29432D413}"/>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E6489E0C-B448-A9FD-D706-5C28EEA4C0D0}"/>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CB546CBC-BF18-322C-C4EB-F0C03A5AA45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B0D0C7F8-6E1B-B62B-81FA-4BED8B04921D}"/>
                </a:ext>
              </a:extLst>
            </p:cNvPr>
            <p:cNvGraphicFramePr/>
            <p:nvPr>
              <p:extLst>
                <p:ext uri="{D42A27DB-BD31-4B8C-83A1-F6EECF244321}">
                  <p14:modId xmlns:p14="http://schemas.microsoft.com/office/powerpoint/2010/main" val="366686908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BA939889-664D-044A-1B06-2248A4ADC361}"/>
                </a:ext>
              </a:extLst>
            </p:cNvPr>
            <p:cNvSpPr txBox="1"/>
            <p:nvPr/>
          </p:nvSpPr>
          <p:spPr>
            <a:xfrm>
              <a:off x="1739177" y="2017763"/>
              <a:ext cx="2915144"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Sip 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153DDF18-2668-6B20-33F0-49F8C3E3D572}"/>
              </a:ext>
            </a:extLst>
          </p:cNvPr>
          <p:cNvGraphicFramePr>
            <a:graphicFrameLocks noGrp="1"/>
          </p:cNvGraphicFramePr>
          <p:nvPr>
            <p:extLst>
              <p:ext uri="{D42A27DB-BD31-4B8C-83A1-F6EECF244321}">
                <p14:modId xmlns:p14="http://schemas.microsoft.com/office/powerpoint/2010/main" val="3145111724"/>
              </p:ext>
            </p:extLst>
          </p:nvPr>
        </p:nvGraphicFramePr>
        <p:xfrm>
          <a:off x="774775" y="3341771"/>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DD57FB49-33CC-3699-5B0C-B73E20171145}"/>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59B95746-F5A1-E4EE-CA35-D26371D33143}"/>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34B26064-9DC9-56C0-417C-F864ADEE7676}"/>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AA2D24D6-5371-E066-28E6-2A97FFD543E4}"/>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2060C1AA-5189-5CD2-967C-0836A3719C20}"/>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E6CB903C-95EC-12DC-8546-8F92E56F75DC}"/>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394C3EBC-9D0F-1F07-DD35-735874BD706F}"/>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5CD54B82-C188-305B-DCE2-EF49AA92CD1A}"/>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CE757C47-7294-9B81-BA56-54662A98CF9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D2588B61-8ECD-30F2-0DEA-04B6FC099CAD}"/>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A3DDC1A9-A5C9-6C56-66CF-FBFAF0563CC2}"/>
              </a:ext>
            </a:extLst>
          </p:cNvPr>
          <p:cNvSpPr txBox="1"/>
          <p:nvPr/>
        </p:nvSpPr>
        <p:spPr>
          <a:xfrm>
            <a:off x="6245352" y="2901434"/>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6063F506-9724-F0DB-D28D-F1B6644C9EC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0E1D07D8-5732-91C4-E886-8FC33D4D210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E7787F9C-D92F-C02A-0FAE-1F829626A0D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4" name="Picture 23" descr="A bottle of soda with a red label&#10;&#10;Description automatically generated">
              <a:extLst>
                <a:ext uri="{FF2B5EF4-FFF2-40B4-BE49-F238E27FC236}">
                  <a16:creationId xmlns:a16="http://schemas.microsoft.com/office/drawing/2014/main" id="{727B30CF-8BA7-EAB6-4A9F-DD1E8B665D1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282D3C4D-529C-1A4B-937A-9E5D9A3EB601}"/>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669364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11A571-DFAE-E9A7-6A63-83352451950D}"/>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FDAF9644-9EF7-0729-2E7B-AFA116A7EC8C}"/>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6C4D4ED9-8359-B538-48D9-74899521E1BF}"/>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132D459C-347A-6FDE-2121-9D4707C5FB04}"/>
                </a:ext>
              </a:extLst>
            </p:cNvPr>
            <p:cNvGraphicFramePr/>
            <p:nvPr>
              <p:extLst>
                <p:ext uri="{D42A27DB-BD31-4B8C-83A1-F6EECF244321}">
                  <p14:modId xmlns:p14="http://schemas.microsoft.com/office/powerpoint/2010/main" val="2615054294"/>
                </p:ext>
              </p:extLst>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7810188E-5442-FBE2-E815-60FF4D55CC9A}"/>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8F145D9A-B6DD-964E-AF70-7A22FB764023}"/>
              </a:ext>
            </a:extLst>
          </p:cNvPr>
          <p:cNvGraphicFramePr>
            <a:graphicFrameLocks noGrp="1"/>
          </p:cNvGraphicFramePr>
          <p:nvPr>
            <p:extLst>
              <p:ext uri="{D42A27DB-BD31-4B8C-83A1-F6EECF244321}">
                <p14:modId xmlns:p14="http://schemas.microsoft.com/office/powerpoint/2010/main" val="3616784780"/>
              </p:ext>
            </p:extLst>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F5602282-3837-C7A9-8440-94E7AEC3FE7B}"/>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549F51F8-698E-C8D0-41A6-ABB830F6D7CD}"/>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4B9A82FA-29AB-D303-99DD-9522CE0B2AFE}"/>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F315F28E-DE3B-C31F-2A12-24867FD0034D}"/>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FB1FD0B2-919B-595E-8E0B-7CB259DDD870}"/>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32F97EF7-9098-E9C0-44D7-C1865A3DF94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9D87F85C-BFD6-EF6C-7795-B62F289E9304}"/>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088305A3-2B48-DE7E-8858-67A6822696C4}"/>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91FF364F-1590-3DBD-A1B5-6DB80E343D08}"/>
                </a:ext>
              </a:extLst>
            </p:cNvPr>
            <p:cNvGraphicFramePr/>
            <p:nvPr>
              <p:extLst>
                <p:ext uri="{D42A27DB-BD31-4B8C-83A1-F6EECF244321}">
                  <p14:modId xmlns:p14="http://schemas.microsoft.com/office/powerpoint/2010/main" val="627430771"/>
                </p:ext>
              </p:extLst>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50DA36C6-0937-8D83-C51F-A1530A6417B7}"/>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2BF6718E-7231-2055-68A3-066992158C19}"/>
              </a:ext>
            </a:extLst>
          </p:cNvPr>
          <p:cNvSpPr/>
          <p:nvPr/>
        </p:nvSpPr>
        <p:spPr>
          <a:xfrm>
            <a:off x="5203005" y="2179244"/>
            <a:ext cx="4389120" cy="327535"/>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Total Sample (N=695)</a:t>
            </a:r>
          </a:p>
        </p:txBody>
      </p:sp>
      <p:grpSp>
        <p:nvGrpSpPr>
          <p:cNvPr id="2" name="Group 1">
            <a:extLst>
              <a:ext uri="{FF2B5EF4-FFF2-40B4-BE49-F238E27FC236}">
                <a16:creationId xmlns:a16="http://schemas.microsoft.com/office/drawing/2014/main" id="{C409245F-EAD7-555B-C41B-A8647CF06A38}"/>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759E3B69-E574-9D0F-B221-3120DF0A7F36}"/>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F76FF2AA-005E-8F6A-12CA-70B907187633}"/>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44C0D6CA-7EBD-0B69-9A60-7EF4F1463B33}"/>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D78F3E96-A5CA-8CC9-8969-8E3DB36BE077}"/>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D07BCFF4-DEF6-8B29-BA00-A3F35BD5E513}"/>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C41C8373-E88B-D818-9A55-5CFAD8F9C609}"/>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B50C4614-BBC9-322D-AD71-5AA1E6601CB1}"/>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7D0D07EC-ABB6-63ED-82A7-C6AC9C1CD418}"/>
                </a:ext>
              </a:extLst>
            </p:cNvPr>
            <p:cNvGraphicFramePr/>
            <p:nvPr>
              <p:extLst>
                <p:ext uri="{D42A27DB-BD31-4B8C-83A1-F6EECF244321}">
                  <p14:modId xmlns:p14="http://schemas.microsoft.com/office/powerpoint/2010/main" val="1154666176"/>
                </p:ext>
              </p:extLst>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6C89B1BA-F30D-CE4B-8A6D-32225D20AAB7}"/>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C981A65A-B791-49B7-8079-A1C6EA55EE36}"/>
              </a:ext>
            </a:extLst>
          </p:cNvPr>
          <p:cNvGraphicFramePr>
            <a:graphicFrameLocks noGrp="1"/>
          </p:cNvGraphicFramePr>
          <p:nvPr>
            <p:extLst>
              <p:ext uri="{D42A27DB-BD31-4B8C-83A1-F6EECF244321}">
                <p14:modId xmlns:p14="http://schemas.microsoft.com/office/powerpoint/2010/main" val="3430001753"/>
              </p:ext>
            </p:extLst>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44%</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79C4BDAF-ED07-B771-3E10-1DAE70270F38}"/>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CA937149-987B-6F75-1340-66F75460B514}"/>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35560418-86EE-D370-F9BA-EFE93A571967}"/>
                </a:ext>
              </a:extLst>
            </p:cNvPr>
            <p:cNvGraphicFramePr/>
            <p:nvPr>
              <p:extLst>
                <p:ext uri="{D42A27DB-BD31-4B8C-83A1-F6EECF244321}">
                  <p14:modId xmlns:p14="http://schemas.microsoft.com/office/powerpoint/2010/main" val="1356037816"/>
                </p:ext>
              </p:extLst>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9916B127-73A5-36A8-9B47-49A59BA6D7E5}"/>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99A8FBD1-2535-F629-348C-113B89662C3E}"/>
              </a:ext>
            </a:extLst>
          </p:cNvPr>
          <p:cNvGraphicFramePr>
            <a:graphicFrameLocks noGrp="1"/>
          </p:cNvGraphicFramePr>
          <p:nvPr>
            <p:extLst>
              <p:ext uri="{D42A27DB-BD31-4B8C-83A1-F6EECF244321}">
                <p14:modId xmlns:p14="http://schemas.microsoft.com/office/powerpoint/2010/main" val="3086585344"/>
              </p:ext>
            </p:extLst>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CAB1C9EE-3004-AF83-CB64-8B8FDBA99E54}"/>
              </a:ext>
            </a:extLst>
          </p:cNvPr>
          <p:cNvGraphicFramePr>
            <a:graphicFrameLocks noGrp="1"/>
          </p:cNvGraphicFramePr>
          <p:nvPr>
            <p:extLst>
              <p:ext uri="{D42A27DB-BD31-4B8C-83A1-F6EECF244321}">
                <p14:modId xmlns:p14="http://schemas.microsoft.com/office/powerpoint/2010/main" val="354673616"/>
              </p:ext>
            </p:extLst>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3" name="Group 22">
            <a:extLst>
              <a:ext uri="{FF2B5EF4-FFF2-40B4-BE49-F238E27FC236}">
                <a16:creationId xmlns:a16="http://schemas.microsoft.com/office/drawing/2014/main" id="{00213E79-357B-8D3C-C27E-861C3271CACD}"/>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5341D9DC-85FE-DF56-74D6-ACE36D32FF2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FF16B840-A9F8-F29A-4C90-EEA1D1D92ED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69DC6DF1-F387-381D-29FA-95F8168E85E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1" name="Picture 40" descr="A flag on a button&#10;&#10;Description automatically generated">
              <a:extLst>
                <a:ext uri="{FF2B5EF4-FFF2-40B4-BE49-F238E27FC236}">
                  <a16:creationId xmlns:a16="http://schemas.microsoft.com/office/drawing/2014/main" id="{D8942A92-026A-EF94-F91F-0B6C7532A341}"/>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77865363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5423DA-9A5F-5019-5B7A-6B4BB259863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3143C39-6E5C-3786-736F-E0D85CE13451}"/>
              </a:ext>
            </a:extLst>
          </p:cNvPr>
          <p:cNvSpPr>
            <a:spLocks noGrp="1"/>
          </p:cNvSpPr>
          <p:nvPr>
            <p:ph type="sldNum" sz="quarter" idx="14"/>
          </p:nvPr>
        </p:nvSpPr>
        <p:spPr/>
        <p:txBody>
          <a:bodyPr/>
          <a:lstStyle/>
          <a:p>
            <a:fld id="{9BBCFCA3-D307-4DD3-86E3-CC1388E97AC0}" type="slidenum">
              <a:rPr lang="en-US" smtClean="0"/>
              <a:pPr/>
              <a:t>38</a:t>
            </a:fld>
            <a:endParaRPr lang="en-US"/>
          </a:p>
        </p:txBody>
      </p:sp>
      <p:sp>
        <p:nvSpPr>
          <p:cNvPr id="5" name="Text Placeholder 4">
            <a:extLst>
              <a:ext uri="{FF2B5EF4-FFF2-40B4-BE49-F238E27FC236}">
                <a16:creationId xmlns:a16="http://schemas.microsoft.com/office/drawing/2014/main" id="{6AAC3F76-9DAA-75AC-E13E-27122E1C2BD0}"/>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Similarly, 4.0 prototypes fall broadly parity vs. Kaizen 4.0 Control across all satisfaction metrics.</a:t>
            </a:r>
          </a:p>
        </p:txBody>
      </p:sp>
      <p:grpSp>
        <p:nvGrpSpPr>
          <p:cNvPr id="13" name="Group 12">
            <a:extLst>
              <a:ext uri="{FF2B5EF4-FFF2-40B4-BE49-F238E27FC236}">
                <a16:creationId xmlns:a16="http://schemas.microsoft.com/office/drawing/2014/main" id="{02D157A2-CB67-9DB4-7BA6-7A0F5951A7BE}"/>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38D939C1-7F6D-2F3F-0290-2D2B44A6325F}"/>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35912E40-D15D-317F-D8BE-E0A3A55808A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DCDC99E8-62F4-6A83-D2C7-EF142EF00BF8}"/>
              </a:ext>
            </a:extLst>
          </p:cNvPr>
          <p:cNvGrpSpPr/>
          <p:nvPr/>
        </p:nvGrpSpPr>
        <p:grpSpPr>
          <a:xfrm>
            <a:off x="2815200" y="3155582"/>
            <a:ext cx="9000000" cy="4191933"/>
            <a:chOff x="531863" y="1960270"/>
            <a:chExt cx="5331526" cy="4135983"/>
          </a:xfrm>
        </p:grpSpPr>
        <p:sp>
          <p:nvSpPr>
            <p:cNvPr id="17" name="Rectangle 16">
              <a:extLst>
                <a:ext uri="{FF2B5EF4-FFF2-40B4-BE49-F238E27FC236}">
                  <a16:creationId xmlns:a16="http://schemas.microsoft.com/office/drawing/2014/main" id="{2046DAAB-9CC3-C23A-F533-0DCB168EF29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9B23A1A7-75EA-D49C-22EA-DEF87D47E1A4}"/>
                </a:ext>
              </a:extLst>
            </p:cNvPr>
            <p:cNvGraphicFramePr/>
            <p:nvPr>
              <p:extLst>
                <p:ext uri="{D42A27DB-BD31-4B8C-83A1-F6EECF244321}">
                  <p14:modId xmlns:p14="http://schemas.microsoft.com/office/powerpoint/2010/main" val="310298564"/>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357BA5D7-EEAA-E7D9-3196-2AAB9B0B14E8}"/>
                </a:ext>
              </a:extLst>
            </p:cNvPr>
            <p:cNvSpPr txBox="1"/>
            <p:nvPr/>
          </p:nvSpPr>
          <p:spPr>
            <a:xfrm>
              <a:off x="2692472" y="1960270"/>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3B3441E8-899D-7F5B-90D3-ED64EE1F3312}"/>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4CE43A17-0174-079E-39BB-687EBE00B329}"/>
              </a:ext>
            </a:extLst>
          </p:cNvPr>
          <p:cNvPicPr>
            <a:picLocks noChangeAspect="1"/>
          </p:cNvPicPr>
          <p:nvPr/>
        </p:nvPicPr>
        <p:blipFill>
          <a:blip r:embed="rId4"/>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AF93AF3E-71FF-FA38-A676-6EE1AF3C6280}"/>
              </a:ext>
            </a:extLst>
          </p:cNvPr>
          <p:cNvGraphicFramePr>
            <a:graphicFrameLocks noGrp="1"/>
          </p:cNvGraphicFramePr>
          <p:nvPr>
            <p:extLst>
              <p:ext uri="{D42A27DB-BD31-4B8C-83A1-F6EECF244321}">
                <p14:modId xmlns:p14="http://schemas.microsoft.com/office/powerpoint/2010/main" val="1798904280"/>
              </p:ext>
            </p:extLst>
          </p:nvPr>
        </p:nvGraphicFramePr>
        <p:xfrm>
          <a:off x="320041" y="3850908"/>
          <a:ext cx="11127959" cy="609600"/>
        </p:xfrm>
        <a:graphic>
          <a:graphicData uri="http://schemas.openxmlformats.org/drawingml/2006/table">
            <a:tbl>
              <a:tblPr firstRow="1" bandRow="1">
                <a:tableStyleId>{5940675A-B579-460E-94D1-54222C63F5DA}</a:tableStyleId>
              </a:tblPr>
              <a:tblGrid>
                <a:gridCol w="2811959">
                  <a:extLst>
                    <a:ext uri="{9D8B030D-6E8A-4147-A177-3AD203B41FA5}">
                      <a16:colId xmlns:a16="http://schemas.microsoft.com/office/drawing/2014/main" val="1775160107"/>
                    </a:ext>
                  </a:extLst>
                </a:gridCol>
                <a:gridCol w="2262584">
                  <a:extLst>
                    <a:ext uri="{9D8B030D-6E8A-4147-A177-3AD203B41FA5}">
                      <a16:colId xmlns:a16="http://schemas.microsoft.com/office/drawing/2014/main" val="1227359485"/>
                    </a:ext>
                  </a:extLst>
                </a:gridCol>
                <a:gridCol w="1920616">
                  <a:extLst>
                    <a:ext uri="{9D8B030D-6E8A-4147-A177-3AD203B41FA5}">
                      <a16:colId xmlns:a16="http://schemas.microsoft.com/office/drawing/2014/main" val="1183472630"/>
                    </a:ext>
                  </a:extLst>
                </a:gridCol>
                <a:gridCol w="2296555">
                  <a:extLst>
                    <a:ext uri="{9D8B030D-6E8A-4147-A177-3AD203B41FA5}">
                      <a16:colId xmlns:a16="http://schemas.microsoft.com/office/drawing/2014/main" val="2941040911"/>
                    </a:ext>
                  </a:extLst>
                </a:gridCol>
                <a:gridCol w="1836245">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7.08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7.14</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52%</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4" name="Group 23">
            <a:extLst>
              <a:ext uri="{FF2B5EF4-FFF2-40B4-BE49-F238E27FC236}">
                <a16:creationId xmlns:a16="http://schemas.microsoft.com/office/drawing/2014/main" id="{5E01C961-A0AB-97FB-C3E2-54CDC17072C5}"/>
              </a:ext>
            </a:extLst>
          </p:cNvPr>
          <p:cNvGrpSpPr/>
          <p:nvPr/>
        </p:nvGrpSpPr>
        <p:grpSpPr>
          <a:xfrm>
            <a:off x="9368508" y="7427123"/>
            <a:ext cx="3230077" cy="545303"/>
            <a:chOff x="107157" y="4978029"/>
            <a:chExt cx="2691728" cy="454419"/>
          </a:xfrm>
        </p:grpSpPr>
        <p:sp>
          <p:nvSpPr>
            <p:cNvPr id="25" name="TextBox 24">
              <a:extLst>
                <a:ext uri="{FF2B5EF4-FFF2-40B4-BE49-F238E27FC236}">
                  <a16:creationId xmlns:a16="http://schemas.microsoft.com/office/drawing/2014/main" id="{7926CC5B-A475-BE02-D3A8-CC7FE0171740}"/>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6" name="TextBox 25">
              <a:extLst>
                <a:ext uri="{FF2B5EF4-FFF2-40B4-BE49-F238E27FC236}">
                  <a16:creationId xmlns:a16="http://schemas.microsoft.com/office/drawing/2014/main" id="{5A96507B-FD43-2029-3358-3F78985B305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27" name="TextBox 26">
              <a:extLst>
                <a:ext uri="{FF2B5EF4-FFF2-40B4-BE49-F238E27FC236}">
                  <a16:creationId xmlns:a16="http://schemas.microsoft.com/office/drawing/2014/main" id="{62D658C6-94F9-6FA4-DB71-C4727482E9AF}"/>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28" name="TextBox 27">
              <a:extLst>
                <a:ext uri="{FF2B5EF4-FFF2-40B4-BE49-F238E27FC236}">
                  <a16:creationId xmlns:a16="http://schemas.microsoft.com/office/drawing/2014/main" id="{FD122F45-0F6A-904D-BD06-2570F40242F5}"/>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12" name="TextBox 11">
            <a:extLst>
              <a:ext uri="{FF2B5EF4-FFF2-40B4-BE49-F238E27FC236}">
                <a16:creationId xmlns:a16="http://schemas.microsoft.com/office/drawing/2014/main" id="{2216C22E-0432-AF8E-916A-9743C195E231}"/>
              </a:ext>
            </a:extLst>
          </p:cNvPr>
          <p:cNvSpPr txBox="1"/>
          <p:nvPr/>
        </p:nvSpPr>
        <p:spPr>
          <a:xfrm>
            <a:off x="6245352" y="3524226"/>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nvGrpSpPr>
          <p:cNvPr id="2" name="Group 1">
            <a:extLst>
              <a:ext uri="{FF2B5EF4-FFF2-40B4-BE49-F238E27FC236}">
                <a16:creationId xmlns:a16="http://schemas.microsoft.com/office/drawing/2014/main" id="{0A46B56A-DD45-EEC5-C155-E722B6B76C91}"/>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BC76C2E0-0BB7-5048-1434-2C8AB283749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8" name="TextBox 7">
              <a:extLst>
                <a:ext uri="{FF2B5EF4-FFF2-40B4-BE49-F238E27FC236}">
                  <a16:creationId xmlns:a16="http://schemas.microsoft.com/office/drawing/2014/main" id="{67EDA3B2-F2E8-586F-341B-8B9C30ADFB8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2" name="Picture 31" descr="A bottle of soda with a red label&#10;&#10;Description automatically generated">
              <a:extLst>
                <a:ext uri="{FF2B5EF4-FFF2-40B4-BE49-F238E27FC236}">
                  <a16:creationId xmlns:a16="http://schemas.microsoft.com/office/drawing/2014/main" id="{D431A125-96A3-B289-9B17-B33CF7C4EFF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EAC77AEF-E175-D94F-571F-AB01B8502DC3}"/>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7848737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0CC99A-27A1-35B6-5431-FEE6C4A50C6F}"/>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886049A6-EFF8-3333-6C8F-70E67B6FD2C7}"/>
              </a:ext>
            </a:extLst>
          </p:cNvPr>
          <p:cNvGraphicFramePr>
            <a:graphicFrameLocks/>
          </p:cNvGraphicFramePr>
          <p:nvPr>
            <p:extLst>
              <p:ext uri="{D42A27DB-BD31-4B8C-83A1-F6EECF244321}">
                <p14:modId xmlns:p14="http://schemas.microsoft.com/office/powerpoint/2010/main" val="1441834427"/>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EAD1468A-327B-1056-FB49-AF3E786291A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8B2165C1-7B31-6B6B-C4C9-B977CDE4E2FE}"/>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D9032B49-3799-2FD7-91CA-6B100DA65DD2}"/>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A81BD378-D0FD-82FB-6AED-D951C01E631D}"/>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0E5C9661-15B2-5880-9DA1-F1D96A84461B}"/>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7E8C316E-D5DA-A955-5E95-ED67A4FD120E}"/>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93EBDC53-81BA-8A78-DD67-36DD03E379B1}"/>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1B223E7D-10B6-8D3D-703F-F9F35210D26E}"/>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80251A59-6296-7CC7-A7A3-985D06607EB3}"/>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9EE2D9DA-2B1D-D3C9-5A22-EDB1202D278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2EC76E95-B716-5FA6-5B9A-FD4042D23292}"/>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78AEE526-0D38-0758-1CB4-B6A2A358E75C}"/>
              </a:ext>
            </a:extLst>
          </p:cNvPr>
          <p:cNvGraphicFramePr>
            <a:graphicFrameLocks noGrp="1"/>
          </p:cNvGraphicFramePr>
          <p:nvPr>
            <p:extLst>
              <p:ext uri="{D42A27DB-BD31-4B8C-83A1-F6EECF244321}">
                <p14:modId xmlns:p14="http://schemas.microsoft.com/office/powerpoint/2010/main" val="586386794"/>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6.73</a:t>
                      </a:r>
                    </a:p>
                    <a:p>
                      <a:pPr algn="ctr"/>
                      <a:r>
                        <a:rPr lang="en-US" sz="1400" dirty="0">
                          <a:latin typeface="Avenir Next LT Pro" panose="020B0504020202020204" pitchFamily="34" charset="0"/>
                        </a:rPr>
                        <a:t>43%</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6.80</a:t>
                      </a:r>
                    </a:p>
                    <a:p>
                      <a:pPr algn="ctr"/>
                      <a:r>
                        <a:rPr lang="en-US" sz="1400" dirty="0">
                          <a:latin typeface="Avenir Next LT Pro" panose="020B0504020202020204" pitchFamily="34" charset="0"/>
                        </a:rPr>
                        <a:t>48%</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6.86</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6.69</a:t>
                      </a:r>
                    </a:p>
                    <a:p>
                      <a:pPr algn="ctr"/>
                      <a:r>
                        <a:rPr lang="en-US" sz="1400" dirty="0">
                          <a:latin typeface="Avenir Next LT Pro" panose="020B0504020202020204" pitchFamily="34" charset="0"/>
                        </a:rPr>
                        <a:t>44%</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147DD59C-C807-5F48-3025-C9ABAD85DE38}"/>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9CA10A9C-F3F8-DF70-B061-9DB31B3DFFE9}"/>
              </a:ext>
            </a:extLst>
          </p:cNvPr>
          <p:cNvSpPr txBox="1"/>
          <p:nvPr/>
        </p:nvSpPr>
        <p:spPr>
          <a:xfrm>
            <a:off x="2811037" y="1867455"/>
            <a:ext cx="1943237" cy="276999"/>
          </a:xfrm>
          <a:prstGeom prst="rect">
            <a:avLst/>
          </a:prstGeom>
          <a:solidFill>
            <a:schemeClr val="tx1"/>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b="1" kern="0">
                <a:solidFill>
                  <a:srgbClr val="FFFFFF"/>
                </a:solidFill>
                <a:latin typeface="Avenir Next LT Pro" panose="020B0504020202020204" pitchFamily="34" charset="0"/>
              </a:rPr>
              <a:t>TOTAL SAMPLE</a:t>
            </a:r>
            <a:endParaRPr kumimoji="0" lang="en-US" sz="1800" b="1" i="0" u="none" strike="noStrike" kern="0" cap="none" spc="0" normalizeH="0" baseline="0" noProof="0">
              <a:ln>
                <a:noFill/>
              </a:ln>
              <a:solidFill>
                <a:srgbClr val="FFFFFF"/>
              </a:solidFill>
              <a:effectLst/>
              <a:uLnTx/>
              <a:uFillTx/>
              <a:latin typeface="Avenir Next LT Pro" panose="020B0504020202020204" pitchFamily="34" charset="0"/>
              <a:ea typeface="+mn-ea"/>
              <a:cs typeface="+mn-cs"/>
            </a:endParaRPr>
          </a:p>
        </p:txBody>
      </p:sp>
      <p:cxnSp>
        <p:nvCxnSpPr>
          <p:cNvPr id="12" name="Straight Connector 11">
            <a:extLst>
              <a:ext uri="{FF2B5EF4-FFF2-40B4-BE49-F238E27FC236}">
                <a16:creationId xmlns:a16="http://schemas.microsoft.com/office/drawing/2014/main" id="{5B0BA4C7-3343-7FE2-295F-2DEF0AC10BF0}"/>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35244901-5DA6-A53B-9B9C-96A7BB308DE8}"/>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BF9C3293-4893-108A-2564-B72C75857474}"/>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4F43B98C-F694-31B5-8E4B-FA84E79E172A}"/>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144BB01E-CE90-3AF4-85AB-D2CFDD8D3DB6}"/>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F3BDB2B9-492B-A07F-123E-549745EB3883}"/>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F8BC514A-659B-05AE-7E65-E39E6B5E4C6C}"/>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139B4899-2A22-CC63-ECBE-A0E200D2075B}"/>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2" name="Group 1">
            <a:extLst>
              <a:ext uri="{FF2B5EF4-FFF2-40B4-BE49-F238E27FC236}">
                <a16:creationId xmlns:a16="http://schemas.microsoft.com/office/drawing/2014/main" id="{1CA8BF01-378E-46B5-3EDC-2E4D82C0F0EA}"/>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3558B67B-E9C9-4659-EAB6-1851E92543F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1" name="TextBox 10">
              <a:extLst>
                <a:ext uri="{FF2B5EF4-FFF2-40B4-BE49-F238E27FC236}">
                  <a16:creationId xmlns:a16="http://schemas.microsoft.com/office/drawing/2014/main" id="{2FF06846-7591-7FC7-1DCE-489F1A14294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C5BEC245-734B-5F9A-7FEC-9D8781F643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6E4F4E20-4F03-00BD-25F8-3CF94BE0692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8902564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2381821-AFA2-6C08-90F6-59644B6D3948}"/>
              </a:ext>
            </a:extLst>
          </p:cNvPr>
          <p:cNvSpPr>
            <a:spLocks noGrp="1"/>
          </p:cNvSpPr>
          <p:nvPr>
            <p:ph type="sldNum" sz="quarter" idx="14"/>
          </p:nvPr>
        </p:nvSpPr>
        <p:spPr/>
        <p:txBody>
          <a:bodyPr/>
          <a:lstStyle/>
          <a:p>
            <a:fld id="{9BBCFCA3-D307-4DD3-86E3-CC1388E97AC0}" type="slidenum">
              <a:rPr lang="en-US" smtClean="0"/>
              <a:pPr/>
              <a:t>40</a:t>
            </a:fld>
            <a:endParaRPr lang="en-US"/>
          </a:p>
        </p:txBody>
      </p:sp>
      <p:grpSp>
        <p:nvGrpSpPr>
          <p:cNvPr id="10" name="Group 9">
            <a:extLst>
              <a:ext uri="{FF2B5EF4-FFF2-40B4-BE49-F238E27FC236}">
                <a16:creationId xmlns:a16="http://schemas.microsoft.com/office/drawing/2014/main" id="{6CD8E86E-32CC-6A92-9356-9F5494D101C2}"/>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7D9DB8EA-4365-561E-4C99-EAF1261DDE52}"/>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62AD910C-4957-FC47-CADB-70C6B93BD59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B05B1A9C-B339-6F3C-901B-DD0F2328E148}"/>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0A0E90AD-27CA-A17B-99A6-04006BF87634}"/>
              </a:ext>
            </a:extLst>
          </p:cNvPr>
          <p:cNvGraphicFramePr>
            <a:graphicFrameLocks noGrp="1"/>
          </p:cNvGraphicFramePr>
          <p:nvPr>
            <p:extLst>
              <p:ext uri="{D42A27DB-BD31-4B8C-83A1-F6EECF244321}">
                <p14:modId xmlns:p14="http://schemas.microsoft.com/office/powerpoint/2010/main" val="1052680961"/>
              </p:ext>
            </p:extLst>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7.00</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0F9B8C92-ADBE-190D-CA7B-660A086D0E8F}"/>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02900FB8-399A-AB89-C8AF-A4A26DB038D1}"/>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35F6F87F-C735-EDA9-DDB0-8FCB845B5E1D}"/>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12D66E01-F6AD-DA6B-13D2-325235A36DDB}"/>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33798395-F0CA-AC57-C4EF-B64B65200218}"/>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B7CBC71D-6BFF-7B78-D849-8143617B7CD5}"/>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CFEC6206-ED31-DA78-5FCB-7644EDD74227}"/>
              </a:ext>
            </a:extLst>
          </p:cNvPr>
          <p:cNvSpPr txBox="1"/>
          <p:nvPr/>
        </p:nvSpPr>
        <p:spPr>
          <a:xfrm>
            <a:off x="533731" y="1929311"/>
            <a:ext cx="1635480" cy="646331"/>
          </a:xfrm>
          <a:prstGeom prst="rect">
            <a:avLst/>
          </a:prstGeom>
          <a:solidFill>
            <a:srgbClr val="00000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TOTAL SAMPLE</a:t>
            </a:r>
          </a:p>
          <a:p>
            <a:pPr algn="ctr">
              <a:defRPr/>
            </a:pPr>
            <a:r>
              <a:rPr lang="en-US" sz="1400" b="1" kern="0" dirty="0">
                <a:solidFill>
                  <a:prstClr val="white"/>
                </a:solidFill>
                <a:latin typeface="Avenir Next LT Pro" panose="020B0504020202020204" pitchFamily="34" charset="0"/>
              </a:rPr>
              <a:t>N ~ 695 per Product</a:t>
            </a:r>
          </a:p>
        </p:txBody>
      </p:sp>
      <p:sp>
        <p:nvSpPr>
          <p:cNvPr id="30" name="TextBox 29">
            <a:extLst>
              <a:ext uri="{FF2B5EF4-FFF2-40B4-BE49-F238E27FC236}">
                <a16:creationId xmlns:a16="http://schemas.microsoft.com/office/drawing/2014/main" id="{55C2A133-3F82-40AF-B643-ACC547D04A9B}"/>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A308066E-9E6E-1F22-61AB-095C701BB3A8}"/>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AEB34DEA-0608-F75F-DB91-D1B93DD4E731}"/>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F2609797-BC1A-5C09-5BD7-C042929A76D3}"/>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8B465E0A-7746-3881-C36A-9FA33F5C441C}"/>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AAD3EC70-D435-CB37-47D7-D52895211732}"/>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C184C26B-9A50-1EBE-0325-D2D868186DA5}"/>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01D76ADB-44AD-4776-3C42-72343485A453}"/>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F08915FB-6B69-D47D-D084-130E92BEE876}"/>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CCD817D0-F4C1-319D-F923-6081748DEA38}"/>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B3BEE610-589B-A921-4C12-757EE191A54F}"/>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C1D7931C-A595-7B04-1F64-B107CE23148D}"/>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6EF1B4F8-325E-7236-A84F-484508F5B10A}"/>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96B0E0BB-19AE-FC80-6DA1-30056F5CCFF2}"/>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51A66958-BF52-EEFF-DFB0-BA142D5AB958}"/>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 name="Group 1">
            <a:extLst>
              <a:ext uri="{FF2B5EF4-FFF2-40B4-BE49-F238E27FC236}">
                <a16:creationId xmlns:a16="http://schemas.microsoft.com/office/drawing/2014/main" id="{CE7EA037-A90E-CFC8-87AC-891DEE8461B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BC33B096-2F14-89B3-6085-A93A404A7B9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9B7706FF-2732-CB63-4608-8A080E6BAEA1}"/>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A4A16ADB-4398-E732-EEA4-79E104D302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9B5F2791-ED2C-471F-8D0A-4042D612EA48}"/>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2459515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935AEB-6127-8CE7-0992-C327E4CA773A}"/>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C8B4B260-9FE0-D67F-D151-A36856459751}"/>
              </a:ext>
            </a:extLst>
          </p:cNvPr>
          <p:cNvGraphicFramePr>
            <a:graphicFrameLocks/>
          </p:cNvGraphicFramePr>
          <p:nvPr>
            <p:extLst>
              <p:ext uri="{D42A27DB-BD31-4B8C-83A1-F6EECF244321}">
                <p14:modId xmlns:p14="http://schemas.microsoft.com/office/powerpoint/2010/main" val="1135199972"/>
              </p:ext>
            </p:extLst>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422C60FC-622B-4623-FE72-3056D934C7AB}"/>
              </a:ext>
            </a:extLst>
          </p:cNvPr>
          <p:cNvSpPr>
            <a:spLocks noGrp="1"/>
          </p:cNvSpPr>
          <p:nvPr>
            <p:ph type="sldNum" sz="quarter" idx="14"/>
          </p:nvPr>
        </p:nvSpPr>
        <p:spPr/>
        <p:txBody>
          <a:bodyPr/>
          <a:lstStyle/>
          <a:p>
            <a:fld id="{9BBCFCA3-D307-4DD3-86E3-CC1388E97AC0}" type="slidenum">
              <a:rPr lang="en-US" smtClean="0"/>
              <a:pPr/>
              <a:t>41</a:t>
            </a:fld>
            <a:endParaRPr lang="en-US"/>
          </a:p>
        </p:txBody>
      </p:sp>
      <p:grpSp>
        <p:nvGrpSpPr>
          <p:cNvPr id="10" name="Group 9">
            <a:extLst>
              <a:ext uri="{FF2B5EF4-FFF2-40B4-BE49-F238E27FC236}">
                <a16:creationId xmlns:a16="http://schemas.microsoft.com/office/drawing/2014/main" id="{EC758F5A-DA9A-48BA-E2F7-8041BF3E10B3}"/>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E139B8EA-D2B4-9918-326F-4403526FB91D}"/>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F5A6EE6C-90CB-EDF6-F186-4925BEC3E40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864E6FC3-6D14-DAAB-F273-F15430E25BA1}"/>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2B046BC4-9F37-D57A-5E42-2AB54CC02C6F}"/>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1BB5A1C2-8EDB-5412-CF10-241175830DAE}"/>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B4B1F527-E94C-84C1-5138-276408CC2B48}"/>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4A4BCE58-B66A-74AE-CD5F-0031984C8455}"/>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6E3A4167-1E34-5A10-55FD-E90692523AD1}"/>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969BFBD1-F591-17BE-907C-064DAE83851D}"/>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BB3E274C-0346-5224-FD7E-9978DE0D721F}"/>
              </a:ext>
            </a:extLst>
          </p:cNvPr>
          <p:cNvSpPr txBox="1"/>
          <p:nvPr/>
        </p:nvSpPr>
        <p:spPr>
          <a:xfrm>
            <a:off x="273131" y="2129673"/>
            <a:ext cx="2265531" cy="276999"/>
          </a:xfrm>
          <a:prstGeom prst="rect">
            <a:avLst/>
          </a:prstGeom>
          <a:solidFill>
            <a:srgbClr val="000000"/>
          </a:solidFill>
        </p:spPr>
        <p:txBody>
          <a:bodyPr wrap="square" lIns="0" tIns="0" rIns="0" bIns="0" rtlCol="0">
            <a:spAutoFit/>
          </a:bodyPr>
          <a:lstStyle/>
          <a:p>
            <a:pPr algn="ctr">
              <a:defRPr/>
            </a:pPr>
            <a:r>
              <a:rPr kumimoji="0" lang="en-US" sz="1800" b="1" i="0" u="none" strike="noStrike" kern="0" cap="none" spc="0" normalizeH="0" baseline="0" noProof="0">
                <a:ln>
                  <a:noFill/>
                </a:ln>
                <a:solidFill>
                  <a:prstClr val="white"/>
                </a:solidFill>
                <a:effectLst/>
                <a:uLnTx/>
                <a:uFillTx/>
                <a:latin typeface="Avenir Next LT Pro" panose="020B0504020202020204" pitchFamily="34" charset="0"/>
              </a:rPr>
              <a:t>TOTAL SAMPLE</a:t>
            </a:r>
          </a:p>
        </p:txBody>
      </p:sp>
      <p:cxnSp>
        <p:nvCxnSpPr>
          <p:cNvPr id="7" name="Straight Connector 6">
            <a:extLst>
              <a:ext uri="{FF2B5EF4-FFF2-40B4-BE49-F238E27FC236}">
                <a16:creationId xmlns:a16="http://schemas.microsoft.com/office/drawing/2014/main" id="{4CF19F97-42CA-A5BB-5694-00AE37C75940}"/>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BB92B2C1-A657-F9FD-7150-562C6C21C780}"/>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42438A14-A2C7-1BAB-1731-A41E9F0485E7}"/>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6" name="Group 5">
            <a:extLst>
              <a:ext uri="{FF2B5EF4-FFF2-40B4-BE49-F238E27FC236}">
                <a16:creationId xmlns:a16="http://schemas.microsoft.com/office/drawing/2014/main" id="{077540EB-0F55-4138-0BF4-7A6192158DF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39BCDE5E-73AC-99D0-9367-D1A9E6C1BD3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73971F26-F557-D4F7-66B7-DD6004B6DE7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BC2F6001-9711-DC7B-D486-30FF20368D4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B7070708-3F09-0D2B-AEEB-3105D5D03CD2}"/>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2416360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0890A2-8A33-1F12-7CBE-2F8C11F34EAD}"/>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131B7BF9-CA8B-669C-EFE1-62719EDF8B9A}"/>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45557338-3A99-1DA9-CD0F-9A99CEFFD3D9}"/>
              </a:ext>
            </a:extLst>
          </p:cNvPr>
          <p:cNvGraphicFramePr>
            <a:graphicFrameLocks/>
          </p:cNvGraphicFramePr>
          <p:nvPr>
            <p:extLst>
              <p:ext uri="{D42A27DB-BD31-4B8C-83A1-F6EECF244321}">
                <p14:modId xmlns:p14="http://schemas.microsoft.com/office/powerpoint/2010/main" val="8594495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7E0F7555-9DDF-9E0B-AE6A-FBA6923BB2AF}"/>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EA305BFD-0452-53C1-5B90-317CBCF07E3A}"/>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FFC0936B-1FBB-9989-9600-94C556FF5846}"/>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37CA8F59-A8A2-22D9-8FED-D6A7E4D32FB0}"/>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430BC55D-CAD2-1229-12BA-1EACF1C488A9}"/>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70%</a:t>
              </a:r>
            </a:p>
            <a:p>
              <a:pPr defTabSz="548618">
                <a:defRPr/>
              </a:pPr>
              <a:r>
                <a:rPr lang="en-US" sz="1000" dirty="0">
                  <a:solidFill>
                    <a:srgbClr val="FFFFFF"/>
                  </a:solidFill>
                  <a:latin typeface="Avenir Next LT Pro" panose="020B0504020202020204" pitchFamily="34" charset="0"/>
                </a:rPr>
                <a:t>Overall Flavor			60%	</a:t>
              </a:r>
            </a:p>
            <a:p>
              <a:pPr defTabSz="548618">
                <a:defRPr/>
              </a:pPr>
              <a:r>
                <a:rPr lang="en-US" sz="1000" dirty="0">
                  <a:solidFill>
                    <a:srgbClr val="FFFFFF"/>
                  </a:solidFill>
                  <a:latin typeface="Avenir Next LT Pro" panose="020B0504020202020204" pitchFamily="34" charset="0"/>
                </a:rPr>
                <a:t>Cola Flavor			59%</a:t>
              </a:r>
            </a:p>
            <a:p>
              <a:pPr defTabSz="548618">
                <a:defRPr/>
              </a:pPr>
              <a:r>
                <a:rPr lang="en-US" sz="1000" dirty="0">
                  <a:solidFill>
                    <a:srgbClr val="FFFFFF"/>
                  </a:solidFill>
                  <a:latin typeface="Avenir Next LT Pro" panose="020B0504020202020204" pitchFamily="34" charset="0"/>
                </a:rPr>
                <a:t>Sweetness			63%</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65%</a:t>
              </a:r>
            </a:p>
          </p:txBody>
        </p:sp>
      </p:grpSp>
      <p:sp>
        <p:nvSpPr>
          <p:cNvPr id="4" name="Slide Number Placeholder 3">
            <a:extLst>
              <a:ext uri="{FF2B5EF4-FFF2-40B4-BE49-F238E27FC236}">
                <a16:creationId xmlns:a16="http://schemas.microsoft.com/office/drawing/2014/main" id="{F4801F3A-A08C-FCF7-82ED-11B1E1FCD84F}"/>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42</a:t>
            </a:fld>
            <a:endParaRPr lang="en-US">
              <a:solidFill>
                <a:srgbClr val="52565E"/>
              </a:solidFill>
              <a:latin typeface="Unity"/>
            </a:endParaRPr>
          </a:p>
        </p:txBody>
      </p:sp>
      <p:grpSp>
        <p:nvGrpSpPr>
          <p:cNvPr id="10" name="Group 9">
            <a:extLst>
              <a:ext uri="{FF2B5EF4-FFF2-40B4-BE49-F238E27FC236}">
                <a16:creationId xmlns:a16="http://schemas.microsoft.com/office/drawing/2014/main" id="{540CC326-C2EF-CF14-576B-8867D4D11DEA}"/>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93F0A95-F0F6-C176-528D-600E75F0900B}"/>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7E3D6F9-584B-27F5-AD6D-300CFCCD923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2D930513-1205-2D26-CCBC-B1E6D530A0F2}"/>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9940FE1-1889-679C-0C10-B2649BAB96EA}"/>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44640709-A6D7-25D3-67EE-B7420A2A88F8}"/>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EF04079F-D75B-5198-6C2C-194C2362E7DE}"/>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D69092B6-9457-98A9-5D57-329710AE613E}"/>
              </a:ext>
            </a:extLst>
          </p:cNvPr>
          <p:cNvGrpSpPr/>
          <p:nvPr/>
        </p:nvGrpSpPr>
        <p:grpSpPr>
          <a:xfrm>
            <a:off x="8684218" y="94368"/>
            <a:ext cx="5855930" cy="1551678"/>
            <a:chOff x="8684218" y="94368"/>
            <a:chExt cx="5855930" cy="1551678"/>
          </a:xfrm>
        </p:grpSpPr>
        <p:sp>
          <p:nvSpPr>
            <p:cNvPr id="16" name="Rectangle 15">
              <a:extLst>
                <a:ext uri="{FF2B5EF4-FFF2-40B4-BE49-F238E27FC236}">
                  <a16:creationId xmlns:a16="http://schemas.microsoft.com/office/drawing/2014/main" id="{59EF5A49-7201-8CCF-36B4-FD009B08F61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20C5A2B6-2536-C88D-E71A-AF2090FF823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13FACF7A-24A4-B8BA-BC07-1C604581954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61DE4D3C-238E-08B1-C4B7-CD1FF0501233}"/>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97065606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43FE65-F537-CEEC-F3FA-FBF0A706A802}"/>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DCBE67CC-426C-61FE-DAC0-B8FE00B982CA}"/>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8E649456-4070-3343-B4DB-B66BE8C8471E}"/>
              </a:ext>
            </a:extLst>
          </p:cNvPr>
          <p:cNvGraphicFramePr>
            <a:graphicFrameLocks/>
          </p:cNvGraphicFramePr>
          <p:nvPr>
            <p:extLst>
              <p:ext uri="{D42A27DB-BD31-4B8C-83A1-F6EECF244321}">
                <p14:modId xmlns:p14="http://schemas.microsoft.com/office/powerpoint/2010/main" val="928419793"/>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89F80BFF-D4ED-FA8D-DFFC-139C00F340BF}"/>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1BAEC2A5-1C3E-8D72-095B-3EECF88BDF23}"/>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7AE9EFEB-5E16-BA8F-D7EA-A77015965559}"/>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949FF413-087C-A988-6D1A-FF2AB32084E5}"/>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408322A5-98F4-6DCD-A55F-E0131AD6B332}"/>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72%</a:t>
              </a:r>
            </a:p>
            <a:p>
              <a:pPr defTabSz="548618">
                <a:defRPr/>
              </a:pPr>
              <a:r>
                <a:rPr lang="en-US" sz="1000" dirty="0">
                  <a:solidFill>
                    <a:srgbClr val="FFFFFF"/>
                  </a:solidFill>
                  <a:latin typeface="Avenir Next LT Pro" panose="020B0504020202020204" pitchFamily="34" charset="0"/>
                </a:rPr>
                <a:t>Overall Flavor			64%	</a:t>
              </a:r>
            </a:p>
            <a:p>
              <a:pPr defTabSz="548618">
                <a:defRPr/>
              </a:pPr>
              <a:r>
                <a:rPr lang="en-US" sz="1000" dirty="0">
                  <a:solidFill>
                    <a:srgbClr val="FFFFFF"/>
                  </a:solidFill>
                  <a:latin typeface="Avenir Next LT Pro" panose="020B0504020202020204" pitchFamily="34" charset="0"/>
                </a:rPr>
                <a:t>Cola Flavor			63%</a:t>
              </a:r>
            </a:p>
            <a:p>
              <a:pPr defTabSz="548618">
                <a:defRPr/>
              </a:pPr>
              <a:r>
                <a:rPr lang="en-US" sz="1000" dirty="0">
                  <a:solidFill>
                    <a:srgbClr val="FFFFFF"/>
                  </a:solidFill>
                  <a:latin typeface="Avenir Next LT Pro" panose="020B0504020202020204" pitchFamily="34" charset="0"/>
                </a:rPr>
                <a:t>Sweetness			66%</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79%</a:t>
              </a:r>
            </a:p>
            <a:p>
              <a:pPr defTabSz="548618">
                <a:defRPr/>
              </a:pPr>
              <a:r>
                <a:rPr lang="en-US" sz="1000" dirty="0">
                  <a:solidFill>
                    <a:srgbClr val="FFFFFF"/>
                  </a:solidFill>
                  <a:latin typeface="Avenir Next LT Pro" panose="020B0504020202020204" pitchFamily="34" charset="0"/>
                </a:rPr>
                <a:t>Carbonation			70%</a:t>
              </a:r>
            </a:p>
          </p:txBody>
        </p:sp>
      </p:grpSp>
      <p:sp>
        <p:nvSpPr>
          <p:cNvPr id="4" name="Slide Number Placeholder 3">
            <a:extLst>
              <a:ext uri="{FF2B5EF4-FFF2-40B4-BE49-F238E27FC236}">
                <a16:creationId xmlns:a16="http://schemas.microsoft.com/office/drawing/2014/main" id="{623061C0-5F92-AB73-71A6-134A56BD991D}"/>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43</a:t>
            </a:fld>
            <a:endParaRPr lang="en-US">
              <a:solidFill>
                <a:srgbClr val="52565E"/>
              </a:solidFill>
              <a:latin typeface="Unity"/>
            </a:endParaRPr>
          </a:p>
        </p:txBody>
      </p:sp>
      <p:grpSp>
        <p:nvGrpSpPr>
          <p:cNvPr id="10" name="Group 9">
            <a:extLst>
              <a:ext uri="{FF2B5EF4-FFF2-40B4-BE49-F238E27FC236}">
                <a16:creationId xmlns:a16="http://schemas.microsoft.com/office/drawing/2014/main" id="{B0EBE3CC-DFDE-97E0-FF25-BE904F286744}"/>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171EB2EB-1AFE-67E3-C288-272638A16731}"/>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D3B1B20-1A96-57A5-CF1C-1A30BE69526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FE3E551A-DC50-4B96-124A-F89DB5F239D8}"/>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D8553517-5E28-3E60-C373-304E4D6E2A9D}"/>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09654717-C35A-542F-B768-C044BAEDF10C}"/>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A541DC46-F6F3-3A76-901F-08711A4D71C7}"/>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8F4C2A98-B289-7DCE-3750-10A929F2BC8D}"/>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58EEEB9A-057E-F6EC-E8E9-7D6E8C679DC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E9D63253-CE9B-C439-AC8A-BD01EFBC7D5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74C8958A-7648-50C1-5F53-A671FE40672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9CE34FDE-F9D1-AFC3-41B1-22A024CA015F}"/>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6217196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36F97B-AFEE-3B9E-B3D4-E46CDE50AD15}"/>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F3ED8EDD-AAD7-9FFD-7B82-56B19EF82E6D}"/>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F427C1E8-FCA9-E258-60AA-972ACA46008B}"/>
              </a:ext>
            </a:extLst>
          </p:cNvPr>
          <p:cNvGraphicFramePr>
            <a:graphicFrameLocks/>
          </p:cNvGraphicFramePr>
          <p:nvPr>
            <p:extLst>
              <p:ext uri="{D42A27DB-BD31-4B8C-83A1-F6EECF244321}">
                <p14:modId xmlns:p14="http://schemas.microsoft.com/office/powerpoint/2010/main" val="1185243809"/>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D5479E60-E4CA-9FFC-0785-AE0A4DB28741}"/>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7A0C0141-4377-B922-AA5C-62546F99ED8F}"/>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73A91105-0C4F-33D2-6B4A-08D91421C2C2}"/>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930F2920-3DFF-1FE6-9008-2F86EF22736D}"/>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43861DF-78A8-D6E5-D260-6BE0774026F4}"/>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65%	</a:t>
              </a:r>
            </a:p>
            <a:p>
              <a:pPr defTabSz="548618">
                <a:defRPr/>
              </a:pPr>
              <a:r>
                <a:rPr lang="en-US" sz="1000" dirty="0">
                  <a:solidFill>
                    <a:srgbClr val="FFFFFF"/>
                  </a:solidFill>
                  <a:latin typeface="Avenir Next LT Pro" panose="020B0504020202020204" pitchFamily="34" charset="0"/>
                </a:rPr>
                <a:t>Cola Flavor			62%</a:t>
              </a:r>
            </a:p>
            <a:p>
              <a:pPr defTabSz="548618">
                <a:defRPr/>
              </a:pPr>
              <a:r>
                <a:rPr lang="en-US" sz="1000" dirty="0">
                  <a:solidFill>
                    <a:srgbClr val="FFFFFF"/>
                  </a:solidFill>
                  <a:latin typeface="Avenir Next LT Pro" panose="020B0504020202020204" pitchFamily="34" charset="0"/>
                </a:rPr>
                <a:t>Sweetness			67%</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68%</a:t>
              </a:r>
            </a:p>
          </p:txBody>
        </p:sp>
      </p:grpSp>
      <p:sp>
        <p:nvSpPr>
          <p:cNvPr id="4" name="Slide Number Placeholder 3">
            <a:extLst>
              <a:ext uri="{FF2B5EF4-FFF2-40B4-BE49-F238E27FC236}">
                <a16:creationId xmlns:a16="http://schemas.microsoft.com/office/drawing/2014/main" id="{1B48E322-53F7-285A-C758-41293D4B6116}"/>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44</a:t>
            </a:fld>
            <a:endParaRPr lang="en-US">
              <a:solidFill>
                <a:srgbClr val="52565E"/>
              </a:solidFill>
              <a:latin typeface="Unity"/>
            </a:endParaRPr>
          </a:p>
        </p:txBody>
      </p:sp>
      <p:grpSp>
        <p:nvGrpSpPr>
          <p:cNvPr id="10" name="Group 9">
            <a:extLst>
              <a:ext uri="{FF2B5EF4-FFF2-40B4-BE49-F238E27FC236}">
                <a16:creationId xmlns:a16="http://schemas.microsoft.com/office/drawing/2014/main" id="{C53178E9-54BA-F540-CB39-142565FC0B47}"/>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12DCD274-DE81-FA8D-FC90-6926B6B6A7EF}"/>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D5B91CF-FE64-7F89-9371-563C62D62C9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59AFB835-BFCC-C0DD-BAEA-080A0981B91E}"/>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5D97E7C5-E06B-1231-142A-5A3B3B0EF7F4}"/>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9698ED6B-2615-A34F-D7F4-E0F15182FBD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F07B66B1-3503-727C-27B8-B7CDFF1443B6}"/>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363214A2-C525-FAB9-3238-F39F73336850}"/>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79758F74-279D-0EBA-28B5-FD033DEE44C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EA4BA533-901B-F6EF-0F58-C3DE6D7FF0C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45157EA7-D831-6A8F-7BCE-2CFCAE0C673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C84D1218-0BBA-3985-BB3C-4C9A306E5B33}"/>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7378593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C159B9-03CF-DFCD-1C20-90B6183C117A}"/>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C3F3F0A2-8A76-A11C-C467-6451419CD783}"/>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7D80E244-0E4C-05C9-6408-45AC7CC63022}"/>
              </a:ext>
            </a:extLst>
          </p:cNvPr>
          <p:cNvGraphicFramePr>
            <a:graphicFrameLocks/>
          </p:cNvGraphicFramePr>
          <p:nvPr>
            <p:extLst>
              <p:ext uri="{D42A27DB-BD31-4B8C-83A1-F6EECF244321}">
                <p14:modId xmlns:p14="http://schemas.microsoft.com/office/powerpoint/2010/main" val="296864148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E8ED07E1-D4B3-21C4-A108-5C7FBDBFEE6D}"/>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C4C02F66-E7D4-CC91-BE4C-12A207413920}"/>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D0A4BCB-FEDD-A8EE-B359-B268F9CC2F8E}"/>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4E457404-50D0-7790-C6DE-03566231433F}"/>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F21B8E0C-D96E-A693-FBBA-25811C566A69}"/>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58%	</a:t>
              </a:r>
            </a:p>
            <a:p>
              <a:pPr defTabSz="548618">
                <a:defRPr/>
              </a:pPr>
              <a:r>
                <a:rPr lang="en-US" sz="1000" dirty="0">
                  <a:solidFill>
                    <a:srgbClr val="FFFFFF"/>
                  </a:solidFill>
                  <a:latin typeface="Avenir Next LT Pro" panose="020B0504020202020204" pitchFamily="34" charset="0"/>
                </a:rPr>
                <a:t>Cola Flavor			57%</a:t>
              </a:r>
            </a:p>
            <a:p>
              <a:pPr defTabSz="548618">
                <a:defRPr/>
              </a:pPr>
              <a:r>
                <a:rPr lang="en-US" sz="1000" dirty="0">
                  <a:solidFill>
                    <a:srgbClr val="FFFFFF"/>
                  </a:solidFill>
                  <a:latin typeface="Avenir Next LT Pro" panose="020B0504020202020204" pitchFamily="34" charset="0"/>
                </a:rPr>
                <a:t>Sweetness			60%</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62%</a:t>
              </a:r>
            </a:p>
          </p:txBody>
        </p:sp>
      </p:grpSp>
      <p:sp>
        <p:nvSpPr>
          <p:cNvPr id="4" name="Slide Number Placeholder 3">
            <a:extLst>
              <a:ext uri="{FF2B5EF4-FFF2-40B4-BE49-F238E27FC236}">
                <a16:creationId xmlns:a16="http://schemas.microsoft.com/office/drawing/2014/main" id="{B4FE770D-BD37-F372-B4FD-40A315999210}"/>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45</a:t>
            </a:fld>
            <a:endParaRPr lang="en-US">
              <a:solidFill>
                <a:srgbClr val="52565E"/>
              </a:solidFill>
              <a:latin typeface="Unity"/>
            </a:endParaRPr>
          </a:p>
        </p:txBody>
      </p:sp>
      <p:grpSp>
        <p:nvGrpSpPr>
          <p:cNvPr id="10" name="Group 9">
            <a:extLst>
              <a:ext uri="{FF2B5EF4-FFF2-40B4-BE49-F238E27FC236}">
                <a16:creationId xmlns:a16="http://schemas.microsoft.com/office/drawing/2014/main" id="{92BB1556-2DE9-5BD1-7A0A-589066F283E4}"/>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93763214-5FB6-448F-5405-7F68A5AA1B99}"/>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1885889-9091-559D-D18D-9230C734FA7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D9973DB2-A7AD-B792-D841-BA278E2C6D39}"/>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8E70D05F-5BDA-CE22-3E10-C13E3E20DCF5}"/>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C179C8F8-B763-E109-D82D-BAC265D9CA68}"/>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A6D899CC-AB50-01E8-94FC-E4071AB52B57}"/>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36825CBC-C378-EAF2-C135-F92F7FFD28D5}"/>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7B6CC054-CDAF-4894-4AB5-32CB0EAF5C8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8D062A7D-0354-D12F-2892-64819B05B13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BFDEED4B-1D38-189B-4004-E3F25326756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351B1A90-30CA-F0E2-C091-DBC76EE63164}"/>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94324938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687B4B-2411-4D91-CC40-66256EADD22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E828BB5-8262-76D5-9CED-27AE5212804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F32733AF-B13A-DED9-6048-8FC66D710487}"/>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D91A44E3-4A9C-B2E1-A562-86F092EE868D}"/>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A8D87DA-9198-FC7E-C280-FD3D74DF2A4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8BE957B8-D4CA-0B74-3D54-A72892A9961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BBC74675-D289-821F-7D19-C6D40E4597F3}"/>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8E84B5B2-A75C-FD86-2B1C-EB714D1676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60367D80-09B7-BE64-7FCB-6D86DBAD123D}"/>
                </a:ext>
              </a:extLst>
            </p:cNvPr>
            <p:cNvGraphicFramePr/>
            <p:nvPr>
              <p:extLst>
                <p:ext uri="{D42A27DB-BD31-4B8C-83A1-F6EECF244321}">
                  <p14:modId xmlns:p14="http://schemas.microsoft.com/office/powerpoint/2010/main" val="2787037933"/>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9DE8C9D9-B78D-D9C8-93DE-BCB692AA0C2A}"/>
                </a:ext>
              </a:extLst>
            </p:cNvPr>
            <p:cNvSpPr txBox="1"/>
            <p:nvPr/>
          </p:nvSpPr>
          <p:spPr>
            <a:xfrm>
              <a:off x="2902880" y="2112425"/>
              <a:ext cx="1055441"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(First Sip)</a:t>
              </a:r>
            </a:p>
          </p:txBody>
        </p:sp>
      </p:grpSp>
      <p:pic>
        <p:nvPicPr>
          <p:cNvPr id="15" name="Picture 14">
            <a:extLst>
              <a:ext uri="{FF2B5EF4-FFF2-40B4-BE49-F238E27FC236}">
                <a16:creationId xmlns:a16="http://schemas.microsoft.com/office/drawing/2014/main" id="{5F92E698-21B7-0180-6CB0-E73230087B89}"/>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082D3697-9C58-495F-65F3-6BE31CF8ACD2}"/>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7AD89691-67F8-6E65-F4E5-108EAC6BE3F3}"/>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D923C220-35B4-4062-3D76-0EC8EA49B81B}"/>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7B59585F-0850-5E77-12A6-C7B25B5E8E64}"/>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DF6CA2FD-49D2-A670-4DE9-0B4029167061}"/>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50C05D8C-877B-17BF-BEEA-215109456853}"/>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5733A359-F34E-0428-A4A7-4BB2D8E52B1D}"/>
              </a:ext>
            </a:extLst>
          </p:cNvPr>
          <p:cNvSpPr txBox="1"/>
          <p:nvPr/>
        </p:nvSpPr>
        <p:spPr>
          <a:xfrm>
            <a:off x="6245352" y="2520962"/>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1C9E0491-D1EA-4FB0-BA3E-F2E27B8F5E9D}"/>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857EF1D0-54E1-ABD6-05FD-20CEF21BF14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28787F9F-1E9E-C66A-7A80-837753E9991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FB28CA22-1A91-4D9B-7E30-C8AC7BF3605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D37DFC2B-CCF5-477A-2917-8325F996CE88}"/>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0229080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25D3A2-EC2C-5D21-1936-1BA7DCADFAD2}"/>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D38E310-068D-9E44-24BB-D6378E7A451B}"/>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443CA8D4-8565-4321-F59E-D9D45722FD89}"/>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A6D30EC-597E-45A0-38F3-87188833E333}"/>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46686AAB-1B18-8B26-AA57-98CAAEB2A89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0B31EEE8-1184-6F1E-8B58-9D62AA9A616A}"/>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E27D84EF-ED71-BD2D-14B2-046BB048F492}"/>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5EC7C39E-B343-C0E3-9FD2-FDCB7C77EC0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4E8AC517-37B3-6DE2-0C81-2D249A714F89}"/>
                </a:ext>
              </a:extLst>
            </p:cNvPr>
            <p:cNvGraphicFramePr/>
            <p:nvPr>
              <p:extLst>
                <p:ext uri="{D42A27DB-BD31-4B8C-83A1-F6EECF244321}">
                  <p14:modId xmlns:p14="http://schemas.microsoft.com/office/powerpoint/2010/main" val="138674411"/>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FB88CCC5-32E1-B7AD-F20B-0B3032F2C20B}"/>
                </a:ext>
              </a:extLst>
            </p:cNvPr>
            <p:cNvSpPr txBox="1"/>
            <p:nvPr/>
          </p:nvSpPr>
          <p:spPr>
            <a:xfrm>
              <a:off x="2911965" y="2112425"/>
              <a:ext cx="1037270"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(Last Sip)</a:t>
              </a:r>
            </a:p>
          </p:txBody>
        </p:sp>
      </p:grpSp>
      <p:pic>
        <p:nvPicPr>
          <p:cNvPr id="15" name="Picture 14">
            <a:extLst>
              <a:ext uri="{FF2B5EF4-FFF2-40B4-BE49-F238E27FC236}">
                <a16:creationId xmlns:a16="http://schemas.microsoft.com/office/drawing/2014/main" id="{29C20807-E83A-6F8C-5BEF-E6D2E484B07A}"/>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2236B70F-C2DA-6BBD-8C65-5D05C522F76D}"/>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C39BB98D-B066-BA04-4787-DD443B9C3C59}"/>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A4750482-596C-55F8-58E1-60FA90463515}"/>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6B8384B9-0535-53BD-59A4-17212EAC63AD}"/>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8400FEE6-1814-2ED9-9FC6-C5E7B58A6431}"/>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B418814F-3107-F73B-FAE6-96B01C4A5911}"/>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A920836F-1CA0-3097-482A-93714032B5DE}"/>
              </a:ext>
            </a:extLst>
          </p:cNvPr>
          <p:cNvSpPr txBox="1"/>
          <p:nvPr/>
        </p:nvSpPr>
        <p:spPr>
          <a:xfrm>
            <a:off x="6245352" y="2520962"/>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F2EE6153-686F-92D1-4C81-F892F135D15B}"/>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1345FA42-15BB-0547-B9AC-69F11258CEE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7AD23990-84C9-3A72-9967-D911C0615EE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5FB8745D-9DC9-3BBB-8968-E69CF8157C6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73E124B0-10B3-36CD-2204-8C26D0BE8DBC}"/>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0751240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687B4B-2411-4D91-CC40-66256EADD22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E828BB5-8262-76D5-9CED-27AE5212804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F32733AF-B13A-DED9-6048-8FC66D710487}"/>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D91A44E3-4A9C-B2E1-A562-86F092EE868D}"/>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5A8D87DA-9198-FC7E-C280-FD3D74DF2A4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8BE957B8-D4CA-0B74-3D54-A72892A99615}"/>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BBC74675-D289-821F-7D19-C6D40E4597F3}"/>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8E84B5B2-A75C-FD86-2B1C-EB714D1676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60367D80-09B7-BE64-7FCB-6D86DBAD123D}"/>
                </a:ext>
              </a:extLst>
            </p:cNvPr>
            <p:cNvGraphicFramePr/>
            <p:nvPr>
              <p:extLst>
                <p:ext uri="{D42A27DB-BD31-4B8C-83A1-F6EECF244321}">
                  <p14:modId xmlns:p14="http://schemas.microsoft.com/office/powerpoint/2010/main" val="41496104"/>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9DE8C9D9-B78D-D9C8-93DE-BCB692AA0C2A}"/>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5F92E698-21B7-0180-6CB0-E73230087B89}"/>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1378BA80-1634-0AD3-C41E-377E5AF7E12C}"/>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8113E533-5B81-F809-5883-32C462C64EA9}"/>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431B550F-4A3F-3B39-ACF4-2666E7F019D9}"/>
                </a:ext>
              </a:extLst>
            </p:cNvPr>
            <p:cNvGraphicFramePr/>
            <p:nvPr>
              <p:extLst>
                <p:ext uri="{D42A27DB-BD31-4B8C-83A1-F6EECF244321}">
                  <p14:modId xmlns:p14="http://schemas.microsoft.com/office/powerpoint/2010/main" val="676464196"/>
                </p:ext>
              </p:extLst>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94D5E565-5A76-9177-09F1-DA879822A29E}"/>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22" name="Rectangle: Rounded Corners 21">
            <a:extLst>
              <a:ext uri="{FF2B5EF4-FFF2-40B4-BE49-F238E27FC236}">
                <a16:creationId xmlns:a16="http://schemas.microsoft.com/office/drawing/2014/main" id="{AF5FA587-02C4-4E57-067E-BA571C96916F}"/>
              </a:ext>
            </a:extLst>
          </p:cNvPr>
          <p:cNvSpPr/>
          <p:nvPr/>
        </p:nvSpPr>
        <p:spPr>
          <a:xfrm>
            <a:off x="4300035" y="1762921"/>
            <a:ext cx="4389120" cy="327535"/>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Total Sample (N=695)</a:t>
            </a:r>
          </a:p>
        </p:txBody>
      </p:sp>
      <p:grpSp>
        <p:nvGrpSpPr>
          <p:cNvPr id="32" name="Group 31">
            <a:extLst>
              <a:ext uri="{FF2B5EF4-FFF2-40B4-BE49-F238E27FC236}">
                <a16:creationId xmlns:a16="http://schemas.microsoft.com/office/drawing/2014/main" id="{4FFA4770-2B03-CA0E-D320-A5B6F82A95C5}"/>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9EDBC8FC-9B2D-5302-F468-DD63E46DC069}"/>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A67C48D0-2C09-4E3C-9A5A-223623BA291C}"/>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675F0D37-22F7-F9A9-BACA-C6289103D57B}"/>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DB1A21CE-C9DF-82D3-5D88-480C7E7E2A64}"/>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E154CC66-0E38-53A3-2AD4-1C4B4960EDC8}"/>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B74A756E-4941-7EE5-0198-F9E16E753B5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2C4F1B70-002A-4409-A450-E69D04ACAD2F}"/>
                </a:ext>
              </a:extLst>
            </p:cNvPr>
            <p:cNvGraphicFramePr/>
            <p:nvPr>
              <p:extLst>
                <p:ext uri="{D42A27DB-BD31-4B8C-83A1-F6EECF244321}">
                  <p14:modId xmlns:p14="http://schemas.microsoft.com/office/powerpoint/2010/main" val="1423814664"/>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7A53FDD9-FE19-A2FD-0A94-10455661496B}"/>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7AD54281-099A-8CBC-18FB-EF20FD86D04D}"/>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C16B28D2-DDC1-DE84-D56F-69676EE1728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BF628649-9461-E35E-8542-3C5BA8C1F535}"/>
                </a:ext>
              </a:extLst>
            </p:cNvPr>
            <p:cNvGraphicFramePr/>
            <p:nvPr>
              <p:extLst>
                <p:ext uri="{D42A27DB-BD31-4B8C-83A1-F6EECF244321}">
                  <p14:modId xmlns:p14="http://schemas.microsoft.com/office/powerpoint/2010/main" val="1813056724"/>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13BFCC7A-0DEF-3DC6-288D-C3E8ADC3ADC2}"/>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6" name="Group 5">
            <a:extLst>
              <a:ext uri="{FF2B5EF4-FFF2-40B4-BE49-F238E27FC236}">
                <a16:creationId xmlns:a16="http://schemas.microsoft.com/office/drawing/2014/main" id="{B40FD88B-26DE-7F29-A797-FFBB1A5EF77F}"/>
              </a:ext>
            </a:extLst>
          </p:cNvPr>
          <p:cNvGrpSpPr/>
          <p:nvPr/>
        </p:nvGrpSpPr>
        <p:grpSpPr>
          <a:xfrm>
            <a:off x="8684218" y="94368"/>
            <a:ext cx="5855930" cy="1551678"/>
            <a:chOff x="8684218" y="94368"/>
            <a:chExt cx="5855930" cy="1551678"/>
          </a:xfrm>
        </p:grpSpPr>
        <p:sp>
          <p:nvSpPr>
            <p:cNvPr id="17" name="Rectangle 16">
              <a:extLst>
                <a:ext uri="{FF2B5EF4-FFF2-40B4-BE49-F238E27FC236}">
                  <a16:creationId xmlns:a16="http://schemas.microsoft.com/office/drawing/2014/main" id="{8F71CDE1-C111-BE08-ABF8-832DD778EC1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4" name="TextBox 23">
              <a:extLst>
                <a:ext uri="{FF2B5EF4-FFF2-40B4-BE49-F238E27FC236}">
                  <a16:creationId xmlns:a16="http://schemas.microsoft.com/office/drawing/2014/main" id="{AC6C857E-5477-4A27-C1F4-FC0A2BD5EBB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0DDB68E6-50C7-89D7-E9C6-DE923C014B1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99FA7E0F-531A-E768-6841-89D8021A5731}"/>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01442102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8C43B3-5762-B616-DB68-E19DE8EB8C54}"/>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66658435-B748-1199-D5FB-5971036136AC}"/>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C3D9D7AC-1A5C-F2DE-038E-E3D64A7A679D}"/>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53" name="Group 52">
            <a:extLst>
              <a:ext uri="{FF2B5EF4-FFF2-40B4-BE49-F238E27FC236}">
                <a16:creationId xmlns:a16="http://schemas.microsoft.com/office/drawing/2014/main" id="{48D5D6FB-48F4-C026-43F7-49F168259BD2}"/>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2068B04F-8198-8BBC-DA62-45A64E05D5D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224D9CCC-8228-40F8-48FE-5D6BC7711639}"/>
                </a:ext>
              </a:extLst>
            </p:cNvPr>
            <p:cNvGraphicFramePr/>
            <p:nvPr>
              <p:extLst>
                <p:ext uri="{D42A27DB-BD31-4B8C-83A1-F6EECF244321}">
                  <p14:modId xmlns:p14="http://schemas.microsoft.com/office/powerpoint/2010/main" val="249178163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56" name="TextBox 55">
              <a:extLst>
                <a:ext uri="{FF2B5EF4-FFF2-40B4-BE49-F238E27FC236}">
                  <a16:creationId xmlns:a16="http://schemas.microsoft.com/office/drawing/2014/main" id="{1D92A254-4504-9559-F89A-CFCC2B0E2B38}"/>
                </a:ext>
              </a:extLst>
            </p:cNvPr>
            <p:cNvSpPr txBox="1"/>
            <p:nvPr/>
          </p:nvSpPr>
          <p:spPr>
            <a:xfrm>
              <a:off x="2738928" y="205132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57" name="Table 56">
            <a:extLst>
              <a:ext uri="{FF2B5EF4-FFF2-40B4-BE49-F238E27FC236}">
                <a16:creationId xmlns:a16="http://schemas.microsoft.com/office/drawing/2014/main" id="{3D99ACD4-E42F-EC64-EA65-CEEBB0EFC1E4}"/>
              </a:ext>
            </a:extLst>
          </p:cNvPr>
          <p:cNvGraphicFramePr>
            <a:graphicFrameLocks noGrp="1"/>
          </p:cNvGraphicFramePr>
          <p:nvPr>
            <p:extLst>
              <p:ext uri="{D42A27DB-BD31-4B8C-83A1-F6EECF244321}">
                <p14:modId xmlns:p14="http://schemas.microsoft.com/office/powerpoint/2010/main" val="2462149819"/>
              </p:ext>
            </p:extLst>
          </p:nvPr>
        </p:nvGraphicFramePr>
        <p:xfrm>
          <a:off x="646199" y="2875125"/>
          <a:ext cx="10402768" cy="658368"/>
        </p:xfrm>
        <a:graphic>
          <a:graphicData uri="http://schemas.openxmlformats.org/drawingml/2006/table">
            <a:tbl>
              <a:tblPr firstRow="1" bandRow="1">
                <a:tableStyleId>{5940675A-B579-460E-94D1-54222C63F5DA}</a:tableStyleId>
              </a:tblPr>
              <a:tblGrid>
                <a:gridCol w="2017801">
                  <a:extLst>
                    <a:ext uri="{9D8B030D-6E8A-4147-A177-3AD203B41FA5}">
                      <a16:colId xmlns:a16="http://schemas.microsoft.com/office/drawing/2014/main" val="1775160107"/>
                    </a:ext>
                  </a:extLst>
                </a:gridCol>
                <a:gridCol w="2030400">
                  <a:extLst>
                    <a:ext uri="{9D8B030D-6E8A-4147-A177-3AD203B41FA5}">
                      <a16:colId xmlns:a16="http://schemas.microsoft.com/office/drawing/2014/main" val="1116568623"/>
                    </a:ext>
                  </a:extLst>
                </a:gridCol>
                <a:gridCol w="2073600">
                  <a:extLst>
                    <a:ext uri="{9D8B030D-6E8A-4147-A177-3AD203B41FA5}">
                      <a16:colId xmlns:a16="http://schemas.microsoft.com/office/drawing/2014/main" val="2398132556"/>
                    </a:ext>
                  </a:extLst>
                </a:gridCol>
                <a:gridCol w="1975474">
                  <a:extLst>
                    <a:ext uri="{9D8B030D-6E8A-4147-A177-3AD203B41FA5}">
                      <a16:colId xmlns:a16="http://schemas.microsoft.com/office/drawing/2014/main" val="831300297"/>
                    </a:ext>
                  </a:extLst>
                </a:gridCol>
                <a:gridCol w="2305493">
                  <a:extLst>
                    <a:ext uri="{9D8B030D-6E8A-4147-A177-3AD203B41FA5}">
                      <a16:colId xmlns:a16="http://schemas.microsoft.com/office/drawing/2014/main" val="278717131"/>
                    </a:ext>
                  </a:extLst>
                </a:gridCol>
              </a:tblGrid>
              <a:tr h="329184">
                <a:tc>
                  <a:txBody>
                    <a:bodyPr/>
                    <a:lstStyle/>
                    <a:p>
                      <a:r>
                        <a:rPr lang="en-US" sz="1400" b="1">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61%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a:solidFill>
                            <a:srgbClr val="000000"/>
                          </a:solidFill>
                          <a:latin typeface="Avenir Next LT Pro" panose="020B0504020202020204" pitchFamily="34" charset="0"/>
                          <a:ea typeface="+mn-ea"/>
                          <a:cs typeface="+mn-cs"/>
                        </a:rPr>
                        <a:t>64%</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a:solidFill>
                            <a:srgbClr val="000000"/>
                          </a:solidFill>
                          <a:latin typeface="Avenir Next LT Pro" panose="020B0504020202020204" pitchFamily="34" charset="0"/>
                          <a:ea typeface="+mn-ea"/>
                          <a:cs typeface="+mn-cs"/>
                        </a:rPr>
                        <a:t>64%</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60%</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29184">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21%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17%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17%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21%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64" name="Rectangle 63">
            <a:extLst>
              <a:ext uri="{FF2B5EF4-FFF2-40B4-BE49-F238E27FC236}">
                <a16:creationId xmlns:a16="http://schemas.microsoft.com/office/drawing/2014/main" id="{0E2B9C09-782E-6AAF-07F0-D90BA120FEC3}"/>
              </a:ext>
            </a:extLst>
          </p:cNvPr>
          <p:cNvSpPr/>
          <p:nvPr/>
        </p:nvSpPr>
        <p:spPr>
          <a:xfrm>
            <a:off x="11777634" y="2211029"/>
            <a:ext cx="219456" cy="219456"/>
          </a:xfrm>
          <a:prstGeom prst="rect">
            <a:avLst/>
          </a:prstGeom>
          <a:solidFill>
            <a:srgbClr val="3DA95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7508AEF9-1BBB-9BA4-DC7B-83F7C17EE322}"/>
              </a:ext>
            </a:extLst>
          </p:cNvPr>
          <p:cNvSpPr/>
          <p:nvPr/>
        </p:nvSpPr>
        <p:spPr>
          <a:xfrm>
            <a:off x="11777634"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B9356691-C692-525C-91B0-7C225626793D}"/>
              </a:ext>
            </a:extLst>
          </p:cNvPr>
          <p:cNvSpPr/>
          <p:nvPr/>
        </p:nvSpPr>
        <p:spPr>
          <a:xfrm>
            <a:off x="11777634" y="2872496"/>
            <a:ext cx="219456" cy="219456"/>
          </a:xfrm>
          <a:prstGeom prst="rect">
            <a:avLst/>
          </a:prstGeom>
          <a:solidFill>
            <a:srgbClr val="FFEB9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F3DDF8F1-3F94-8A65-613C-D91DFD1BC9B0}"/>
              </a:ext>
            </a:extLst>
          </p:cNvPr>
          <p:cNvSpPr/>
          <p:nvPr/>
        </p:nvSpPr>
        <p:spPr>
          <a:xfrm>
            <a:off x="11777634" y="3201412"/>
            <a:ext cx="219456" cy="219456"/>
          </a:xfrm>
          <a:prstGeom prst="rect">
            <a:avLst/>
          </a:prstGeom>
          <a:solidFill>
            <a:srgbClr val="FFC7C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CEB4A07A-9BB0-4C40-FE98-A45F7E788AA8}"/>
              </a:ext>
            </a:extLst>
          </p:cNvPr>
          <p:cNvSpPr/>
          <p:nvPr/>
        </p:nvSpPr>
        <p:spPr>
          <a:xfrm>
            <a:off x="11776729"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89191315-B99C-A23F-4B89-0BE344FC1474}"/>
              </a:ext>
            </a:extLst>
          </p:cNvPr>
          <p:cNvSpPr txBox="1"/>
          <p:nvPr/>
        </p:nvSpPr>
        <p:spPr>
          <a:xfrm>
            <a:off x="5739064" y="2297712"/>
            <a:ext cx="1988004" cy="326898"/>
          </a:xfrm>
          <a:prstGeom prst="roundRect">
            <a:avLst/>
          </a:prstGeom>
          <a:solidFill>
            <a:schemeClr val="tx1"/>
          </a:solidFill>
        </p:spPr>
        <p:txBody>
          <a:bodyPr wrap="square" lIns="0" tIns="0" rIns="0" bIns="0" rtlCol="0" anchor="ctr">
            <a:spAutoFit/>
          </a:bodyPr>
          <a:lstStyle/>
          <a:p>
            <a:pPr algn="ctr" defTabSz="1097280">
              <a:defRPr/>
            </a:pPr>
            <a:r>
              <a:rPr lang="en-US" sz="1920" b="1" kern="0">
                <a:solidFill>
                  <a:srgbClr val="FFFFFF"/>
                </a:solidFill>
                <a:latin typeface="Avenir Next LT Pro" panose="020B0504020202020204" pitchFamily="34" charset="0"/>
              </a:rPr>
              <a:t>TOTAL SAMPLE</a:t>
            </a:r>
          </a:p>
        </p:txBody>
      </p:sp>
      <p:sp>
        <p:nvSpPr>
          <p:cNvPr id="70" name="Rectangle 69">
            <a:extLst>
              <a:ext uri="{FF2B5EF4-FFF2-40B4-BE49-F238E27FC236}">
                <a16:creationId xmlns:a16="http://schemas.microsoft.com/office/drawing/2014/main" id="{DC21C3D1-E3CE-2458-8498-E70D7D34DE14}"/>
              </a:ext>
            </a:extLst>
          </p:cNvPr>
          <p:cNvSpPr/>
          <p:nvPr/>
        </p:nvSpPr>
        <p:spPr>
          <a:xfrm>
            <a:off x="11776729" y="3530327"/>
            <a:ext cx="219456" cy="219456"/>
          </a:xfrm>
          <a:prstGeom prst="rect">
            <a:avLst/>
          </a:prstGeom>
          <a:solidFill>
            <a:srgbClr val="DE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4861D65D-B3F9-6C9F-4C4A-F0F1AEE9C756}"/>
              </a:ext>
            </a:extLst>
          </p:cNvPr>
          <p:cNvSpPr txBox="1"/>
          <p:nvPr/>
        </p:nvSpPr>
        <p:spPr>
          <a:xfrm>
            <a:off x="11948481" y="2188055"/>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Buy</a:t>
            </a:r>
          </a:p>
        </p:txBody>
      </p:sp>
      <p:sp>
        <p:nvSpPr>
          <p:cNvPr id="72" name="TextBox 71">
            <a:extLst>
              <a:ext uri="{FF2B5EF4-FFF2-40B4-BE49-F238E27FC236}">
                <a16:creationId xmlns:a16="http://schemas.microsoft.com/office/drawing/2014/main" id="{97A842E2-936D-E302-9C71-AE7B31D49B6E}"/>
              </a:ext>
            </a:extLst>
          </p:cNvPr>
          <p:cNvSpPr txBox="1"/>
          <p:nvPr/>
        </p:nvSpPr>
        <p:spPr>
          <a:xfrm>
            <a:off x="11948481" y="2519019"/>
            <a:ext cx="2141551" cy="258532"/>
          </a:xfrm>
          <a:prstGeom prst="rect">
            <a:avLst/>
          </a:prstGeom>
          <a:noFill/>
        </p:spPr>
        <p:txBody>
          <a:bodyPr wrap="square" rtlCol="0">
            <a:spAutoFit/>
          </a:bodyPr>
          <a:lstStyle/>
          <a:p>
            <a:r>
              <a:rPr lang="en-US" sz="1080">
                <a:latin typeface="Avenir Next LT Pro" panose="020B0504020202020204" pitchFamily="34" charset="0"/>
              </a:rPr>
              <a:t>Probably Would Buy</a:t>
            </a:r>
          </a:p>
        </p:txBody>
      </p:sp>
      <p:sp>
        <p:nvSpPr>
          <p:cNvPr id="73" name="TextBox 72">
            <a:extLst>
              <a:ext uri="{FF2B5EF4-FFF2-40B4-BE49-F238E27FC236}">
                <a16:creationId xmlns:a16="http://schemas.microsoft.com/office/drawing/2014/main" id="{62402443-0E97-67C7-8629-439FD138A472}"/>
              </a:ext>
            </a:extLst>
          </p:cNvPr>
          <p:cNvSpPr txBox="1"/>
          <p:nvPr/>
        </p:nvSpPr>
        <p:spPr>
          <a:xfrm>
            <a:off x="11948481" y="2847396"/>
            <a:ext cx="2141551" cy="258532"/>
          </a:xfrm>
          <a:prstGeom prst="rect">
            <a:avLst/>
          </a:prstGeom>
          <a:noFill/>
        </p:spPr>
        <p:txBody>
          <a:bodyPr wrap="square" rtlCol="0">
            <a:spAutoFit/>
          </a:bodyPr>
          <a:lstStyle/>
          <a:p>
            <a:r>
              <a:rPr lang="en-US" sz="1080">
                <a:latin typeface="Avenir Next LT Pro" panose="020B0504020202020204" pitchFamily="34" charset="0"/>
              </a:rPr>
              <a:t>Maybe Would Buy</a:t>
            </a:r>
          </a:p>
        </p:txBody>
      </p:sp>
      <p:sp>
        <p:nvSpPr>
          <p:cNvPr id="74" name="TextBox 73">
            <a:extLst>
              <a:ext uri="{FF2B5EF4-FFF2-40B4-BE49-F238E27FC236}">
                <a16:creationId xmlns:a16="http://schemas.microsoft.com/office/drawing/2014/main" id="{F8F4FA6A-A624-3A76-2B5A-DD93455432BA}"/>
              </a:ext>
            </a:extLst>
          </p:cNvPr>
          <p:cNvSpPr txBox="1"/>
          <p:nvPr/>
        </p:nvSpPr>
        <p:spPr>
          <a:xfrm>
            <a:off x="11948481" y="3190800"/>
            <a:ext cx="2141551" cy="258532"/>
          </a:xfrm>
          <a:prstGeom prst="rect">
            <a:avLst/>
          </a:prstGeom>
          <a:noFill/>
        </p:spPr>
        <p:txBody>
          <a:bodyPr wrap="square" rtlCol="0">
            <a:spAutoFit/>
          </a:bodyPr>
          <a:lstStyle/>
          <a:p>
            <a:r>
              <a:rPr lang="en-US" sz="1080">
                <a:latin typeface="Avenir Next LT Pro" panose="020B0504020202020204" pitchFamily="34" charset="0"/>
              </a:rPr>
              <a:t>Probably Would Not Buy</a:t>
            </a:r>
          </a:p>
        </p:txBody>
      </p:sp>
      <p:sp>
        <p:nvSpPr>
          <p:cNvPr id="75" name="TextBox 74">
            <a:extLst>
              <a:ext uri="{FF2B5EF4-FFF2-40B4-BE49-F238E27FC236}">
                <a16:creationId xmlns:a16="http://schemas.microsoft.com/office/drawing/2014/main" id="{977D24D1-A67E-0A2D-9873-CF619A7F88AD}"/>
              </a:ext>
            </a:extLst>
          </p:cNvPr>
          <p:cNvSpPr txBox="1"/>
          <p:nvPr/>
        </p:nvSpPr>
        <p:spPr>
          <a:xfrm>
            <a:off x="11948481" y="3516677"/>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Not Buy</a:t>
            </a:r>
          </a:p>
        </p:txBody>
      </p:sp>
      <p:sp>
        <p:nvSpPr>
          <p:cNvPr id="76" name="Rectangle 75">
            <a:extLst>
              <a:ext uri="{FF2B5EF4-FFF2-40B4-BE49-F238E27FC236}">
                <a16:creationId xmlns:a16="http://schemas.microsoft.com/office/drawing/2014/main" id="{171AAC96-DAC6-C173-0226-88F1727597F3}"/>
              </a:ext>
            </a:extLst>
          </p:cNvPr>
          <p:cNvSpPr/>
          <p:nvPr/>
        </p:nvSpPr>
        <p:spPr>
          <a:xfrm>
            <a:off x="11711157" y="1832706"/>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Purchase Intent</a:t>
            </a:r>
          </a:p>
        </p:txBody>
      </p:sp>
      <p:sp>
        <p:nvSpPr>
          <p:cNvPr id="11" name="TextBox 10">
            <a:extLst>
              <a:ext uri="{FF2B5EF4-FFF2-40B4-BE49-F238E27FC236}">
                <a16:creationId xmlns:a16="http://schemas.microsoft.com/office/drawing/2014/main" id="{A3D8F1F0-743B-1AEA-D1C9-5C2CB9A19E96}"/>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B69400D0-422E-7FC0-0F38-32CF40F2B99A}"/>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49</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5E4BFA6F-90B6-A989-9493-AFE655EA06F6}"/>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600">
                <a:solidFill>
                  <a:srgbClr val="0070C0"/>
                </a:solidFill>
                <a:latin typeface="Avenir Next LT Pro" panose="020B0504020202020204" pitchFamily="34" charset="0"/>
              </a:rPr>
              <a:t>Among Total sample, 4.0 prototypes receive consistent rating on purchase intent compared to 4.0 control.</a:t>
            </a:r>
          </a:p>
        </p:txBody>
      </p:sp>
      <p:grpSp>
        <p:nvGrpSpPr>
          <p:cNvPr id="61" name="Group 60">
            <a:extLst>
              <a:ext uri="{FF2B5EF4-FFF2-40B4-BE49-F238E27FC236}">
                <a16:creationId xmlns:a16="http://schemas.microsoft.com/office/drawing/2014/main" id="{0D40BC7D-9031-1731-2A27-539C3F558E96}"/>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5173BAED-6A2C-4909-193C-E2543329AED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A41EE1E3-4330-D8F6-D49D-9D75A6FD6FF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1C54C62A-9079-6FD1-7AEB-C62B2EE049D4}"/>
              </a:ext>
            </a:extLst>
          </p:cNvPr>
          <p:cNvGrpSpPr/>
          <p:nvPr/>
        </p:nvGrpSpPr>
        <p:grpSpPr>
          <a:xfrm>
            <a:off x="11170452" y="3976351"/>
            <a:ext cx="3230077" cy="545303"/>
            <a:chOff x="107157" y="4978029"/>
            <a:chExt cx="2691728" cy="454419"/>
          </a:xfrm>
        </p:grpSpPr>
        <p:sp>
          <p:nvSpPr>
            <p:cNvPr id="78" name="TextBox 77">
              <a:extLst>
                <a:ext uri="{FF2B5EF4-FFF2-40B4-BE49-F238E27FC236}">
                  <a16:creationId xmlns:a16="http://schemas.microsoft.com/office/drawing/2014/main" id="{8A88DE5F-74AB-2F1E-A7C6-0FC7A7FBFCF8}"/>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6897C08B-F334-5AF1-4B19-B86C04C277AD}"/>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DEE8FEB6-98C0-878F-5EE4-C9937FBDCEB7}"/>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5530C406-6A5C-4F8C-1BD9-4870E76FD740}"/>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2" name="Group 1">
            <a:extLst>
              <a:ext uri="{FF2B5EF4-FFF2-40B4-BE49-F238E27FC236}">
                <a16:creationId xmlns:a16="http://schemas.microsoft.com/office/drawing/2014/main" id="{CFE2E8EF-9F00-89F2-D745-C02DDD427498}"/>
              </a:ext>
            </a:extLst>
          </p:cNvPr>
          <p:cNvGrpSpPr/>
          <p:nvPr/>
        </p:nvGrpSpPr>
        <p:grpSpPr>
          <a:xfrm>
            <a:off x="8684218" y="94368"/>
            <a:ext cx="5855930" cy="1551678"/>
            <a:chOff x="8684218" y="94368"/>
            <a:chExt cx="5855930" cy="1551678"/>
          </a:xfrm>
        </p:grpSpPr>
        <p:sp>
          <p:nvSpPr>
            <p:cNvPr id="4" name="Rectangle 3">
              <a:extLst>
                <a:ext uri="{FF2B5EF4-FFF2-40B4-BE49-F238E27FC236}">
                  <a16:creationId xmlns:a16="http://schemas.microsoft.com/office/drawing/2014/main" id="{6B26F554-F5F0-58D0-B78E-485867AF7F0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73FC8F1F-4673-3F89-59F5-B2AB992CFA9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E0F5BC0E-ACFE-0B1E-C8E6-DCB984E27DD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A85FE4E4-F703-9194-7093-AEBC0FF6B365}"/>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925193791"/>
      </p:ext>
    </p:extLst>
  </p:cSld>
  <p:clrMapOvr>
    <a:masterClrMapping/>
  </p:clrMapOvr>
  <p:extLst>
    <p:ext uri="{6950BFC3-D8DA-4A85-94F7-54DA5524770B}">
      <p188:commentRel xmlns:p188="http://schemas.microsoft.com/office/powerpoint/2018/8/main" r:id="rId3"/>
    </p:ext>
  </p:extLs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0B9554-C889-9AAE-9558-696A37673064}"/>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73B4A53-5E20-D2A7-162F-65829D8988F4}"/>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50F25AC5-D416-7308-57BB-A14423E0693C}"/>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8877955-2F76-757D-0D09-9037DDA370EE}"/>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9161AFF6-0C8B-10CB-52AE-AB1D3F7675C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78E0AD18-20E0-E62D-9D4A-293EC869CA69}"/>
              </a:ext>
            </a:extLst>
          </p:cNvPr>
          <p:cNvSpPr>
            <a:spLocks noGrp="1"/>
          </p:cNvSpPr>
          <p:nvPr>
            <p:ph type="body" sz="quarter" idx="15"/>
          </p:nvPr>
        </p:nvSpPr>
        <p:spPr>
          <a:xfrm>
            <a:off x="666391" y="807158"/>
            <a:ext cx="7860574" cy="842904"/>
          </a:xfrm>
          <a:ln>
            <a:solidFill>
              <a:schemeClr val="tx1"/>
            </a:solidFill>
          </a:ln>
        </p:spPr>
        <p:txBody>
          <a:bodyPr>
            <a:normAutofit/>
          </a:bodyPr>
          <a:lstStyle/>
          <a:p>
            <a:r>
              <a:rPr lang="en-US" sz="1800" b="0">
                <a:solidFill>
                  <a:srgbClr val="0070C0"/>
                </a:solidFill>
                <a:latin typeface="Avenir Next LT Pro" panose="020B0504020202020204" pitchFamily="34" charset="0"/>
              </a:rPr>
              <a:t>Among the total sample, a similar likelihood to recommend is seen across the 4.0 prototypes and Control.</a:t>
            </a:r>
          </a:p>
        </p:txBody>
      </p:sp>
      <p:graphicFrame>
        <p:nvGraphicFramePr>
          <p:cNvPr id="40" name="Table 10">
            <a:extLst>
              <a:ext uri="{FF2B5EF4-FFF2-40B4-BE49-F238E27FC236}">
                <a16:creationId xmlns:a16="http://schemas.microsoft.com/office/drawing/2014/main" id="{163C3AFA-6BB7-D6C3-8E81-EB479279889E}"/>
              </a:ext>
            </a:extLst>
          </p:cNvPr>
          <p:cNvGraphicFramePr>
            <a:graphicFrameLocks noGrp="1"/>
          </p:cNvGraphicFramePr>
          <p:nvPr>
            <p:extLst>
              <p:ext uri="{D42A27DB-BD31-4B8C-83A1-F6EECF244321}">
                <p14:modId xmlns:p14="http://schemas.microsoft.com/office/powerpoint/2010/main" val="3058640388"/>
              </p:ext>
            </p:extLst>
          </p:nvPr>
        </p:nvGraphicFramePr>
        <p:xfrm>
          <a:off x="1168400" y="2963840"/>
          <a:ext cx="10286799" cy="762000"/>
        </p:xfrm>
        <a:graphic>
          <a:graphicData uri="http://schemas.openxmlformats.org/drawingml/2006/table">
            <a:tbl>
              <a:tblPr firstRow="1" bandRow="1"/>
              <a:tblGrid>
                <a:gridCol w="2495550">
                  <a:extLst>
                    <a:ext uri="{9D8B030D-6E8A-4147-A177-3AD203B41FA5}">
                      <a16:colId xmlns:a16="http://schemas.microsoft.com/office/drawing/2014/main" val="1775160107"/>
                    </a:ext>
                  </a:extLst>
                </a:gridCol>
                <a:gridCol w="1638300">
                  <a:extLst>
                    <a:ext uri="{9D8B030D-6E8A-4147-A177-3AD203B41FA5}">
                      <a16:colId xmlns:a16="http://schemas.microsoft.com/office/drawing/2014/main" val="1227359485"/>
                    </a:ext>
                  </a:extLst>
                </a:gridCol>
                <a:gridCol w="2251075">
                  <a:extLst>
                    <a:ext uri="{9D8B030D-6E8A-4147-A177-3AD203B41FA5}">
                      <a16:colId xmlns:a16="http://schemas.microsoft.com/office/drawing/2014/main" val="1183472630"/>
                    </a:ext>
                  </a:extLst>
                </a:gridCol>
                <a:gridCol w="1536523">
                  <a:extLst>
                    <a:ext uri="{9D8B030D-6E8A-4147-A177-3AD203B41FA5}">
                      <a16:colId xmlns:a16="http://schemas.microsoft.com/office/drawing/2014/main" val="2941040911"/>
                    </a:ext>
                  </a:extLst>
                </a:gridCol>
                <a:gridCol w="2365351">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a:solidFill>
                            <a:srgbClr val="000000"/>
                          </a:solidFill>
                          <a:latin typeface="Avenir Next LT Pro" panose="020B0504020202020204" pitchFamily="34" charset="0"/>
                        </a:rPr>
                        <a:t>NPS Score </a:t>
                      </a:r>
                      <a:br>
                        <a:rPr lang="en-GB" sz="1600" b="1">
                          <a:solidFill>
                            <a:srgbClr val="000000"/>
                          </a:solidFill>
                          <a:latin typeface="Avenir Next LT Pro" panose="020B0504020202020204" pitchFamily="34" charset="0"/>
                        </a:rPr>
                      </a:br>
                      <a:r>
                        <a:rPr lang="en-GB" sz="1400" b="1">
                          <a:solidFill>
                            <a:srgbClr val="000000"/>
                          </a:solidFill>
                          <a:latin typeface="Avenir Next LT Pro" panose="020B0504020202020204" pitchFamily="34" charset="0"/>
                        </a:rPr>
                        <a:t>(Promoters minus Detractors)</a:t>
                      </a:r>
                      <a:endParaRPr lang="en-GB" sz="1600" b="1">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a:solidFill>
                            <a:srgbClr val="000000"/>
                          </a:solidFill>
                          <a:latin typeface="Avenir Next LT Pro" panose="020B0504020202020204" pitchFamily="34" charset="0"/>
                          <a:ea typeface="+mn-ea"/>
                          <a:cs typeface="+mn-cs"/>
                        </a:rPr>
                        <a:t>-4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-8</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42" name="TextBox 41">
            <a:extLst>
              <a:ext uri="{FF2B5EF4-FFF2-40B4-BE49-F238E27FC236}">
                <a16:creationId xmlns:a16="http://schemas.microsoft.com/office/drawing/2014/main" id="{BFA006F8-B72F-4ECF-4582-1BE33299E1AF}"/>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43" name="Group 42">
            <a:extLst>
              <a:ext uri="{FF2B5EF4-FFF2-40B4-BE49-F238E27FC236}">
                <a16:creationId xmlns:a16="http://schemas.microsoft.com/office/drawing/2014/main" id="{02E086F0-A400-15F4-6AD7-AD1A716C8B0A}"/>
              </a:ext>
            </a:extLst>
          </p:cNvPr>
          <p:cNvGrpSpPr/>
          <p:nvPr/>
        </p:nvGrpSpPr>
        <p:grpSpPr>
          <a:xfrm>
            <a:off x="7760381" y="7522648"/>
            <a:ext cx="3230077" cy="545303"/>
            <a:chOff x="107157" y="4978029"/>
            <a:chExt cx="2691728" cy="454419"/>
          </a:xfrm>
        </p:grpSpPr>
        <p:sp>
          <p:nvSpPr>
            <p:cNvPr id="44" name="TextBox 43">
              <a:extLst>
                <a:ext uri="{FF2B5EF4-FFF2-40B4-BE49-F238E27FC236}">
                  <a16:creationId xmlns:a16="http://schemas.microsoft.com/office/drawing/2014/main" id="{74535492-745C-7892-6DCA-90CE108A657B}"/>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1EB4E2E9-DE63-EE41-C779-7D02DA71DCEA}"/>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46" name="TextBox 45">
              <a:extLst>
                <a:ext uri="{FF2B5EF4-FFF2-40B4-BE49-F238E27FC236}">
                  <a16:creationId xmlns:a16="http://schemas.microsoft.com/office/drawing/2014/main" id="{CBF9447B-713C-A393-1878-14E89FC99477}"/>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A3F4E576-C13D-CC66-BC3D-4B03F6F1F475}"/>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pic>
        <p:nvPicPr>
          <p:cNvPr id="14" name="Picture 13">
            <a:extLst>
              <a:ext uri="{FF2B5EF4-FFF2-40B4-BE49-F238E27FC236}">
                <a16:creationId xmlns:a16="http://schemas.microsoft.com/office/drawing/2014/main" id="{DDB7884F-9E4D-1FE2-48B3-C73A8D22A151}"/>
              </a:ext>
            </a:extLst>
          </p:cNvPr>
          <p:cNvPicPr>
            <a:picLocks noChangeAspect="1"/>
          </p:cNvPicPr>
          <p:nvPr/>
        </p:nvPicPr>
        <p:blipFill>
          <a:blip r:embed="rId3"/>
          <a:stretch>
            <a:fillRect/>
          </a:stretch>
        </p:blipFill>
        <p:spPr>
          <a:xfrm>
            <a:off x="12758453" y="1432802"/>
            <a:ext cx="1273589" cy="949455"/>
          </a:xfrm>
          <a:prstGeom prst="rect">
            <a:avLst/>
          </a:prstGeom>
        </p:spPr>
      </p:pic>
      <p:grpSp>
        <p:nvGrpSpPr>
          <p:cNvPr id="6" name="Group 5">
            <a:extLst>
              <a:ext uri="{FF2B5EF4-FFF2-40B4-BE49-F238E27FC236}">
                <a16:creationId xmlns:a16="http://schemas.microsoft.com/office/drawing/2014/main" id="{4144BBBA-7C06-B7FC-289A-3AE375978A86}"/>
              </a:ext>
            </a:extLst>
          </p:cNvPr>
          <p:cNvGrpSpPr/>
          <p:nvPr/>
        </p:nvGrpSpPr>
        <p:grpSpPr>
          <a:xfrm>
            <a:off x="3175200" y="2443566"/>
            <a:ext cx="8280000" cy="5118838"/>
            <a:chOff x="2298001" y="2443566"/>
            <a:chExt cx="11749787" cy="5118838"/>
          </a:xfrm>
        </p:grpSpPr>
        <p:sp>
          <p:nvSpPr>
            <p:cNvPr id="2" name="Rectangle 1">
              <a:extLst>
                <a:ext uri="{FF2B5EF4-FFF2-40B4-BE49-F238E27FC236}">
                  <a16:creationId xmlns:a16="http://schemas.microsoft.com/office/drawing/2014/main" id="{4EA20612-6D43-E4DC-502D-0E299EABD126}"/>
                </a:ext>
              </a:extLst>
            </p:cNvPr>
            <p:cNvSpPr/>
            <p:nvPr/>
          </p:nvSpPr>
          <p:spPr>
            <a:xfrm>
              <a:off x="2414934" y="2443566"/>
              <a:ext cx="11632854"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6BF31EDE-8851-CCFE-D9C2-E0B4B0B2DF39}"/>
                </a:ext>
              </a:extLst>
            </p:cNvPr>
            <p:cNvGraphicFramePr/>
            <p:nvPr>
              <p:extLst>
                <p:ext uri="{D42A27DB-BD31-4B8C-83A1-F6EECF244321}">
                  <p14:modId xmlns:p14="http://schemas.microsoft.com/office/powerpoint/2010/main" val="3879501105"/>
                </p:ext>
              </p:extLst>
            </p:nvPr>
          </p:nvGraphicFramePr>
          <p:xfrm>
            <a:off x="2298001" y="3421273"/>
            <a:ext cx="11641837" cy="3962470"/>
          </p:xfrm>
          <a:graphic>
            <a:graphicData uri="http://schemas.openxmlformats.org/drawingml/2006/chart">
              <c:chart xmlns:c="http://schemas.openxmlformats.org/drawingml/2006/chart" xmlns:r="http://schemas.openxmlformats.org/officeDocument/2006/relationships" r:id="rId4"/>
            </a:graphicData>
          </a:graphic>
        </p:graphicFrame>
        <p:sp>
          <p:nvSpPr>
            <p:cNvPr id="39" name="TextBox 38">
              <a:extLst>
                <a:ext uri="{FF2B5EF4-FFF2-40B4-BE49-F238E27FC236}">
                  <a16:creationId xmlns:a16="http://schemas.microsoft.com/office/drawing/2014/main" id="{DAD1C7C6-8761-7062-EC66-AD51A30C7EA6}"/>
                </a:ext>
              </a:extLst>
            </p:cNvPr>
            <p:cNvSpPr txBox="1"/>
            <p:nvPr/>
          </p:nvSpPr>
          <p:spPr>
            <a:xfrm>
              <a:off x="6845515" y="2486381"/>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sp>
          <p:nvSpPr>
            <p:cNvPr id="5" name="TextBox 4">
              <a:extLst>
                <a:ext uri="{FF2B5EF4-FFF2-40B4-BE49-F238E27FC236}">
                  <a16:creationId xmlns:a16="http://schemas.microsoft.com/office/drawing/2014/main" id="{B63BF421-DDF2-EB40-DEFD-C2EC881B4BCD}"/>
                </a:ext>
              </a:extLst>
            </p:cNvPr>
            <p:cNvSpPr txBox="1"/>
            <p:nvPr/>
          </p:nvSpPr>
          <p:spPr>
            <a:xfrm>
              <a:off x="7145464" y="2853205"/>
              <a:ext cx="266630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grpSp>
        <p:nvGrpSpPr>
          <p:cNvPr id="3" name="Group 2">
            <a:extLst>
              <a:ext uri="{FF2B5EF4-FFF2-40B4-BE49-F238E27FC236}">
                <a16:creationId xmlns:a16="http://schemas.microsoft.com/office/drawing/2014/main" id="{93CD774C-D0D0-B590-DF7A-031C25836886}"/>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0273AF68-1E10-C5DB-183B-49A466016B0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6" name="TextBox 15">
              <a:extLst>
                <a:ext uri="{FF2B5EF4-FFF2-40B4-BE49-F238E27FC236}">
                  <a16:creationId xmlns:a16="http://schemas.microsoft.com/office/drawing/2014/main" id="{84DF2393-C42E-1965-496F-F540EF1FE12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2697438E-B5D0-BC1D-D5F7-644FEEFA4E6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E4C2C59E-4FF5-89D5-E3A3-B6257039F42A}"/>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28465421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1D626-DF63-ED6E-5745-23114A67277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7BA3608-6A3D-8A3C-DAAA-89421E23C4C8}"/>
              </a:ext>
            </a:extLst>
          </p:cNvPr>
          <p:cNvSpPr>
            <a:spLocks noGrp="1"/>
          </p:cNvSpPr>
          <p:nvPr>
            <p:ph type="sldNum" sz="quarter" idx="14"/>
          </p:nvPr>
        </p:nvSpPr>
        <p:spPr/>
        <p:txBody>
          <a:bodyPr/>
          <a:lstStyle/>
          <a:p>
            <a:fld id="{9BBCFCA3-D307-4DD3-86E3-CC1388E97AC0}" type="slidenum">
              <a:rPr lang="en-US" smtClean="0"/>
              <a:pPr/>
              <a:t>51</a:t>
            </a:fld>
            <a:endParaRPr lang="en-US"/>
          </a:p>
        </p:txBody>
      </p:sp>
      <p:grpSp>
        <p:nvGrpSpPr>
          <p:cNvPr id="10" name="Group 9">
            <a:extLst>
              <a:ext uri="{FF2B5EF4-FFF2-40B4-BE49-F238E27FC236}">
                <a16:creationId xmlns:a16="http://schemas.microsoft.com/office/drawing/2014/main" id="{DE1DDB18-3522-F87C-59B5-F65A8E60CF09}"/>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255C1A7B-94A0-88F1-2FF8-A2BE3200D302}"/>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AA9AC8F-E549-40C6-661E-B0CBA50076D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33157EB4-DC54-5F0E-B2E3-C9019A792D6F}"/>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C495E37F-0BF8-3B2E-2B7C-0AC6F536B322}"/>
              </a:ext>
            </a:extLst>
          </p:cNvPr>
          <p:cNvGraphicFramePr>
            <a:graphicFrameLocks noGrp="1"/>
          </p:cNvGraphicFramePr>
          <p:nvPr>
            <p:extLst>
              <p:ext uri="{D42A27DB-BD31-4B8C-83A1-F6EECF244321}">
                <p14:modId xmlns:p14="http://schemas.microsoft.com/office/powerpoint/2010/main" val="1248068753"/>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cold</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refreshing</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feeling thirsty</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crisp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to enjoy on its own</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great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delicious</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balanced taste with bubbles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70815756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goes well with my food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275817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bold taste/</a:t>
                      </a:r>
                      <a:r>
                        <a:rPr lang="en-IN" sz="1000" kern="0" dirty="0" err="1">
                          <a:solidFill>
                            <a:srgbClr val="000000"/>
                          </a:solidFill>
                          <a:effectLst/>
                          <a:latin typeface="Avenir Next LT Pro" panose="020B0504020202020204" pitchFamily="34" charset="0"/>
                          <a:cs typeface="Times New Roman" panose="02020603050405020304" pitchFamily="18" charset="0"/>
                        </a:rPr>
                        <a:t>flavor</a:t>
                      </a:r>
                      <a:endParaRPr lang="en-IN" sz="1000" kern="0" dirty="0">
                        <a:solidFill>
                          <a:srgbClr val="000000"/>
                        </a:solidFill>
                        <a:effectLst/>
                        <a:latin typeface="Avenir Next LT Pro" panose="020B0504020202020204" pitchFamily="34" charset="0"/>
                        <a:cs typeface="Times New Roman" panose="02020603050405020304" pitchFamily="18" charset="0"/>
                      </a:endParaRP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40909561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sugary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86633521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treat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15109959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taking a break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80390000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for someone like 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406254444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watching tv/mobile phone or playing a video game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3693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for sharing with family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07119912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have a craving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9693314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reward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192658358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brings me happiness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1774107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spend time with friends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156234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improve my mood / cheers me up</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1717664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stimulate / awaken my senses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840257577"/>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boost my energy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54139096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snack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567926274"/>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It's my habit / routine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91464365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a beverage </a:t>
                      </a:r>
                      <a:r>
                        <a:rPr lang="en-IN" sz="1000" kern="0" dirty="0" err="1">
                          <a:solidFill>
                            <a:srgbClr val="000000"/>
                          </a:solidFill>
                          <a:effectLst/>
                          <a:latin typeface="Avenir Next LT Pro" panose="020B0504020202020204" pitchFamily="34" charset="0"/>
                          <a:cs typeface="Times New Roman" panose="02020603050405020304" pitchFamily="18" charset="0"/>
                        </a:rPr>
                        <a:t>i'd</a:t>
                      </a:r>
                      <a:r>
                        <a:rPr lang="en-IN" sz="1000" kern="0" dirty="0">
                          <a:solidFill>
                            <a:srgbClr val="000000"/>
                          </a:solidFill>
                          <a:effectLst/>
                          <a:latin typeface="Avenir Next LT Pro" panose="020B0504020202020204" pitchFamily="34" charset="0"/>
                          <a:cs typeface="Times New Roman" panose="02020603050405020304" pitchFamily="18" charset="0"/>
                        </a:rPr>
                        <a:t> be proud to be seen drinking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90095090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provides a morning and/or afternoon boost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49052722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self-care / relaxing moment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9990168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doing homework or working late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191754748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me stay awake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42608549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try something new / different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88868630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clear my mind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dirty="0">
                          <a:latin typeface="Avenir Next LT Pro" panose="020B0504020202020204" pitchFamily="34" charset="0"/>
                        </a:rPr>
                        <a:t>Average JTBD top box agreement</a:t>
                      </a:r>
                    </a:p>
                  </a:txBody>
                  <a:tcPr marL="108000"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1"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1097280" rtl="0" eaLnBrk="1" fontAlgn="b" latinLnBrk="0" hangingPunct="1">
                        <a:buNone/>
                      </a:pPr>
                      <a:r>
                        <a:rPr kumimoji="0" lang="en-IN" sz="10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1097280" rtl="0" eaLnBrk="1" fontAlgn="b" latinLnBrk="0" hangingPunct="1">
                        <a:buNone/>
                      </a:pPr>
                      <a:r>
                        <a:rPr kumimoji="0" lang="en-IN" sz="10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1097280" rtl="0" eaLnBrk="1" fontAlgn="b" latinLnBrk="0" hangingPunct="1">
                        <a:buNone/>
                      </a:pPr>
                      <a:r>
                        <a:rPr kumimoji="0" lang="en-IN" sz="10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2E2D0BE0-68C3-C2E6-40F8-FFBD5D4F40C9}"/>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6D64A15C-0688-DB18-49CC-7B933BDC8718}"/>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B5F7DB03-7AC9-C45A-F1F9-E142EE473A5A}"/>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38744C80-501D-3FEB-9E66-710A8FDD64B6}"/>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E6100059-8396-9285-61A7-C008C5208692}"/>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04B95278-CBE8-8718-B394-69665ABA75C2}"/>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4976889C-5D37-58B7-6C30-712453C3CDFC}"/>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9D2D06F4-3393-F3E3-293A-23FA515A0395}"/>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7B711531-2711-FD01-AD36-69F798071481}"/>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0BC53CEF-4C87-EC01-C00C-EAF5EE32E8C7}"/>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585B35F9-7904-1AFC-BAC0-410DA051FEAB}"/>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8E26B89E-2755-F920-C87A-1760697E800A}"/>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2011BCE0-6F26-F471-41A3-4E75251E6B42}"/>
              </a:ext>
            </a:extLst>
          </p:cNvPr>
          <p:cNvSpPr txBox="1"/>
          <p:nvPr/>
        </p:nvSpPr>
        <p:spPr>
          <a:xfrm>
            <a:off x="582632" y="1764867"/>
            <a:ext cx="1498167" cy="215444"/>
          </a:xfrm>
          <a:prstGeom prst="rect">
            <a:avLst/>
          </a:prstGeom>
          <a:solidFill>
            <a:srgbClr val="000000"/>
          </a:solidFill>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chemeClr val="bg1"/>
                </a:solidFill>
                <a:effectLst/>
                <a:uLnTx/>
                <a:uFillTx/>
                <a:latin typeface="Avenir Next LT Pro" panose="020B0504020202020204" pitchFamily="34" charset="0"/>
              </a:rPr>
              <a:t>TOTAL SAMPLE</a:t>
            </a:r>
          </a:p>
        </p:txBody>
      </p:sp>
      <p:grpSp>
        <p:nvGrpSpPr>
          <p:cNvPr id="25" name="Group 24">
            <a:extLst>
              <a:ext uri="{FF2B5EF4-FFF2-40B4-BE49-F238E27FC236}">
                <a16:creationId xmlns:a16="http://schemas.microsoft.com/office/drawing/2014/main" id="{766A6F55-D2C6-2C73-673D-FCAAA30046F3}"/>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4E0A9804-7AEC-A55D-65D6-028A0EEA5F65}"/>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9B83BBF7-E743-2A99-3656-2460679F19FE}"/>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1A03C490-A024-BEBB-B50B-B4E7FBE26443}"/>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EC5E1575-DB05-1E74-4A20-429E6BC66E16}"/>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6" name="Group 5">
            <a:extLst>
              <a:ext uri="{FF2B5EF4-FFF2-40B4-BE49-F238E27FC236}">
                <a16:creationId xmlns:a16="http://schemas.microsoft.com/office/drawing/2014/main" id="{61997911-53CE-1609-62D2-F63DAA0F2CAA}"/>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51C3017A-3946-8051-FEFA-9F8289BDC2E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D6FC8129-78CB-88F2-05FD-D31AB51145C6}"/>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F66C258D-8E50-A623-F016-3C6F4CD67C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6723816E-0B8C-AA5B-82FA-942617ADE95E}"/>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92481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A2837C-96F3-5419-1511-E2DECBFCAE22}"/>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39EE2E4-658F-1D81-1AFF-122FB0A2882B}"/>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C58BE7EE-8B11-C916-B7E1-DFEC34D58BC5}"/>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FC4CC4E2-9969-8BA1-CC40-F0775143F5A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A97C5F49-6384-F121-8E93-2713C7F927B6}"/>
                </a:ext>
              </a:extLst>
            </p:cNvPr>
            <p:cNvGraphicFramePr/>
            <p:nvPr>
              <p:extLst>
                <p:ext uri="{D42A27DB-BD31-4B8C-83A1-F6EECF244321}">
                  <p14:modId xmlns:p14="http://schemas.microsoft.com/office/powerpoint/2010/main" val="2120503059"/>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CC66BA58-9E05-E900-529B-3E6701BD3068}"/>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4" name="Rectangle 63">
            <a:extLst>
              <a:ext uri="{FF2B5EF4-FFF2-40B4-BE49-F238E27FC236}">
                <a16:creationId xmlns:a16="http://schemas.microsoft.com/office/drawing/2014/main" id="{08F61423-BE21-FE58-54A8-EB50FE26B3E3}"/>
              </a:ext>
            </a:extLst>
          </p:cNvPr>
          <p:cNvSpPr/>
          <p:nvPr/>
        </p:nvSpPr>
        <p:spPr>
          <a:xfrm>
            <a:off x="11701785" y="4194143"/>
            <a:ext cx="219456" cy="219456"/>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487DB646-C31B-5C96-C5B2-EA93858D5264}"/>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FC8D7F78-7DA3-C7E9-997A-5E8C9B4CF325}"/>
              </a:ext>
            </a:extLst>
          </p:cNvPr>
          <p:cNvSpPr/>
          <p:nvPr/>
        </p:nvSpPr>
        <p:spPr>
          <a:xfrm>
            <a:off x="11701785" y="4855610"/>
            <a:ext cx="219456" cy="219456"/>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E3D7452F-A9E1-D53A-621A-7FC0079B95D8}"/>
              </a:ext>
            </a:extLst>
          </p:cNvPr>
          <p:cNvSpPr/>
          <p:nvPr/>
        </p:nvSpPr>
        <p:spPr>
          <a:xfrm>
            <a:off x="11701785" y="5184526"/>
            <a:ext cx="219456" cy="219456"/>
          </a:xfrm>
          <a:prstGeom prst="rect">
            <a:avLst/>
          </a:prstGeom>
          <a:solidFill>
            <a:srgbClr val="E581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522DF094-E2BA-8107-BD76-14AADE12C6F5}"/>
              </a:ext>
            </a:extLst>
          </p:cNvPr>
          <p:cNvSpPr/>
          <p:nvPr/>
        </p:nvSpPr>
        <p:spPr>
          <a:xfrm>
            <a:off x="11700880" y="4517393"/>
            <a:ext cx="219456" cy="219456"/>
          </a:xfrm>
          <a:prstGeom prst="rect">
            <a:avLst/>
          </a:prstGeom>
          <a:solidFill>
            <a:srgbClr val="0070C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4A9F9610-7D3B-FAB4-C516-CFAA0D2E467D}"/>
              </a:ext>
            </a:extLst>
          </p:cNvPr>
          <p:cNvSpPr txBox="1"/>
          <p:nvPr/>
        </p:nvSpPr>
        <p:spPr>
          <a:xfrm>
            <a:off x="5866278" y="2297712"/>
            <a:ext cx="2312522" cy="326898"/>
          </a:xfrm>
          <a:prstGeom prst="roundRect">
            <a:avLst/>
          </a:prstGeom>
          <a:solidFill>
            <a:schemeClr val="tx1"/>
          </a:solidFill>
        </p:spPr>
        <p:txBody>
          <a:bodyPr wrap="square" lIns="0" tIns="0" rIns="0" bIns="0" rtlCol="0" anchor="ctr">
            <a:spAutoFit/>
          </a:bodyPr>
          <a:lstStyle/>
          <a:p>
            <a:pPr lvl="0" algn="ctr" defTabSz="1097280">
              <a:defRPr/>
            </a:pPr>
            <a:r>
              <a:rPr lang="en-US" sz="1920" b="1" kern="0" dirty="0">
                <a:solidFill>
                  <a:srgbClr val="FFFFFF"/>
                </a:solidFill>
                <a:latin typeface="Avenir Next LT Pro" panose="020B0504020202020204" pitchFamily="34" charset="0"/>
              </a:rPr>
              <a:t>TOTAL SAMPLE</a:t>
            </a:r>
          </a:p>
        </p:txBody>
      </p:sp>
      <p:sp>
        <p:nvSpPr>
          <p:cNvPr id="70" name="Rectangle 69">
            <a:extLst>
              <a:ext uri="{FF2B5EF4-FFF2-40B4-BE49-F238E27FC236}">
                <a16:creationId xmlns:a16="http://schemas.microsoft.com/office/drawing/2014/main" id="{08546A32-1271-294D-A243-CCBA9CA9CCB8}"/>
              </a:ext>
            </a:extLst>
          </p:cNvPr>
          <p:cNvSpPr/>
          <p:nvPr/>
        </p:nvSpPr>
        <p:spPr>
          <a:xfrm>
            <a:off x="11700880" y="5513441"/>
            <a:ext cx="219456" cy="21945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747DD74D-0C4C-2399-CEDC-B9ADA1073F5B}"/>
              </a:ext>
            </a:extLst>
          </p:cNvPr>
          <p:cNvSpPr txBox="1"/>
          <p:nvPr/>
        </p:nvSpPr>
        <p:spPr>
          <a:xfrm>
            <a:off x="11872632" y="4171169"/>
            <a:ext cx="2141551" cy="258532"/>
          </a:xfrm>
          <a:prstGeom prst="rect">
            <a:avLst/>
          </a:prstGeom>
          <a:noFill/>
        </p:spPr>
        <p:txBody>
          <a:bodyPr wrap="square" rtlCol="0">
            <a:spAutoFit/>
          </a:bodyPr>
          <a:lstStyle/>
          <a:p>
            <a:r>
              <a:rPr lang="en-US" sz="1080">
                <a:latin typeface="Avenir Next LT Pro" panose="020B0504020202020204" pitchFamily="34" charset="0"/>
              </a:rPr>
              <a:t>Coca-Cola</a:t>
            </a:r>
          </a:p>
        </p:txBody>
      </p:sp>
      <p:sp>
        <p:nvSpPr>
          <p:cNvPr id="72" name="TextBox 71">
            <a:extLst>
              <a:ext uri="{FF2B5EF4-FFF2-40B4-BE49-F238E27FC236}">
                <a16:creationId xmlns:a16="http://schemas.microsoft.com/office/drawing/2014/main" id="{CBE76962-0890-51A2-16C0-6214E7BB8057}"/>
              </a:ext>
            </a:extLst>
          </p:cNvPr>
          <p:cNvSpPr txBox="1"/>
          <p:nvPr/>
        </p:nvSpPr>
        <p:spPr>
          <a:xfrm>
            <a:off x="11872632" y="4502133"/>
            <a:ext cx="2141551" cy="258532"/>
          </a:xfrm>
          <a:prstGeom prst="rect">
            <a:avLst/>
          </a:prstGeom>
          <a:noFill/>
        </p:spPr>
        <p:txBody>
          <a:bodyPr wrap="square" rtlCol="0">
            <a:spAutoFit/>
          </a:bodyPr>
          <a:lstStyle/>
          <a:p>
            <a:r>
              <a:rPr lang="en-US" sz="1080">
                <a:latin typeface="Avenir Next LT Pro" panose="020B0504020202020204" pitchFamily="34" charset="0"/>
              </a:rPr>
              <a:t>Pepsi</a:t>
            </a:r>
          </a:p>
        </p:txBody>
      </p:sp>
      <p:sp>
        <p:nvSpPr>
          <p:cNvPr id="73" name="TextBox 72">
            <a:extLst>
              <a:ext uri="{FF2B5EF4-FFF2-40B4-BE49-F238E27FC236}">
                <a16:creationId xmlns:a16="http://schemas.microsoft.com/office/drawing/2014/main" id="{3D800612-D9D5-75D1-946C-D96C90485564}"/>
              </a:ext>
            </a:extLst>
          </p:cNvPr>
          <p:cNvSpPr txBox="1"/>
          <p:nvPr/>
        </p:nvSpPr>
        <p:spPr>
          <a:xfrm>
            <a:off x="11872632" y="4830510"/>
            <a:ext cx="2141551" cy="258532"/>
          </a:xfrm>
          <a:prstGeom prst="rect">
            <a:avLst/>
          </a:prstGeom>
          <a:noFill/>
        </p:spPr>
        <p:txBody>
          <a:bodyPr wrap="square" rtlCol="0">
            <a:spAutoFit/>
          </a:bodyPr>
          <a:lstStyle/>
          <a:p>
            <a:r>
              <a:rPr lang="en-US" sz="1080" dirty="0" err="1">
                <a:latin typeface="Avenir Next LT Pro" panose="020B0504020202020204" pitchFamily="34" charset="0"/>
              </a:rPr>
              <a:t>Fentimans</a:t>
            </a:r>
            <a:endParaRPr lang="en-US" sz="1080" dirty="0">
              <a:latin typeface="Avenir Next LT Pro" panose="020B0504020202020204" pitchFamily="34" charset="0"/>
            </a:endParaRPr>
          </a:p>
        </p:txBody>
      </p:sp>
      <p:sp>
        <p:nvSpPr>
          <p:cNvPr id="74" name="TextBox 73">
            <a:extLst>
              <a:ext uri="{FF2B5EF4-FFF2-40B4-BE49-F238E27FC236}">
                <a16:creationId xmlns:a16="http://schemas.microsoft.com/office/drawing/2014/main" id="{D1254AB1-DF7A-88E1-9E9C-29806B32FF42}"/>
              </a:ext>
            </a:extLst>
          </p:cNvPr>
          <p:cNvSpPr txBox="1"/>
          <p:nvPr/>
        </p:nvSpPr>
        <p:spPr>
          <a:xfrm>
            <a:off x="11872632" y="5173914"/>
            <a:ext cx="2141551" cy="258532"/>
          </a:xfrm>
          <a:prstGeom prst="rect">
            <a:avLst/>
          </a:prstGeom>
          <a:noFill/>
        </p:spPr>
        <p:txBody>
          <a:bodyPr wrap="square" rtlCol="0">
            <a:spAutoFit/>
          </a:bodyPr>
          <a:lstStyle/>
          <a:p>
            <a:r>
              <a:rPr lang="en-US" sz="1080" dirty="0">
                <a:latin typeface="Avenir Next LT Pro" panose="020B0504020202020204" pitchFamily="34" charset="0"/>
              </a:rPr>
              <a:t>Green Cola</a:t>
            </a:r>
          </a:p>
        </p:txBody>
      </p:sp>
      <p:sp>
        <p:nvSpPr>
          <p:cNvPr id="75" name="TextBox 74">
            <a:extLst>
              <a:ext uri="{FF2B5EF4-FFF2-40B4-BE49-F238E27FC236}">
                <a16:creationId xmlns:a16="http://schemas.microsoft.com/office/drawing/2014/main" id="{BCBF5B5F-E574-B6C2-AF40-422A3AFFDA49}"/>
              </a:ext>
            </a:extLst>
          </p:cNvPr>
          <p:cNvSpPr txBox="1"/>
          <p:nvPr/>
        </p:nvSpPr>
        <p:spPr>
          <a:xfrm>
            <a:off x="11872632" y="5499791"/>
            <a:ext cx="2141551" cy="258532"/>
          </a:xfrm>
          <a:prstGeom prst="rect">
            <a:avLst/>
          </a:prstGeom>
          <a:noFill/>
        </p:spPr>
        <p:txBody>
          <a:bodyPr wrap="square" rtlCol="0">
            <a:spAutoFit/>
          </a:bodyPr>
          <a:lstStyle/>
          <a:p>
            <a:r>
              <a:rPr lang="en-US" sz="1080">
                <a:latin typeface="Avenir Next LT Pro" panose="020B0504020202020204" pitchFamily="34" charset="0"/>
              </a:rPr>
              <a:t>Other Mentions</a:t>
            </a:r>
          </a:p>
        </p:txBody>
      </p:sp>
      <p:sp>
        <p:nvSpPr>
          <p:cNvPr id="76" name="Rectangle 75">
            <a:extLst>
              <a:ext uri="{FF2B5EF4-FFF2-40B4-BE49-F238E27FC236}">
                <a16:creationId xmlns:a16="http://schemas.microsoft.com/office/drawing/2014/main" id="{B0C92E5A-CB40-4761-8CAC-DEF863273D1F}"/>
              </a:ext>
            </a:extLst>
          </p:cNvPr>
          <p:cNvSpPr/>
          <p:nvPr/>
        </p:nvSpPr>
        <p:spPr>
          <a:xfrm>
            <a:off x="11635308" y="3815820"/>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Brand</a:t>
            </a:r>
          </a:p>
        </p:txBody>
      </p:sp>
      <p:sp>
        <p:nvSpPr>
          <p:cNvPr id="11" name="TextBox 10">
            <a:extLst>
              <a:ext uri="{FF2B5EF4-FFF2-40B4-BE49-F238E27FC236}">
                <a16:creationId xmlns:a16="http://schemas.microsoft.com/office/drawing/2014/main" id="{76F1E167-D233-350E-E3FB-79A703E3E53D}"/>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A6E933B3-7538-C865-895A-0C6D627D695F}"/>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52</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7D2FAD6C-A1BC-0D5A-4D13-0DD536461456}"/>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53E39E9F-364C-5E6F-F004-11D201F7EB81}"/>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4F9C7D64-2C64-936F-1C17-4F014037238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043B378E-1040-5F74-9701-8460CAAA07A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31E2B9FB-3CAB-8765-AB52-A508588FD398}"/>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544379E6-CB4E-687A-3C12-5B830E7A3B1C}"/>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FF59908C-C458-D9AD-8D17-4927B7751BCB}"/>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FFB6ECD7-3F33-CA02-F2AA-C26E310A0E11}"/>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6B73EB93-C78A-A7AD-5D51-7FA4CFC9EE46}"/>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4" name="TextBox 3">
            <a:extLst>
              <a:ext uri="{FF2B5EF4-FFF2-40B4-BE49-F238E27FC236}">
                <a16:creationId xmlns:a16="http://schemas.microsoft.com/office/drawing/2014/main" id="{8BF0719C-7FF8-6473-94E9-4C8E1A4B1601}"/>
              </a:ext>
            </a:extLst>
          </p:cNvPr>
          <p:cNvSpPr txBox="1"/>
          <p:nvPr/>
        </p:nvSpPr>
        <p:spPr>
          <a:xfrm>
            <a:off x="4969464" y="2848428"/>
            <a:ext cx="3572501" cy="326898"/>
          </a:xfrm>
          <a:prstGeom prst="roundRect">
            <a:avLst/>
          </a:prstGeom>
          <a:noFill/>
        </p:spPr>
        <p:txBody>
          <a:bodyPr wrap="square" lIns="0" tIns="0" rIns="0" bIns="0" rtlCol="0" anchor="ctr">
            <a:spAutoFit/>
          </a:bodyPr>
          <a:lstStyle/>
          <a:p>
            <a:pPr algn="ctr" defTabSz="1097280">
              <a:defRPr/>
            </a:pPr>
            <a:r>
              <a:rPr lang="en-US" sz="1920" b="1" kern="0">
                <a:latin typeface="Avenir Next LT Pro" panose="020B0504020202020204" pitchFamily="34" charset="0"/>
              </a:rPr>
              <a:t>“Has a Real_______Taste”</a:t>
            </a:r>
          </a:p>
        </p:txBody>
      </p:sp>
      <p:grpSp>
        <p:nvGrpSpPr>
          <p:cNvPr id="2" name="Group 1">
            <a:extLst>
              <a:ext uri="{FF2B5EF4-FFF2-40B4-BE49-F238E27FC236}">
                <a16:creationId xmlns:a16="http://schemas.microsoft.com/office/drawing/2014/main" id="{7395C74C-ED62-D5E0-72A4-81638E86A9C7}"/>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7683FF7E-633C-E1E5-2D72-3CFAE7FD962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10E87A1F-F0A8-B32C-6C08-E56DE62A8FA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7" name="Picture 6" descr="A bottle of soda with a red label&#10;&#10;Description automatically generated">
              <a:extLst>
                <a:ext uri="{FF2B5EF4-FFF2-40B4-BE49-F238E27FC236}">
                  <a16:creationId xmlns:a16="http://schemas.microsoft.com/office/drawing/2014/main" id="{282F6F47-C614-8A69-68C0-8C172982A2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21A07817-49D4-969D-AF5D-3259AD60B0DC}"/>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7222147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C02D4E-C22A-B877-8CE3-49B498896EF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2FCBA969-E4CA-D52C-471F-B83285299485}"/>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AD157489-C2C2-08BF-AF23-A21707415918}"/>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E8C8F35A-BE03-2AE3-4FB1-93B60116B43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BD56F6D6-AC41-F9EC-3249-7486260C3C02}"/>
                </a:ext>
              </a:extLst>
            </p:cNvPr>
            <p:cNvGraphicFramePr/>
            <p:nvPr>
              <p:extLst>
                <p:ext uri="{D42A27DB-BD31-4B8C-83A1-F6EECF244321}">
                  <p14:modId xmlns:p14="http://schemas.microsoft.com/office/powerpoint/2010/main" val="2493456182"/>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C08B06D3-FFAD-D3EA-B3E5-6E2374B76A40}"/>
                </a:ext>
              </a:extLst>
            </p:cNvPr>
            <p:cNvSpPr txBox="1"/>
            <p:nvPr/>
          </p:nvSpPr>
          <p:spPr>
            <a:xfrm>
              <a:off x="2678096" y="2051329"/>
              <a:ext cx="1244956"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B69D4FD5-2A79-9310-0BF2-B8192D15302A}"/>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A9422842-C546-FAD2-C9C1-D9B5E464081D}"/>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9817B785-FA95-E6BF-8020-D2616A509336}"/>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7DA153AC-FB7A-76DC-B606-C7008EA29701}"/>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AD45BFFF-1428-25AE-609A-83C46467254E}"/>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72" name="TextBox 71">
            <a:extLst>
              <a:ext uri="{FF2B5EF4-FFF2-40B4-BE49-F238E27FC236}">
                <a16:creationId xmlns:a16="http://schemas.microsoft.com/office/drawing/2014/main" id="{1CE25A0C-B5D6-A7FD-0C47-F38F47EA9148}"/>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73" name="TextBox 72">
            <a:extLst>
              <a:ext uri="{FF2B5EF4-FFF2-40B4-BE49-F238E27FC236}">
                <a16:creationId xmlns:a16="http://schemas.microsoft.com/office/drawing/2014/main" id="{70C4F8A8-7678-1896-8100-36A300A36CDF}"/>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6" name="Rectangle 75">
            <a:extLst>
              <a:ext uri="{FF2B5EF4-FFF2-40B4-BE49-F238E27FC236}">
                <a16:creationId xmlns:a16="http://schemas.microsoft.com/office/drawing/2014/main" id="{C7C1600C-2B8C-17F7-29D3-D33B7FAAA529}"/>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456A87BC-4E00-E80E-9F04-A938F29DB7C2}"/>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2C8CDCFD-FB44-3D37-DC85-B1DEA7F112E7}"/>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72A020AA-BB2A-7E7F-02F7-96ECC409FA1E}"/>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Prototypes 222</a:t>
            </a:r>
            <a:r>
              <a:rPr lang="en-US" sz="1600">
                <a:solidFill>
                  <a:srgbClr val="0070C0"/>
                </a:solidFill>
                <a:latin typeface="Avenir Next LT Pro" panose="020B0504020202020204" pitchFamily="34" charset="0"/>
              </a:rPr>
              <a:t>, 107</a:t>
            </a: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 and 577 show weaker association with “Coca-Cola Zero Sugar” compared to 4.0 Control.</a:t>
            </a:r>
          </a:p>
        </p:txBody>
      </p:sp>
      <p:grpSp>
        <p:nvGrpSpPr>
          <p:cNvPr id="61" name="Group 60">
            <a:extLst>
              <a:ext uri="{FF2B5EF4-FFF2-40B4-BE49-F238E27FC236}">
                <a16:creationId xmlns:a16="http://schemas.microsoft.com/office/drawing/2014/main" id="{14A94E3E-2CDD-55E8-2292-B4DB09AD851E}"/>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11B28B4B-A4EC-19EF-8316-8E94C007D107}"/>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72B21CA9-C9BF-2363-5909-CAAF61C6147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209AD37F-D3FD-628C-2E29-0A21A9935678}"/>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9F192E58-09F7-70DC-CDB6-8E3152369376}"/>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A2D50EBD-9A82-9E9B-E559-7C2936210E1E}"/>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953D5629-0260-5FB7-559F-92BBF0624AB3}"/>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3761DE8F-D3A1-3653-AA2C-7A5B958CE11D}"/>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53BD35BE-268B-C64D-E652-7009DCEB6F62}"/>
              </a:ext>
            </a:extLst>
          </p:cNvPr>
          <p:cNvSpPr txBox="1"/>
          <p:nvPr/>
        </p:nvSpPr>
        <p:spPr>
          <a:xfrm>
            <a:off x="5875851" y="2746381"/>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Coca-Cola</a:t>
            </a:r>
          </a:p>
        </p:txBody>
      </p:sp>
      <p:graphicFrame>
        <p:nvGraphicFramePr>
          <p:cNvPr id="25" name="Table 24">
            <a:extLst>
              <a:ext uri="{FF2B5EF4-FFF2-40B4-BE49-F238E27FC236}">
                <a16:creationId xmlns:a16="http://schemas.microsoft.com/office/drawing/2014/main" id="{B9B0C226-E538-C897-2476-381370066FA5}"/>
              </a:ext>
            </a:extLst>
          </p:cNvPr>
          <p:cNvGraphicFramePr>
            <a:graphicFrameLocks noGrp="1"/>
          </p:cNvGraphicFramePr>
          <p:nvPr>
            <p:extLst>
              <p:ext uri="{D42A27DB-BD31-4B8C-83A1-F6EECF244321}">
                <p14:modId xmlns:p14="http://schemas.microsoft.com/office/powerpoint/2010/main" val="2160852537"/>
              </p:ext>
            </p:extLst>
          </p:nvPr>
        </p:nvGraphicFramePr>
        <p:xfrm>
          <a:off x="646199" y="3192117"/>
          <a:ext cx="10125001" cy="323088"/>
        </p:xfrm>
        <a:graphic>
          <a:graphicData uri="http://schemas.openxmlformats.org/drawingml/2006/table">
            <a:tbl>
              <a:tblPr firstRow="1" bandRow="1">
                <a:tableStyleId>{5940675A-B579-460E-94D1-54222C63F5DA}</a:tableStyleId>
              </a:tblPr>
              <a:tblGrid>
                <a:gridCol w="2032201">
                  <a:extLst>
                    <a:ext uri="{9D8B030D-6E8A-4147-A177-3AD203B41FA5}">
                      <a16:colId xmlns:a16="http://schemas.microsoft.com/office/drawing/2014/main" val="1775160107"/>
                    </a:ext>
                  </a:extLst>
                </a:gridCol>
                <a:gridCol w="2296800">
                  <a:extLst>
                    <a:ext uri="{9D8B030D-6E8A-4147-A177-3AD203B41FA5}">
                      <a16:colId xmlns:a16="http://schemas.microsoft.com/office/drawing/2014/main" val="1116568623"/>
                    </a:ext>
                  </a:extLst>
                </a:gridCol>
                <a:gridCol w="1648800">
                  <a:extLst>
                    <a:ext uri="{9D8B030D-6E8A-4147-A177-3AD203B41FA5}">
                      <a16:colId xmlns:a16="http://schemas.microsoft.com/office/drawing/2014/main" val="2398132556"/>
                    </a:ext>
                  </a:extLst>
                </a:gridCol>
                <a:gridCol w="2309815">
                  <a:extLst>
                    <a:ext uri="{9D8B030D-6E8A-4147-A177-3AD203B41FA5}">
                      <a16:colId xmlns:a16="http://schemas.microsoft.com/office/drawing/2014/main" val="831300297"/>
                    </a:ext>
                  </a:extLst>
                </a:gridCol>
                <a:gridCol w="1837385">
                  <a:extLst>
                    <a:ext uri="{9D8B030D-6E8A-4147-A177-3AD203B41FA5}">
                      <a16:colId xmlns:a16="http://schemas.microsoft.com/office/drawing/2014/main" val="278717131"/>
                    </a:ext>
                  </a:extLst>
                </a:gridCol>
              </a:tblGrid>
              <a:tr h="198783">
                <a:tc>
                  <a:txBody>
                    <a:bodyPr/>
                    <a:lstStyle/>
                    <a:p>
                      <a:r>
                        <a:rPr lang="en-US" sz="1400" b="1">
                          <a:latin typeface="Avenir Next LT Pro" panose="020B0504020202020204" pitchFamily="34" charset="0"/>
                        </a:rPr>
                        <a:t>Coca-Cola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5" name="TextBox 14">
            <a:extLst>
              <a:ext uri="{FF2B5EF4-FFF2-40B4-BE49-F238E27FC236}">
                <a16:creationId xmlns:a16="http://schemas.microsoft.com/office/drawing/2014/main" id="{BB7DEC67-AE76-99AF-AF7F-BAD0D335ACA6}"/>
              </a:ext>
            </a:extLst>
          </p:cNvPr>
          <p:cNvSpPr txBox="1"/>
          <p:nvPr/>
        </p:nvSpPr>
        <p:spPr>
          <a:xfrm>
            <a:off x="5654841" y="2230412"/>
            <a:ext cx="2435059" cy="340519"/>
          </a:xfrm>
          <a:prstGeom prst="roundRect">
            <a:avLst/>
          </a:prstGeom>
          <a:solidFill>
            <a:schemeClr val="tx1"/>
          </a:solidFill>
        </p:spPr>
        <p:txBody>
          <a:bodyPr wrap="square" lIns="0" tIns="0" rIns="0" bIns="0" rtlCol="0" anchor="ctr">
            <a:spAutoFit/>
          </a:bodyPr>
          <a:lstStyle/>
          <a:p>
            <a:pPr lvl="0" algn="ctr" defTabSz="1097280">
              <a:defRPr/>
            </a:pPr>
            <a:r>
              <a:rPr lang="en-US" sz="2000" b="1" kern="0" dirty="0">
                <a:solidFill>
                  <a:srgbClr val="FFFFFF"/>
                </a:solidFill>
                <a:latin typeface="Avenir Next LT Pro" panose="020B0504020202020204" pitchFamily="34" charset="0"/>
              </a:rPr>
              <a:t>TOTAL SAMPLE</a:t>
            </a:r>
          </a:p>
        </p:txBody>
      </p:sp>
      <p:grpSp>
        <p:nvGrpSpPr>
          <p:cNvPr id="2" name="Group 1">
            <a:extLst>
              <a:ext uri="{FF2B5EF4-FFF2-40B4-BE49-F238E27FC236}">
                <a16:creationId xmlns:a16="http://schemas.microsoft.com/office/drawing/2014/main" id="{5229C44C-9A34-40C4-C3E9-512F34234D7C}"/>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7924A51B-7171-9A5D-621C-25ED4A310AB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E97615F8-17A1-E284-8EBC-94E4EB75930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7" name="Picture 6" descr="A bottle of soda with a red label&#10;&#10;Description automatically generated">
              <a:extLst>
                <a:ext uri="{FF2B5EF4-FFF2-40B4-BE49-F238E27FC236}">
                  <a16:creationId xmlns:a16="http://schemas.microsoft.com/office/drawing/2014/main" id="{E6FBA53A-2E68-80DE-C8C3-B8E205CDC44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8" name="Picture 7" descr="A flag on a button&#10;&#10;Description automatically generated">
              <a:extLst>
                <a:ext uri="{FF2B5EF4-FFF2-40B4-BE49-F238E27FC236}">
                  <a16:creationId xmlns:a16="http://schemas.microsoft.com/office/drawing/2014/main" id="{1514D35F-41C1-51B9-BB0E-D8A43432EF0C}"/>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63920418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0D3972-4114-E83D-E448-CC2A48CF8961}"/>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C4936C7D-B308-F81B-0484-5B8FB7E938C3}"/>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BDBF2FE5-4CC4-8BCD-431E-E3FCA715C700}"/>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50DEF415-5392-65D0-072B-D9363A6562FF}"/>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8C6C44E9-A15A-AE9B-B566-9A98C35EC5FF}"/>
                </a:ext>
              </a:extLst>
            </p:cNvPr>
            <p:cNvGraphicFramePr/>
            <p:nvPr>
              <p:extLst>
                <p:ext uri="{D42A27DB-BD31-4B8C-83A1-F6EECF244321}">
                  <p14:modId xmlns:p14="http://schemas.microsoft.com/office/powerpoint/2010/main" val="438535742"/>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DEC0CD22-8A72-2A7E-6E90-230798DEB920}"/>
                </a:ext>
              </a:extLst>
            </p:cNvPr>
            <p:cNvSpPr txBox="1"/>
            <p:nvPr/>
          </p:nvSpPr>
          <p:spPr>
            <a:xfrm>
              <a:off x="2678090" y="2051329"/>
              <a:ext cx="1244957"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ACB257F8-14DD-B7EB-2747-D8641C6E8888}"/>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0BA48BF2-C902-7565-852F-7D591653A2A5}"/>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FB1306B8-8DED-A885-8707-5993A0289C97}"/>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D5226C49-3F28-026B-0106-A1CE2DAE73BF}"/>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1E0EA1F9-24B6-2DA6-42B5-4B37E90727A2}"/>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72" name="TextBox 71">
            <a:extLst>
              <a:ext uri="{FF2B5EF4-FFF2-40B4-BE49-F238E27FC236}">
                <a16:creationId xmlns:a16="http://schemas.microsoft.com/office/drawing/2014/main" id="{25DE42E3-B9FA-8E9B-C251-637DC96E0066}"/>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73" name="TextBox 72">
            <a:extLst>
              <a:ext uri="{FF2B5EF4-FFF2-40B4-BE49-F238E27FC236}">
                <a16:creationId xmlns:a16="http://schemas.microsoft.com/office/drawing/2014/main" id="{A3A12B4E-58C4-AF34-1362-62826E81F4E2}"/>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76" name="Rectangle 75">
            <a:extLst>
              <a:ext uri="{FF2B5EF4-FFF2-40B4-BE49-F238E27FC236}">
                <a16:creationId xmlns:a16="http://schemas.microsoft.com/office/drawing/2014/main" id="{7DC70027-56A9-76AD-DA10-0A2A806162C0}"/>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96962B7F-1E01-0DA8-5186-5C0302E15944}"/>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DD9FEFA6-1575-FE5D-04FE-CB66DB3BE8A3}"/>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FE7F9A8E-A874-F693-2B3B-FF0A19615831}"/>
              </a:ext>
            </a:extLst>
          </p:cNvPr>
          <p:cNvSpPr txBox="1">
            <a:spLocks/>
          </p:cNvSpPr>
          <p:nvPr/>
        </p:nvSpPr>
        <p:spPr>
          <a:xfrm>
            <a:off x="666391" y="676995"/>
            <a:ext cx="7812140" cy="971237"/>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lang="en-US" sz="1600">
                <a:solidFill>
                  <a:srgbClr val="0070C0"/>
                </a:solidFill>
                <a:latin typeface="Avenir Next LT Pro" panose="020B0504020202020204" pitchFamily="34" charset="0"/>
              </a:rPr>
              <a:t>Prototype 107 has significantly higher perceptions of Pepsi brand than Control. Rest of the prototypes are on par with the Control.</a:t>
            </a:r>
            <a:endPar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endParaRPr>
          </a:p>
        </p:txBody>
      </p:sp>
      <p:grpSp>
        <p:nvGrpSpPr>
          <p:cNvPr id="61" name="Group 60">
            <a:extLst>
              <a:ext uri="{FF2B5EF4-FFF2-40B4-BE49-F238E27FC236}">
                <a16:creationId xmlns:a16="http://schemas.microsoft.com/office/drawing/2014/main" id="{78F630D5-BEC7-E76A-995A-F13C1BD65980}"/>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3DA4D533-2043-6731-723F-9053AB1F0B5A}"/>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EB7AB5A6-F6F2-091A-FEB3-2DDCE5D1BB6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7C5D3EA1-9AE8-E50C-D1A7-961EEA96605C}"/>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968E014B-3974-9A91-DE11-39963AB6E103}"/>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D058EA1D-D56B-0209-9857-B6E1BD7C42CD}"/>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E6D0EBCF-3E29-8BDE-CD1B-EEA51818094C}"/>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20C1DC54-6330-766C-533C-11E7A0C428C0}"/>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C19587C1-7730-1845-A04D-E5E477F994BD}"/>
              </a:ext>
            </a:extLst>
          </p:cNvPr>
          <p:cNvSpPr txBox="1"/>
          <p:nvPr/>
        </p:nvSpPr>
        <p:spPr>
          <a:xfrm>
            <a:off x="5875851" y="2762726"/>
            <a:ext cx="1833258" cy="326898"/>
          </a:xfrm>
          <a:prstGeom prst="roundRect">
            <a:avLst/>
          </a:prstGeom>
          <a:noFill/>
          <a:ln>
            <a:solidFill>
              <a:srgbClr val="002060"/>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Pepsi</a:t>
            </a:r>
          </a:p>
        </p:txBody>
      </p:sp>
      <p:graphicFrame>
        <p:nvGraphicFramePr>
          <p:cNvPr id="5" name="Table 4">
            <a:extLst>
              <a:ext uri="{FF2B5EF4-FFF2-40B4-BE49-F238E27FC236}">
                <a16:creationId xmlns:a16="http://schemas.microsoft.com/office/drawing/2014/main" id="{9C3F24F4-1502-4CA8-8C7D-CEC4C3CC8A1A}"/>
              </a:ext>
            </a:extLst>
          </p:cNvPr>
          <p:cNvGraphicFramePr>
            <a:graphicFrameLocks noGrp="1"/>
          </p:cNvGraphicFramePr>
          <p:nvPr>
            <p:extLst>
              <p:ext uri="{D42A27DB-BD31-4B8C-83A1-F6EECF244321}">
                <p14:modId xmlns:p14="http://schemas.microsoft.com/office/powerpoint/2010/main" val="1414524094"/>
              </p:ext>
            </p:extLst>
          </p:nvPr>
        </p:nvGraphicFramePr>
        <p:xfrm>
          <a:off x="646199" y="3192117"/>
          <a:ext cx="10067401" cy="323088"/>
        </p:xfrm>
        <a:graphic>
          <a:graphicData uri="http://schemas.openxmlformats.org/drawingml/2006/table">
            <a:tbl>
              <a:tblPr firstRow="1" bandRow="1">
                <a:tableStyleId>{5940675A-B579-460E-94D1-54222C63F5DA}</a:tableStyleId>
              </a:tblPr>
              <a:tblGrid>
                <a:gridCol w="2003401">
                  <a:extLst>
                    <a:ext uri="{9D8B030D-6E8A-4147-A177-3AD203B41FA5}">
                      <a16:colId xmlns:a16="http://schemas.microsoft.com/office/drawing/2014/main" val="1775160107"/>
                    </a:ext>
                  </a:extLst>
                </a:gridCol>
                <a:gridCol w="2152800">
                  <a:extLst>
                    <a:ext uri="{9D8B030D-6E8A-4147-A177-3AD203B41FA5}">
                      <a16:colId xmlns:a16="http://schemas.microsoft.com/office/drawing/2014/main" val="1116568623"/>
                    </a:ext>
                  </a:extLst>
                </a:gridCol>
                <a:gridCol w="1951200">
                  <a:extLst>
                    <a:ext uri="{9D8B030D-6E8A-4147-A177-3AD203B41FA5}">
                      <a16:colId xmlns:a16="http://schemas.microsoft.com/office/drawing/2014/main" val="2398132556"/>
                    </a:ext>
                  </a:extLst>
                </a:gridCol>
                <a:gridCol w="2133068">
                  <a:extLst>
                    <a:ext uri="{9D8B030D-6E8A-4147-A177-3AD203B41FA5}">
                      <a16:colId xmlns:a16="http://schemas.microsoft.com/office/drawing/2014/main" val="831300297"/>
                    </a:ext>
                  </a:extLst>
                </a:gridCol>
                <a:gridCol w="1826932">
                  <a:extLst>
                    <a:ext uri="{9D8B030D-6E8A-4147-A177-3AD203B41FA5}">
                      <a16:colId xmlns:a16="http://schemas.microsoft.com/office/drawing/2014/main" val="278717131"/>
                    </a:ext>
                  </a:extLst>
                </a:gridCol>
              </a:tblGrid>
              <a:tr h="198783">
                <a:tc>
                  <a:txBody>
                    <a:bodyPr/>
                    <a:lstStyle/>
                    <a:p>
                      <a:r>
                        <a:rPr lang="en-US" sz="1400" b="1">
                          <a:latin typeface="Avenir Next LT Pro" panose="020B0504020202020204" pitchFamily="34" charset="0"/>
                        </a:rPr>
                        <a:t>Pepsi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3" name="TextBox 12">
            <a:extLst>
              <a:ext uri="{FF2B5EF4-FFF2-40B4-BE49-F238E27FC236}">
                <a16:creationId xmlns:a16="http://schemas.microsoft.com/office/drawing/2014/main" id="{03372571-431E-9752-D568-A1620C338ED5}"/>
              </a:ext>
            </a:extLst>
          </p:cNvPr>
          <p:cNvSpPr txBox="1"/>
          <p:nvPr/>
        </p:nvSpPr>
        <p:spPr>
          <a:xfrm>
            <a:off x="5654841" y="2249255"/>
            <a:ext cx="2409659" cy="326898"/>
          </a:xfrm>
          <a:prstGeom prst="roundRect">
            <a:avLst/>
          </a:prstGeom>
          <a:solidFill>
            <a:schemeClr val="tx1"/>
          </a:solidFill>
        </p:spPr>
        <p:txBody>
          <a:bodyPr wrap="square" lIns="0" tIns="0" rIns="0" bIns="0" rtlCol="0" anchor="ctr">
            <a:spAutoFit/>
          </a:bodyPr>
          <a:lstStyle/>
          <a:p>
            <a:pPr lvl="0" algn="ctr" defTabSz="1097280">
              <a:defRPr/>
            </a:pPr>
            <a:r>
              <a:rPr lang="en-US" sz="1920" b="1" kern="0" dirty="0">
                <a:solidFill>
                  <a:srgbClr val="FFFFFF"/>
                </a:solidFill>
                <a:latin typeface="Avenir Next LT Pro" panose="020B0504020202020204" pitchFamily="34" charset="0"/>
              </a:rPr>
              <a:t>TOTAL SAMPLE</a:t>
            </a:r>
          </a:p>
        </p:txBody>
      </p:sp>
      <p:grpSp>
        <p:nvGrpSpPr>
          <p:cNvPr id="2" name="Group 1">
            <a:extLst>
              <a:ext uri="{FF2B5EF4-FFF2-40B4-BE49-F238E27FC236}">
                <a16:creationId xmlns:a16="http://schemas.microsoft.com/office/drawing/2014/main" id="{BE792468-AB51-D86D-768D-2F7E3FD1D9C9}"/>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20506524-3ED4-B6FB-519B-569B5A0CF15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585291B5-ABF5-123C-697B-9FFE7B01E7F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F7887568-1E73-ACCD-3557-E997EF10CE7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2A35C0A5-7D3D-C46A-189B-FF50E35C68AB}"/>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6449586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5E7A57-DF2A-1CE0-938B-27CEC0E8420F}"/>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AA1E0C6B-B2FA-9E33-C70E-B6226A363E6C}"/>
              </a:ext>
            </a:extLst>
          </p:cNvPr>
          <p:cNvSpPr>
            <a:spLocks noGrp="1"/>
          </p:cNvSpPr>
          <p:nvPr>
            <p:ph type="ctrTitle"/>
          </p:nvPr>
        </p:nvSpPr>
        <p:spPr>
          <a:xfrm>
            <a:off x="601852" y="2865842"/>
            <a:ext cx="13716000" cy="1354217"/>
          </a:xfrm>
        </p:spPr>
        <p:txBody>
          <a:bodyPr/>
          <a:lstStyle/>
          <a:p>
            <a:r>
              <a:rPr lang="en-US" sz="4400"/>
              <a:t>TOTAL SAMPLE Results</a:t>
            </a:r>
            <a:br>
              <a:rPr lang="en-US" sz="4400"/>
            </a:br>
            <a:r>
              <a:rPr lang="en-US" sz="4400"/>
              <a:t>(4.0 Prototypes vs. Each Other)</a:t>
            </a:r>
          </a:p>
        </p:txBody>
      </p:sp>
      <p:sp>
        <p:nvSpPr>
          <p:cNvPr id="4" name="Slide Number Placeholder 3">
            <a:extLst>
              <a:ext uri="{FF2B5EF4-FFF2-40B4-BE49-F238E27FC236}">
                <a16:creationId xmlns:a16="http://schemas.microsoft.com/office/drawing/2014/main" id="{5B17E073-F833-38CC-8982-4880BAFDCEEE}"/>
              </a:ext>
            </a:extLst>
          </p:cNvPr>
          <p:cNvSpPr>
            <a:spLocks noGrp="1"/>
          </p:cNvSpPr>
          <p:nvPr>
            <p:ph type="sldNum" sz="quarter" idx="14"/>
          </p:nvPr>
        </p:nvSpPr>
        <p:spPr/>
        <p:txBody>
          <a:bodyPr/>
          <a:lstStyle/>
          <a:p>
            <a:fld id="{9BBCFCA3-D307-4DD3-86E3-CC1388E97AC0}" type="slidenum">
              <a:rPr lang="en-US" smtClean="0"/>
              <a:pPr/>
              <a:t>55</a:t>
            </a:fld>
            <a:endParaRPr lang="en-US"/>
          </a:p>
        </p:txBody>
      </p:sp>
      <p:grpSp>
        <p:nvGrpSpPr>
          <p:cNvPr id="2" name="Group 1">
            <a:extLst>
              <a:ext uri="{FF2B5EF4-FFF2-40B4-BE49-F238E27FC236}">
                <a16:creationId xmlns:a16="http://schemas.microsoft.com/office/drawing/2014/main" id="{A419C040-D739-AC1B-87E2-4362D025ADA7}"/>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CFA898A5-5EE2-0CE3-167F-A20AEDC2BCE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0" name="TextBox 9">
              <a:extLst>
                <a:ext uri="{FF2B5EF4-FFF2-40B4-BE49-F238E27FC236}">
                  <a16:creationId xmlns:a16="http://schemas.microsoft.com/office/drawing/2014/main" id="{F69EBD29-BFB9-23E9-874D-6D5916B7AF6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1" name="Picture 10" descr="A bottle of soda with a red label&#10;&#10;Description automatically generated">
              <a:extLst>
                <a:ext uri="{FF2B5EF4-FFF2-40B4-BE49-F238E27FC236}">
                  <a16:creationId xmlns:a16="http://schemas.microsoft.com/office/drawing/2014/main" id="{D3F92B13-E67E-F8F0-9C04-26EF1E52483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2" name="Picture 11" descr="A flag on a button&#10;&#10;Description automatically generated">
              <a:extLst>
                <a:ext uri="{FF2B5EF4-FFF2-40B4-BE49-F238E27FC236}">
                  <a16:creationId xmlns:a16="http://schemas.microsoft.com/office/drawing/2014/main" id="{8893B784-1F30-0771-8511-76F59CB38537}"/>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03807938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1DB12B-4A54-A6D2-7A46-EC1F1312F84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2FCEE29-D41D-8C94-0FAC-44B0ECB5A605}"/>
              </a:ext>
            </a:extLst>
          </p:cNvPr>
          <p:cNvSpPr>
            <a:spLocks noGrp="1"/>
          </p:cNvSpPr>
          <p:nvPr>
            <p:ph type="sldNum" sz="quarter" idx="14"/>
          </p:nvPr>
        </p:nvSpPr>
        <p:spPr/>
        <p:txBody>
          <a:bodyPr/>
          <a:lstStyle/>
          <a:p>
            <a:fld id="{9BBCFCA3-D307-4DD3-86E3-CC1388E97AC0}" type="slidenum">
              <a:rPr lang="en-US" smtClean="0"/>
              <a:pPr/>
              <a:t>56</a:t>
            </a:fld>
            <a:endParaRPr lang="en-US"/>
          </a:p>
        </p:txBody>
      </p:sp>
      <p:grpSp>
        <p:nvGrpSpPr>
          <p:cNvPr id="10" name="Group 9">
            <a:extLst>
              <a:ext uri="{FF2B5EF4-FFF2-40B4-BE49-F238E27FC236}">
                <a16:creationId xmlns:a16="http://schemas.microsoft.com/office/drawing/2014/main" id="{7BF2E4EC-D1F5-B206-65B0-FCB7CDCEB0F1}"/>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ABDACA0C-E8C3-49E9-80F2-4D687F2E9AD1}"/>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F235886B-54F7-9511-20C1-3955D04722F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8D12FA96-3125-84F0-21CA-AC7AF6FE4B45}"/>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B08A303F-97A5-3752-99E1-9FA697F189E7}"/>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15C9F171-ECAE-1C1F-1134-62A23428E4F6}"/>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2CDDC7E7-A57B-CC35-A49B-9A3A2B5A8B78}"/>
              </a:ext>
            </a:extLst>
          </p:cNvPr>
          <p:cNvGraphicFramePr>
            <a:graphicFrameLocks noGrp="1"/>
          </p:cNvGraphicFramePr>
          <p:nvPr>
            <p:extLst>
              <p:ext uri="{D42A27DB-BD31-4B8C-83A1-F6EECF244321}">
                <p14:modId xmlns:p14="http://schemas.microsoft.com/office/powerpoint/2010/main" val="2974326999"/>
              </p:ext>
            </p:extLst>
          </p:nvPr>
        </p:nvGraphicFramePr>
        <p:xfrm>
          <a:off x="3571726" y="2397542"/>
          <a:ext cx="7486948" cy="3566160"/>
        </p:xfrm>
        <a:graphic>
          <a:graphicData uri="http://schemas.openxmlformats.org/drawingml/2006/table">
            <a:tbl>
              <a:tblPr firstRow="1" bandRow="1">
                <a:tableStyleId>{5C22544A-7EE6-4342-B048-85BDC9FD1C3A}</a:tableStyleId>
              </a:tblPr>
              <a:tblGrid>
                <a:gridCol w="2458402">
                  <a:extLst>
                    <a:ext uri="{9D8B030D-6E8A-4147-A177-3AD203B41FA5}">
                      <a16:colId xmlns:a16="http://schemas.microsoft.com/office/drawing/2014/main" val="665467437"/>
                    </a:ext>
                  </a:extLst>
                </a:gridCol>
                <a:gridCol w="1676182">
                  <a:extLst>
                    <a:ext uri="{9D8B030D-6E8A-4147-A177-3AD203B41FA5}">
                      <a16:colId xmlns:a16="http://schemas.microsoft.com/office/drawing/2014/main" val="2678574176"/>
                    </a:ext>
                  </a:extLst>
                </a:gridCol>
                <a:gridCol w="1676182">
                  <a:extLst>
                    <a:ext uri="{9D8B030D-6E8A-4147-A177-3AD203B41FA5}">
                      <a16:colId xmlns:a16="http://schemas.microsoft.com/office/drawing/2014/main" val="364985952"/>
                    </a:ext>
                  </a:extLst>
                </a:gridCol>
                <a:gridCol w="1676182">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0080">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0080">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90146513-67B4-5771-9DB8-4D86B6B76E67}"/>
              </a:ext>
            </a:extLst>
          </p:cNvPr>
          <p:cNvSpPr txBox="1"/>
          <p:nvPr/>
        </p:nvSpPr>
        <p:spPr>
          <a:xfrm>
            <a:off x="3917852" y="2486208"/>
            <a:ext cx="1885064" cy="276999"/>
          </a:xfrm>
          <a:prstGeom prst="rect">
            <a:avLst/>
          </a:prstGeom>
          <a:noFill/>
        </p:spPr>
        <p:txBody>
          <a:bodyPr wrap="square" lIns="0" tIns="0" rIns="0" bIns="0" rtlCol="0">
            <a:spAutoFit/>
          </a:bodyPr>
          <a:lstStyle/>
          <a:p>
            <a:pPr algn="ctr" defTabSz="548640">
              <a:defRPr/>
            </a:pPr>
            <a:r>
              <a:rPr lang="en-US" b="1" kern="0">
                <a:solidFill>
                  <a:srgbClr val="000000"/>
                </a:solidFill>
                <a:latin typeface="Avenir Next LT Pro" panose="020B0504020202020204" pitchFamily="34" charset="0"/>
              </a:rPr>
              <a:t>TOTAL SAMPLE</a:t>
            </a:r>
            <a:endParaRPr lang="en-US" sz="1600" b="1" kern="0">
              <a:solidFill>
                <a:srgbClr val="000000"/>
              </a:solidFill>
              <a:latin typeface="Avenir Next LT Pro" panose="020B0504020202020204" pitchFamily="34" charset="0"/>
            </a:endParaRPr>
          </a:p>
        </p:txBody>
      </p:sp>
      <p:grpSp>
        <p:nvGrpSpPr>
          <p:cNvPr id="3" name="Group 2">
            <a:extLst>
              <a:ext uri="{FF2B5EF4-FFF2-40B4-BE49-F238E27FC236}">
                <a16:creationId xmlns:a16="http://schemas.microsoft.com/office/drawing/2014/main" id="{4BE170ED-0C90-656B-DD8D-9B54899DF10D}"/>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B6E6914B-81DE-8482-7A48-7AC11ABC8DC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386DCDFE-0FAD-826F-E193-28B123A600E7}"/>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A2E69CB5-98A5-4C9E-8AB2-9AF606A0DF0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7077F57B-C2F5-6E2E-B312-CC69788B2E06}"/>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2777204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A6D9DC-D5E9-8B03-35B6-490FA0E49E7E}"/>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EF0986EF-DA5E-FB9D-78DA-B7D1A1AB12B6}"/>
              </a:ext>
            </a:extLst>
          </p:cNvPr>
          <p:cNvGraphicFramePr>
            <a:graphicFrameLocks noGrp="1"/>
          </p:cNvGraphicFramePr>
          <p:nvPr>
            <p:extLst>
              <p:ext uri="{D42A27DB-BD31-4B8C-83A1-F6EECF244321}">
                <p14:modId xmlns:p14="http://schemas.microsoft.com/office/powerpoint/2010/main" val="4210897256"/>
              </p:ext>
            </p:extLst>
          </p:nvPr>
        </p:nvGraphicFramePr>
        <p:xfrm>
          <a:off x="4459842" y="2883129"/>
          <a:ext cx="5710717" cy="2926080"/>
        </p:xfrm>
        <a:graphic>
          <a:graphicData uri="http://schemas.openxmlformats.org/drawingml/2006/table">
            <a:tbl>
              <a:tblPr firstRow="1" bandRow="1">
                <a:tableStyleId>{5C22544A-7EE6-4342-B048-85BDC9FD1C3A}</a:tableStyleId>
              </a:tblPr>
              <a:tblGrid>
                <a:gridCol w="2039542">
                  <a:extLst>
                    <a:ext uri="{9D8B030D-6E8A-4147-A177-3AD203B41FA5}">
                      <a16:colId xmlns:a16="http://schemas.microsoft.com/office/drawing/2014/main" val="665467437"/>
                    </a:ext>
                  </a:extLst>
                </a:gridCol>
                <a:gridCol w="1223725">
                  <a:extLst>
                    <a:ext uri="{9D8B030D-6E8A-4147-A177-3AD203B41FA5}">
                      <a16:colId xmlns:a16="http://schemas.microsoft.com/office/drawing/2014/main" val="2678574176"/>
                    </a:ext>
                  </a:extLst>
                </a:gridCol>
                <a:gridCol w="1223725">
                  <a:extLst>
                    <a:ext uri="{9D8B030D-6E8A-4147-A177-3AD203B41FA5}">
                      <a16:colId xmlns:a16="http://schemas.microsoft.com/office/drawing/2014/main" val="364985952"/>
                    </a:ext>
                  </a:extLst>
                </a:gridCol>
                <a:gridCol w="1223725">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(T2B)</a:t>
                      </a:r>
                      <a:endParaRPr lang="en-GB" sz="1200" b="1">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5242264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Meeting Expectation</a:t>
                      </a:r>
                      <a:br>
                        <a:rPr lang="en-GB" sz="1200" b="1">
                          <a:latin typeface="Avenir Next LT Pro" panose="020B0504020202020204" pitchFamily="34" charset="0"/>
                        </a:rPr>
                      </a:br>
                      <a:r>
                        <a:rPr lang="en-GB" sz="1200" b="1">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r h="640080">
                <a:tc>
                  <a:txBody>
                    <a:bodyPr/>
                    <a:lstStyle/>
                    <a:p>
                      <a:pPr algn="ctr"/>
                      <a:r>
                        <a:rPr lang="en-GB" sz="1200" b="1">
                          <a:latin typeface="Avenir Next LT Pro" panose="020B0504020202020204" pitchFamily="34" charset="0"/>
                        </a:rPr>
                        <a:t>Net Promoter Score</a:t>
                      </a:r>
                      <a:br>
                        <a:rPr lang="en-GB" sz="1200" b="1">
                          <a:latin typeface="Avenir Next LT Pro" panose="020B0504020202020204" pitchFamily="34" charset="0"/>
                        </a:rPr>
                      </a:br>
                      <a:r>
                        <a:rPr lang="en-GB" sz="1200" b="1">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535708962"/>
                  </a:ext>
                </a:extLst>
              </a:tr>
            </a:tbl>
          </a:graphicData>
        </a:graphic>
      </p:graphicFrame>
      <p:sp>
        <p:nvSpPr>
          <p:cNvPr id="4" name="Slide Number Placeholder 3">
            <a:extLst>
              <a:ext uri="{FF2B5EF4-FFF2-40B4-BE49-F238E27FC236}">
                <a16:creationId xmlns:a16="http://schemas.microsoft.com/office/drawing/2014/main" id="{CD3042E4-CE33-7833-D821-5A4D9AAA9CC0}"/>
              </a:ext>
            </a:extLst>
          </p:cNvPr>
          <p:cNvSpPr>
            <a:spLocks noGrp="1"/>
          </p:cNvSpPr>
          <p:nvPr>
            <p:ph type="sldNum" sz="quarter" idx="14"/>
          </p:nvPr>
        </p:nvSpPr>
        <p:spPr/>
        <p:txBody>
          <a:bodyPr/>
          <a:lstStyle/>
          <a:p>
            <a:fld id="{9BBCFCA3-D307-4DD3-86E3-CC1388E97AC0}" type="slidenum">
              <a:rPr lang="en-US" smtClean="0"/>
              <a:pPr/>
              <a:t>57</a:t>
            </a:fld>
            <a:endParaRPr lang="en-US"/>
          </a:p>
        </p:txBody>
      </p:sp>
      <p:grpSp>
        <p:nvGrpSpPr>
          <p:cNvPr id="10" name="Group 9">
            <a:extLst>
              <a:ext uri="{FF2B5EF4-FFF2-40B4-BE49-F238E27FC236}">
                <a16:creationId xmlns:a16="http://schemas.microsoft.com/office/drawing/2014/main" id="{4397831F-3392-9AB9-E6A9-33D63448321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DD072CB-B3E9-8DA2-A9C6-E3AF7E3F640A}"/>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4080661-9669-45A3-9DDF-BA6DB445FB7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E11A003E-FF83-7931-5EA0-082B9DAF73C8}"/>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A70EA592-3320-93D6-2C4C-EBA510CDF999}"/>
              </a:ext>
            </a:extLst>
          </p:cNvPr>
          <p:cNvSpPr txBox="1"/>
          <p:nvPr/>
        </p:nvSpPr>
        <p:spPr>
          <a:xfrm>
            <a:off x="4426539" y="2893809"/>
            <a:ext cx="2020682" cy="307777"/>
          </a:xfrm>
          <a:prstGeom prst="rect">
            <a:avLst/>
          </a:prstGeom>
          <a:noFill/>
        </p:spPr>
        <p:txBody>
          <a:bodyPr wrap="square" lIns="0" tIns="0" rIns="0" bIns="0" rtlCol="0">
            <a:spAutoFit/>
          </a:bodyPr>
          <a:lstStyle/>
          <a:p>
            <a:pPr algn="ctr" defTabSz="548640">
              <a:defRPr/>
            </a:pPr>
            <a:r>
              <a:rPr lang="en-US" sz="2000" b="1" kern="0">
                <a:solidFill>
                  <a:srgbClr val="000000"/>
                </a:solidFill>
                <a:latin typeface="Avenir Next LT Pro" panose="020B0504020202020204" pitchFamily="34" charset="0"/>
              </a:rPr>
              <a:t>TOTAL SAMPLE</a:t>
            </a:r>
            <a:endParaRPr lang="en-US" b="1" kern="0">
              <a:solidFill>
                <a:srgbClr val="000000"/>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57DEF077-FD46-7986-2AC0-B484B833440C}"/>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sp>
        <p:nvSpPr>
          <p:cNvPr id="3" name="TextBox 2">
            <a:extLst>
              <a:ext uri="{FF2B5EF4-FFF2-40B4-BE49-F238E27FC236}">
                <a16:creationId xmlns:a16="http://schemas.microsoft.com/office/drawing/2014/main" id="{56289BD6-7C90-8F3B-1124-E8A544F998A0}"/>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4B15271F-757A-C6EA-BAF8-A939B5CE47AD}"/>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6C2A3CD9-3D0F-B600-81B1-36A4715BECF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0E7319CF-F63D-4B06-33C3-DC6FE475BB4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20BA9EC6-6BD3-1418-DFCB-911BCC9EFF9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59B4F758-6FD1-203A-D773-7BD83D9CCCFD}"/>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0434160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EF2920-F488-C343-A39C-8615AC157E1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2CFFB10-CC55-A42D-A6EC-EF58C2918720}"/>
              </a:ext>
            </a:extLst>
          </p:cNvPr>
          <p:cNvSpPr>
            <a:spLocks noGrp="1"/>
          </p:cNvSpPr>
          <p:nvPr>
            <p:ph type="sldNum" sz="quarter" idx="14"/>
          </p:nvPr>
        </p:nvSpPr>
        <p:spPr/>
        <p:txBody>
          <a:bodyPr/>
          <a:lstStyle/>
          <a:p>
            <a:fld id="{9BBCFCA3-D307-4DD3-86E3-CC1388E97AC0}" type="slidenum">
              <a:rPr lang="en-US" smtClean="0"/>
              <a:pPr/>
              <a:t>58</a:t>
            </a:fld>
            <a:endParaRPr lang="en-US"/>
          </a:p>
        </p:txBody>
      </p:sp>
      <p:sp>
        <p:nvSpPr>
          <p:cNvPr id="5" name="Text Placeholder 4">
            <a:extLst>
              <a:ext uri="{FF2B5EF4-FFF2-40B4-BE49-F238E27FC236}">
                <a16:creationId xmlns:a16="http://schemas.microsoft.com/office/drawing/2014/main" id="{F6A19D9F-8A0B-3686-E4CC-16D5D6E35E16}"/>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No significant differences emerge across the 4.0 Prototypes for Sensory Appeal.</a:t>
            </a:r>
          </a:p>
        </p:txBody>
      </p:sp>
      <p:grpSp>
        <p:nvGrpSpPr>
          <p:cNvPr id="2" name="Group 1">
            <a:extLst>
              <a:ext uri="{FF2B5EF4-FFF2-40B4-BE49-F238E27FC236}">
                <a16:creationId xmlns:a16="http://schemas.microsoft.com/office/drawing/2014/main" id="{2D195A66-5AB1-39DD-8E5C-F74371432D24}"/>
              </a:ext>
            </a:extLst>
          </p:cNvPr>
          <p:cNvGrpSpPr/>
          <p:nvPr/>
        </p:nvGrpSpPr>
        <p:grpSpPr>
          <a:xfrm>
            <a:off x="3288492" y="2421215"/>
            <a:ext cx="8028000" cy="4924646"/>
            <a:chOff x="531863" y="1967463"/>
            <a:chExt cx="5331526" cy="4128790"/>
          </a:xfrm>
        </p:grpSpPr>
        <p:sp>
          <p:nvSpPr>
            <p:cNvPr id="3" name="Rectangle 2">
              <a:extLst>
                <a:ext uri="{FF2B5EF4-FFF2-40B4-BE49-F238E27FC236}">
                  <a16:creationId xmlns:a16="http://schemas.microsoft.com/office/drawing/2014/main" id="{E2B046EA-DD00-AC21-F04D-AFE3FDA213B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62E39431-D411-3FF8-C0AA-59C30F8D8BDB}"/>
                </a:ext>
              </a:extLst>
            </p:cNvPr>
            <p:cNvGraphicFramePr/>
            <p:nvPr>
              <p:extLst>
                <p:ext uri="{D42A27DB-BD31-4B8C-83A1-F6EECF244321}">
                  <p14:modId xmlns:p14="http://schemas.microsoft.com/office/powerpoint/2010/main" val="65058749"/>
                </p:ext>
              </p:extLst>
            </p:nvPr>
          </p:nvGraphicFramePr>
          <p:xfrm>
            <a:off x="572170" y="3163078"/>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6D9EB309-D243-DB6D-9A1F-323DF39AFDA5}"/>
                </a:ext>
              </a:extLst>
            </p:cNvPr>
            <p:cNvSpPr txBox="1"/>
            <p:nvPr/>
          </p:nvSpPr>
          <p:spPr>
            <a:xfrm>
              <a:off x="1675052" y="2049369"/>
              <a:ext cx="3260283"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a:t>
              </a:r>
              <a:r>
                <a:rPr lang="en-US" sz="1600" b="1" kern="0">
                  <a:solidFill>
                    <a:srgbClr val="000000">
                      <a:lumMod val="50000"/>
                      <a:lumOff val="50000"/>
                    </a:srgbClr>
                  </a:solidFill>
                  <a:latin typeface="Avenir Next LT Pro" panose="020B0504020202020204" pitchFamily="34" charset="0"/>
                </a:rPr>
                <a:t>Sip </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51DB5F48-5858-0A98-0A34-37FAA9F1D6A3}"/>
              </a:ext>
            </a:extLst>
          </p:cNvPr>
          <p:cNvGraphicFramePr>
            <a:graphicFrameLocks noGrp="1"/>
          </p:cNvGraphicFramePr>
          <p:nvPr>
            <p:extLst>
              <p:ext uri="{D42A27DB-BD31-4B8C-83A1-F6EECF244321}">
                <p14:modId xmlns:p14="http://schemas.microsoft.com/office/powerpoint/2010/main" val="3544026270"/>
              </p:ext>
            </p:extLst>
          </p:nvPr>
        </p:nvGraphicFramePr>
        <p:xfrm>
          <a:off x="1386776" y="3341771"/>
          <a:ext cx="9821016" cy="609600"/>
        </p:xfrm>
        <a:graphic>
          <a:graphicData uri="http://schemas.openxmlformats.org/drawingml/2006/table">
            <a:tbl>
              <a:tblPr firstRow="1" bandRow="1">
                <a:tableStyleId>{5940675A-B579-460E-94D1-54222C63F5DA}</a:tableStyleId>
              </a:tblPr>
              <a:tblGrid>
                <a:gridCol w="2303434">
                  <a:extLst>
                    <a:ext uri="{9D8B030D-6E8A-4147-A177-3AD203B41FA5}">
                      <a16:colId xmlns:a16="http://schemas.microsoft.com/office/drawing/2014/main" val="1775160107"/>
                    </a:ext>
                  </a:extLst>
                </a:gridCol>
                <a:gridCol w="2529576">
                  <a:extLst>
                    <a:ext uri="{9D8B030D-6E8A-4147-A177-3AD203B41FA5}">
                      <a16:colId xmlns:a16="http://schemas.microsoft.com/office/drawing/2014/main" val="1227359485"/>
                    </a:ext>
                  </a:extLst>
                </a:gridCol>
                <a:gridCol w="2423288">
                  <a:extLst>
                    <a:ext uri="{9D8B030D-6E8A-4147-A177-3AD203B41FA5}">
                      <a16:colId xmlns:a16="http://schemas.microsoft.com/office/drawing/2014/main" val="1183472630"/>
                    </a:ext>
                  </a:extLst>
                </a:gridCol>
                <a:gridCol w="2564718">
                  <a:extLst>
                    <a:ext uri="{9D8B030D-6E8A-4147-A177-3AD203B41FA5}">
                      <a16:colId xmlns:a16="http://schemas.microsoft.com/office/drawing/2014/main" val="2941040911"/>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6.73</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43%</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E8641F40-970C-0680-A462-231B597777DF}"/>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2A11AE20-B8AF-F3AE-0FC0-010119334369}"/>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75EE12AF-2CB7-433F-D092-940021B7E6C6}"/>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4392C211-B80E-3228-3906-D8AC6933511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80A8DAC9-B095-26E7-93C8-7E7BD53B1793}"/>
              </a:ext>
            </a:extLst>
          </p:cNvPr>
          <p:cNvPicPr>
            <a:picLocks noChangeAspect="1"/>
          </p:cNvPicPr>
          <p:nvPr/>
        </p:nvPicPr>
        <p:blipFill>
          <a:blip r:embed="rId5"/>
          <a:stretch>
            <a:fillRect/>
          </a:stretch>
        </p:blipFill>
        <p:spPr>
          <a:xfrm>
            <a:off x="12338113" y="1411893"/>
            <a:ext cx="1523800" cy="961166"/>
          </a:xfrm>
          <a:prstGeom prst="rect">
            <a:avLst/>
          </a:prstGeom>
        </p:spPr>
      </p:pic>
      <p:sp>
        <p:nvSpPr>
          <p:cNvPr id="24" name="TextBox 23">
            <a:extLst>
              <a:ext uri="{FF2B5EF4-FFF2-40B4-BE49-F238E27FC236}">
                <a16:creationId xmlns:a16="http://schemas.microsoft.com/office/drawing/2014/main" id="{398C722B-E792-C66A-83A8-771895829D1F}"/>
              </a:ext>
            </a:extLst>
          </p:cNvPr>
          <p:cNvSpPr txBox="1"/>
          <p:nvPr/>
        </p:nvSpPr>
        <p:spPr>
          <a:xfrm>
            <a:off x="6366797" y="2888621"/>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sp>
        <p:nvSpPr>
          <p:cNvPr id="11" name="TextBox 10">
            <a:extLst>
              <a:ext uri="{FF2B5EF4-FFF2-40B4-BE49-F238E27FC236}">
                <a16:creationId xmlns:a16="http://schemas.microsoft.com/office/drawing/2014/main" id="{C7432408-8F7D-ECFF-F06B-DB26093A0DC3}"/>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96AE0C14-5E22-93AE-250C-01B880C9689E}"/>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A4DC71D4-9B22-4FC7-87EF-744945810D0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0" name="TextBox 19">
              <a:extLst>
                <a:ext uri="{FF2B5EF4-FFF2-40B4-BE49-F238E27FC236}">
                  <a16:creationId xmlns:a16="http://schemas.microsoft.com/office/drawing/2014/main" id="{BCDD3069-56B7-20E1-F22C-D1C97113197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D0388ABF-37D6-E3CF-BF26-EFC38E54C75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A70A06F4-4CCF-6CFB-A2CC-83F9246FAE81}"/>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397438414"/>
      </p:ext>
    </p:extLst>
  </p:cSld>
  <p:clrMapOvr>
    <a:masterClrMapping/>
  </p:clrMapOvr>
  <p:extLst>
    <p:ext uri="{6950BFC3-D8DA-4A85-94F7-54DA5524770B}">
      <p188:commentRel xmlns:p188="http://schemas.microsoft.com/office/powerpoint/2018/8/main" r:id="rId3"/>
    </p:ext>
  </p:extLs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60A60B-8225-C45F-14E1-F5C2F6452D6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0463D14-6B79-E18B-04FF-88071DD87A1B}"/>
              </a:ext>
            </a:extLst>
          </p:cNvPr>
          <p:cNvSpPr>
            <a:spLocks noGrp="1"/>
          </p:cNvSpPr>
          <p:nvPr>
            <p:ph type="sldNum" sz="quarter" idx="14"/>
          </p:nvPr>
        </p:nvSpPr>
        <p:spPr/>
        <p:txBody>
          <a:bodyPr/>
          <a:lstStyle/>
          <a:p>
            <a:fld id="{9BBCFCA3-D307-4DD3-86E3-CC1388E97AC0}" type="slidenum">
              <a:rPr lang="en-US" smtClean="0"/>
              <a:pPr/>
              <a:t>59</a:t>
            </a:fld>
            <a:endParaRPr lang="en-US"/>
          </a:p>
        </p:txBody>
      </p:sp>
      <p:sp>
        <p:nvSpPr>
          <p:cNvPr id="5" name="Text Placeholder 4">
            <a:extLst>
              <a:ext uri="{FF2B5EF4-FFF2-40B4-BE49-F238E27FC236}">
                <a16:creationId xmlns:a16="http://schemas.microsoft.com/office/drawing/2014/main" id="{9E452392-D2C7-0392-9CD1-1C8BA70BF3D4}"/>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3.0 Prototypes 107, 222 &amp; 922 are directionally stronger than other Prototypes for full bottle satisfaction.</a:t>
            </a:r>
          </a:p>
          <a:p>
            <a:endParaRPr lang="en-US" sz="1800" b="0">
              <a:solidFill>
                <a:srgbClr val="0070C0"/>
              </a:solidFill>
              <a:latin typeface="Avenir Next LT Pro" panose="020B0504020202020204" pitchFamily="34" charset="0"/>
            </a:endParaRPr>
          </a:p>
        </p:txBody>
      </p:sp>
      <p:grpSp>
        <p:nvGrpSpPr>
          <p:cNvPr id="13" name="Group 12">
            <a:extLst>
              <a:ext uri="{FF2B5EF4-FFF2-40B4-BE49-F238E27FC236}">
                <a16:creationId xmlns:a16="http://schemas.microsoft.com/office/drawing/2014/main" id="{EA30CB11-E227-4BC8-414D-F5D4B47ADBE5}"/>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3A67079F-898A-F6D4-1D48-C43123DC207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D5C3C725-00A6-8457-B527-9D8F67D8701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558290B8-2DAE-2718-9BF9-0740B1652F3E}"/>
              </a:ext>
            </a:extLst>
          </p:cNvPr>
          <p:cNvGrpSpPr/>
          <p:nvPr/>
        </p:nvGrpSpPr>
        <p:grpSpPr>
          <a:xfrm>
            <a:off x="3715200" y="3162872"/>
            <a:ext cx="7200000" cy="4184643"/>
            <a:chOff x="531863" y="1967463"/>
            <a:chExt cx="5331526" cy="4128790"/>
          </a:xfrm>
        </p:grpSpPr>
        <p:sp>
          <p:nvSpPr>
            <p:cNvPr id="17" name="Rectangle 16">
              <a:extLst>
                <a:ext uri="{FF2B5EF4-FFF2-40B4-BE49-F238E27FC236}">
                  <a16:creationId xmlns:a16="http://schemas.microsoft.com/office/drawing/2014/main" id="{DF10BA90-4E8B-4635-328E-35FE1C71EFF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0367EFA0-BAC5-596B-8826-9AC704EEAB53}"/>
                </a:ext>
              </a:extLst>
            </p:cNvPr>
            <p:cNvGraphicFramePr/>
            <p:nvPr>
              <p:extLst>
                <p:ext uri="{D42A27DB-BD31-4B8C-83A1-F6EECF244321}">
                  <p14:modId xmlns:p14="http://schemas.microsoft.com/office/powerpoint/2010/main" val="2215789913"/>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a:extLst>
                <a:ext uri="{FF2B5EF4-FFF2-40B4-BE49-F238E27FC236}">
                  <a16:creationId xmlns:a16="http://schemas.microsoft.com/office/drawing/2014/main" id="{36DC4B3C-B97B-6560-A050-9FEE45307399}"/>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06D2EC61-8E3E-FED3-A227-4E6584A66978}"/>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688F85F0-075C-01F6-5301-535E9C15CB14}"/>
              </a:ext>
            </a:extLst>
          </p:cNvPr>
          <p:cNvPicPr>
            <a:picLocks noChangeAspect="1"/>
          </p:cNvPicPr>
          <p:nvPr/>
        </p:nvPicPr>
        <p:blipFill>
          <a:blip r:embed="rId3"/>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55350532-CCCB-80D3-5B9A-66E63E1C8022}"/>
              </a:ext>
            </a:extLst>
          </p:cNvPr>
          <p:cNvGraphicFramePr>
            <a:graphicFrameLocks noGrp="1"/>
          </p:cNvGraphicFramePr>
          <p:nvPr>
            <p:extLst>
              <p:ext uri="{D42A27DB-BD31-4B8C-83A1-F6EECF244321}">
                <p14:modId xmlns:p14="http://schemas.microsoft.com/office/powerpoint/2010/main" val="1483275074"/>
              </p:ext>
            </p:extLst>
          </p:nvPr>
        </p:nvGraphicFramePr>
        <p:xfrm>
          <a:off x="1742670" y="3850908"/>
          <a:ext cx="9075042" cy="609600"/>
        </p:xfrm>
        <a:graphic>
          <a:graphicData uri="http://schemas.openxmlformats.org/drawingml/2006/table">
            <a:tbl>
              <a:tblPr firstRow="1" bandRow="1">
                <a:tableStyleId>{5940675A-B579-460E-94D1-54222C63F5DA}</a:tableStyleId>
              </a:tblPr>
              <a:tblGrid>
                <a:gridCol w="2237170">
                  <a:extLst>
                    <a:ext uri="{9D8B030D-6E8A-4147-A177-3AD203B41FA5}">
                      <a16:colId xmlns:a16="http://schemas.microsoft.com/office/drawing/2014/main" val="1775160107"/>
                    </a:ext>
                  </a:extLst>
                </a:gridCol>
                <a:gridCol w="2436822">
                  <a:extLst>
                    <a:ext uri="{9D8B030D-6E8A-4147-A177-3AD203B41FA5}">
                      <a16:colId xmlns:a16="http://schemas.microsoft.com/office/drawing/2014/main" val="1227359485"/>
                    </a:ext>
                  </a:extLst>
                </a:gridCol>
                <a:gridCol w="2038070">
                  <a:extLst>
                    <a:ext uri="{9D8B030D-6E8A-4147-A177-3AD203B41FA5}">
                      <a16:colId xmlns:a16="http://schemas.microsoft.com/office/drawing/2014/main" val="1183472630"/>
                    </a:ext>
                  </a:extLst>
                </a:gridCol>
                <a:gridCol w="2362980">
                  <a:extLst>
                    <a:ext uri="{9D8B030D-6E8A-4147-A177-3AD203B41FA5}">
                      <a16:colId xmlns:a16="http://schemas.microsoft.com/office/drawing/2014/main" val="2941040911"/>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7.08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7.14</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67448">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3" name="TextBox 22">
            <a:extLst>
              <a:ext uri="{FF2B5EF4-FFF2-40B4-BE49-F238E27FC236}">
                <a16:creationId xmlns:a16="http://schemas.microsoft.com/office/drawing/2014/main" id="{B4A47D9C-06D7-4ACD-3C70-882F577A3F73}"/>
              </a:ext>
            </a:extLst>
          </p:cNvPr>
          <p:cNvSpPr txBox="1"/>
          <p:nvPr/>
        </p:nvSpPr>
        <p:spPr>
          <a:xfrm>
            <a:off x="6359474" y="3535901"/>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sp>
        <p:nvSpPr>
          <p:cNvPr id="2" name="TextBox 1">
            <a:extLst>
              <a:ext uri="{FF2B5EF4-FFF2-40B4-BE49-F238E27FC236}">
                <a16:creationId xmlns:a16="http://schemas.microsoft.com/office/drawing/2014/main" id="{09264B3B-B369-A0EC-FDFF-F49CF271EC11}"/>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 name="Group 2">
            <a:extLst>
              <a:ext uri="{FF2B5EF4-FFF2-40B4-BE49-F238E27FC236}">
                <a16:creationId xmlns:a16="http://schemas.microsoft.com/office/drawing/2014/main" id="{CF2E16AF-BEB6-BB15-7174-60738E8747D1}"/>
              </a:ext>
            </a:extLst>
          </p:cNvPr>
          <p:cNvGrpSpPr/>
          <p:nvPr/>
        </p:nvGrpSpPr>
        <p:grpSpPr>
          <a:xfrm>
            <a:off x="8684218" y="94368"/>
            <a:ext cx="5855930" cy="1551678"/>
            <a:chOff x="8684218" y="94368"/>
            <a:chExt cx="5855930" cy="1551678"/>
          </a:xfrm>
        </p:grpSpPr>
        <p:sp>
          <p:nvSpPr>
            <p:cNvPr id="7" name="Rectangle 6">
              <a:extLst>
                <a:ext uri="{FF2B5EF4-FFF2-40B4-BE49-F238E27FC236}">
                  <a16:creationId xmlns:a16="http://schemas.microsoft.com/office/drawing/2014/main" id="{A8D3324B-C14C-82E8-D37E-AC2683CC823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593FC9E8-A8E1-814E-CCDF-EFB73058F92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8" name="Picture 27" descr="A bottle of soda with a red label&#10;&#10;Description automatically generated">
              <a:extLst>
                <a:ext uri="{FF2B5EF4-FFF2-40B4-BE49-F238E27FC236}">
                  <a16:creationId xmlns:a16="http://schemas.microsoft.com/office/drawing/2014/main" id="{BB3EC590-2862-56E9-5A4C-47FBF4E882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9" name="Picture 28" descr="A flag on a button&#10;&#10;Description automatically generated">
              <a:extLst>
                <a:ext uri="{FF2B5EF4-FFF2-40B4-BE49-F238E27FC236}">
                  <a16:creationId xmlns:a16="http://schemas.microsoft.com/office/drawing/2014/main" id="{A2BE7DF5-7FBA-1C7A-4EEF-718C7B6617B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0081400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8C6499-C67F-B2D2-2CA5-73D055EFF69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79F8416-A092-8CD1-63D2-F7C2770D05C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0855D4BE-C1BD-B5ED-84E1-F01E78BC3228}"/>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F59EF73E-9ADC-4FBF-5FDB-C99339AAD137}"/>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9B0C767D-CA17-F057-7B33-4A9B325E720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E211DA9E-57D8-03A3-6E21-EAB3A0491C77}"/>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 577 has a significantly more unpleasant aftertaste than prototypes 222 and 107.</a:t>
            </a:r>
          </a:p>
          <a:p>
            <a:endParaRPr lang="en-US" sz="1800" b="0">
              <a:solidFill>
                <a:srgbClr val="0070C0"/>
              </a:solidFill>
              <a:latin typeface="Avenir Next LT Pro" panose="020B0504020202020204" pitchFamily="34" charset="0"/>
            </a:endParaRPr>
          </a:p>
        </p:txBody>
      </p:sp>
      <p:grpSp>
        <p:nvGrpSpPr>
          <p:cNvPr id="2" name="Group 1">
            <a:extLst>
              <a:ext uri="{FF2B5EF4-FFF2-40B4-BE49-F238E27FC236}">
                <a16:creationId xmlns:a16="http://schemas.microsoft.com/office/drawing/2014/main" id="{7A8F38B1-3F93-8EAD-A97B-FA995B15E60B}"/>
              </a:ext>
            </a:extLst>
          </p:cNvPr>
          <p:cNvGrpSpPr/>
          <p:nvPr/>
        </p:nvGrpSpPr>
        <p:grpSpPr>
          <a:xfrm>
            <a:off x="3265200" y="1703318"/>
            <a:ext cx="8100000" cy="5591168"/>
            <a:chOff x="531863" y="1967463"/>
            <a:chExt cx="5331526" cy="4128790"/>
          </a:xfrm>
        </p:grpSpPr>
        <p:sp>
          <p:nvSpPr>
            <p:cNvPr id="3" name="Rectangle 2">
              <a:extLst>
                <a:ext uri="{FF2B5EF4-FFF2-40B4-BE49-F238E27FC236}">
                  <a16:creationId xmlns:a16="http://schemas.microsoft.com/office/drawing/2014/main" id="{33E8D323-FFE0-CE37-F156-DE6281C4294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10512E57-E85D-740D-E873-50CCAEC0BD4D}"/>
                </a:ext>
              </a:extLst>
            </p:cNvPr>
            <p:cNvGraphicFramePr/>
            <p:nvPr>
              <p:extLst>
                <p:ext uri="{D42A27DB-BD31-4B8C-83A1-F6EECF244321}">
                  <p14:modId xmlns:p14="http://schemas.microsoft.com/office/powerpoint/2010/main" val="3029363206"/>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2"/>
            </a:graphicData>
          </a:graphic>
        </p:graphicFrame>
        <p:sp>
          <p:nvSpPr>
            <p:cNvPr id="14" name="TextBox 13">
              <a:extLst>
                <a:ext uri="{FF2B5EF4-FFF2-40B4-BE49-F238E27FC236}">
                  <a16:creationId xmlns:a16="http://schemas.microsoft.com/office/drawing/2014/main" id="{98A42D14-AB92-DBD2-FEC4-1C7012C0715C}"/>
                </a:ext>
              </a:extLst>
            </p:cNvPr>
            <p:cNvSpPr txBox="1"/>
            <p:nvPr/>
          </p:nvSpPr>
          <p:spPr>
            <a:xfrm>
              <a:off x="2888916" y="2138865"/>
              <a:ext cx="774667"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81638ECE-3B46-0F7F-1CB9-9547DAF63C2D}"/>
              </a:ext>
            </a:extLst>
          </p:cNvPr>
          <p:cNvPicPr>
            <a:picLocks noChangeAspect="1"/>
          </p:cNvPicPr>
          <p:nvPr/>
        </p:nvPicPr>
        <p:blipFill>
          <a:blip r:embed="rId3"/>
          <a:stretch>
            <a:fillRect/>
          </a:stretch>
        </p:blipFill>
        <p:spPr>
          <a:xfrm>
            <a:off x="12912938" y="2235964"/>
            <a:ext cx="1465769" cy="1160942"/>
          </a:xfrm>
          <a:prstGeom prst="rect">
            <a:avLst/>
          </a:prstGeom>
        </p:spPr>
      </p:pic>
      <p:sp>
        <p:nvSpPr>
          <p:cNvPr id="18" name="TextBox 17">
            <a:extLst>
              <a:ext uri="{FF2B5EF4-FFF2-40B4-BE49-F238E27FC236}">
                <a16:creationId xmlns:a16="http://schemas.microsoft.com/office/drawing/2014/main" id="{4F916171-F182-1376-26C7-53804317D5C6}"/>
              </a:ext>
            </a:extLst>
          </p:cNvPr>
          <p:cNvSpPr txBox="1"/>
          <p:nvPr/>
        </p:nvSpPr>
        <p:spPr>
          <a:xfrm>
            <a:off x="6348451" y="2388131"/>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sp>
        <p:nvSpPr>
          <p:cNvPr id="17" name="TextBox 16">
            <a:extLst>
              <a:ext uri="{FF2B5EF4-FFF2-40B4-BE49-F238E27FC236}">
                <a16:creationId xmlns:a16="http://schemas.microsoft.com/office/drawing/2014/main" id="{0494EB61-CDA4-4BEA-591E-4F687571A54E}"/>
              </a:ext>
            </a:extLst>
          </p:cNvPr>
          <p:cNvSpPr txBox="1"/>
          <p:nvPr/>
        </p:nvSpPr>
        <p:spPr>
          <a:xfrm>
            <a:off x="9310920" y="73349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AF716C17-0D0C-FA92-B869-89EA2953AA40}"/>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ACD3514A-B02A-2F05-52F8-782B04D00D8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D80095B4-DD91-5DF3-6EF9-3F6DD7377C7E}"/>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EDA15898-1ADE-B377-D1D7-7F4921DAAA2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969168C3-E255-174F-3195-E137F02BD4B1}"/>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2085733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DCDAF1-1925-F6CC-6AD3-EED1A0DC9514}"/>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0C4306BB-D7CF-291F-8A56-D86BED83E2CA}"/>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a:ln>
                  <a:noFill/>
                </a:ln>
                <a:solidFill>
                  <a:srgbClr val="000000"/>
                </a:solidFill>
                <a:effectLst/>
                <a:highlight>
                  <a:srgbClr val="FFFF00"/>
                </a:highlight>
                <a:uLnTx/>
                <a:uFillTx/>
                <a:latin typeface="Avenir Next LT Pro" panose="020B0504020202020204" pitchFamily="34" charset="0"/>
                <a:ea typeface="+mn-ea"/>
                <a:cs typeface="+mn-cs"/>
              </a:rPr>
              <a:t>XXX</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3283E92B-887C-F81A-DDE6-5025111F108B}"/>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sz="4400" dirty="0"/>
              <a:t>W+ CCZS Results</a:t>
            </a:r>
            <a:br>
              <a:rPr lang="en-US" sz="4400" dirty="0"/>
            </a:br>
            <a:r>
              <a:rPr lang="en-US" sz="4400" dirty="0"/>
              <a:t>(4.0 Prototypes vs. 4.0 Control)</a:t>
            </a:r>
          </a:p>
        </p:txBody>
      </p:sp>
      <p:sp>
        <p:nvSpPr>
          <p:cNvPr id="2" name="TextBox 1">
            <a:extLst>
              <a:ext uri="{FF2B5EF4-FFF2-40B4-BE49-F238E27FC236}">
                <a16:creationId xmlns:a16="http://schemas.microsoft.com/office/drawing/2014/main" id="{2EF58217-9E2E-DBCD-5910-2C2B46BA7197}"/>
              </a:ext>
            </a:extLst>
          </p:cNvPr>
          <p:cNvSpPr txBox="1"/>
          <p:nvPr/>
        </p:nvSpPr>
        <p:spPr>
          <a:xfrm>
            <a:off x="1901926" y="5365835"/>
            <a:ext cx="10641637" cy="1200329"/>
          </a:xfrm>
          <a:prstGeom prst="rect">
            <a:avLst/>
          </a:prstGeom>
          <a:solidFill>
            <a:srgbClr val="FFFF00"/>
          </a:solidFill>
        </p:spPr>
        <p:txBody>
          <a:bodyPr wrap="square" rtlCol="0">
            <a:spAutoFit/>
          </a:bodyPr>
          <a:lstStyle/>
          <a:p>
            <a:pPr marL="0" rtl="0" eaLnBrk="1" fontAlgn="ctr" latinLnBrk="0" hangingPunct="1">
              <a:spcBef>
                <a:spcPts val="0"/>
              </a:spcBef>
              <a:spcAft>
                <a:spcPts val="0"/>
              </a:spcAft>
            </a:pPr>
            <a:r>
              <a:rPr lang="en-US" sz="3600" b="1" i="0" u="none" strike="noStrike" kern="1200" dirty="0">
                <a:solidFill>
                  <a:schemeClr val="tx2"/>
                </a:solidFill>
                <a:effectLst/>
                <a:latin typeface="Avenir Next LT Pro" panose="020B0504020202020204" pitchFamily="34" charset="0"/>
              </a:rPr>
              <a:t>BANNERS: W + CCZS</a:t>
            </a:r>
          </a:p>
          <a:p>
            <a:pPr marL="0" rtl="0" eaLnBrk="1" fontAlgn="ctr" latinLnBrk="0" hangingPunct="1">
              <a:spcBef>
                <a:spcPts val="0"/>
              </a:spcBef>
              <a:spcAft>
                <a:spcPts val="0"/>
              </a:spcAft>
            </a:pPr>
            <a:endParaRPr lang="en-US" sz="3600" b="1" i="0" u="none" strike="noStrike" dirty="0">
              <a:solidFill>
                <a:schemeClr val="tx2"/>
              </a:solidFill>
              <a:effectLst/>
              <a:latin typeface="Avenir Next LT Pro" panose="020B0504020202020204" pitchFamily="34" charset="0"/>
            </a:endParaRPr>
          </a:p>
        </p:txBody>
      </p:sp>
      <p:pic>
        <p:nvPicPr>
          <p:cNvPr id="5" name="Picture 4" descr="A flag on a button&#10;&#10;Description automatically generated">
            <a:extLst>
              <a:ext uri="{FF2B5EF4-FFF2-40B4-BE49-F238E27FC236}">
                <a16:creationId xmlns:a16="http://schemas.microsoft.com/office/drawing/2014/main" id="{B06EB59C-435A-6675-0478-10174AA60E45}"/>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265967321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5516D2-1F7E-0108-8C77-B5BD6B96C5B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D88DA89-7575-DC7A-B809-592578C10595}"/>
              </a:ext>
            </a:extLst>
          </p:cNvPr>
          <p:cNvSpPr>
            <a:spLocks noGrp="1"/>
          </p:cNvSpPr>
          <p:nvPr>
            <p:ph type="ctrTitle"/>
          </p:nvPr>
        </p:nvSpPr>
        <p:spPr>
          <a:xfrm>
            <a:off x="415870" y="299953"/>
            <a:ext cx="8268347" cy="861774"/>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W+ CCZS Drinkers</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5A2C0E18-D227-5A1F-F4B2-1ED395D3B88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25BE0DD0-F523-AD2A-3BEA-17EC0B2B04F8}"/>
              </a:ext>
            </a:extLst>
          </p:cNvPr>
          <p:cNvGraphicFramePr>
            <a:graphicFrameLocks noGrp="1"/>
          </p:cNvGraphicFramePr>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2877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396344">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396344">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6.92</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39634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396344">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396344">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C3928E02-7D7C-6383-1EA2-D189898826B3}"/>
              </a:ext>
            </a:extLst>
          </p:cNvPr>
          <p:cNvSpPr/>
          <p:nvPr/>
        </p:nvSpPr>
        <p:spPr>
          <a:xfrm>
            <a:off x="2699888" y="1678388"/>
            <a:ext cx="9230625" cy="604124"/>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(N~339 Per Product)</a:t>
            </a:r>
          </a:p>
        </p:txBody>
      </p:sp>
      <p:sp>
        <p:nvSpPr>
          <p:cNvPr id="35" name="TextBox 34">
            <a:extLst>
              <a:ext uri="{FF2B5EF4-FFF2-40B4-BE49-F238E27FC236}">
                <a16:creationId xmlns:a16="http://schemas.microsoft.com/office/drawing/2014/main" id="{9A2268D6-FD12-6942-5A9D-7E2D7E93021A}"/>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4F023F29-D259-09C0-5D8D-E529FCF16B4F}"/>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33177222-1300-BE9D-BA53-090C3554D52D}"/>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C04EB990-9C7E-5834-1D39-AF653EC90FBE}"/>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80609EB3-EFA5-3C8D-E14B-3F116D03516D}"/>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A3D2F4E0-22DE-A9A0-A7CE-E7A473862AFE}"/>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1D711460-9F4D-D334-6D91-85D5792CD63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D92ED105-9339-05B0-BAED-19220E8F09D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44F6503C-663B-FDFC-BFA0-6E4DC28AFB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F4563B1C-8E17-820B-4641-B14354FC9FE9}"/>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86334379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8D954A-E261-D95F-E5E0-B138D8C50EB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A218B24-9877-7C0E-9434-7FFB3512851E}"/>
              </a:ext>
            </a:extLst>
          </p:cNvPr>
          <p:cNvSpPr>
            <a:spLocks noGrp="1"/>
          </p:cNvSpPr>
          <p:nvPr>
            <p:ph type="sldNum" sz="quarter" idx="14"/>
          </p:nvPr>
        </p:nvSpPr>
        <p:spPr/>
        <p:txBody>
          <a:bodyPr/>
          <a:lstStyle/>
          <a:p>
            <a:fld id="{9BBCFCA3-D307-4DD3-86E3-CC1388E97AC0}" type="slidenum">
              <a:rPr lang="en-US" smtClean="0"/>
              <a:pPr/>
              <a:t>63</a:t>
            </a:fld>
            <a:endParaRPr lang="en-US"/>
          </a:p>
        </p:txBody>
      </p:sp>
      <p:sp>
        <p:nvSpPr>
          <p:cNvPr id="5" name="Text Placeholder 4">
            <a:extLst>
              <a:ext uri="{FF2B5EF4-FFF2-40B4-BE49-F238E27FC236}">
                <a16:creationId xmlns:a16="http://schemas.microsoft.com/office/drawing/2014/main" id="{BA9E3E89-E997-E2BB-1B83-D272080EBF4E}"/>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350F4F93-F7EB-D1C7-2110-32589EE0859B}"/>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99D5DB9C-5729-6AF4-2CBE-05C8FBC6943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C2B6FB72-CB45-0A07-32CB-3DE2883BB075}"/>
                </a:ext>
              </a:extLst>
            </p:cNvPr>
            <p:cNvGraphicFramePr/>
            <p:nvPr>
              <p:extLst>
                <p:ext uri="{D42A27DB-BD31-4B8C-83A1-F6EECF244321}">
                  <p14:modId xmlns:p14="http://schemas.microsoft.com/office/powerpoint/2010/main" val="2096271041"/>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4B92AFCA-A1CC-A174-E49D-32FE32159F1B}"/>
                </a:ext>
              </a:extLst>
            </p:cNvPr>
            <p:cNvSpPr txBox="1"/>
            <p:nvPr/>
          </p:nvSpPr>
          <p:spPr>
            <a:xfrm>
              <a:off x="1727791" y="2017763"/>
              <a:ext cx="2937917"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First Sip Sensory (Taste) Appeal</a:t>
              </a:r>
              <a:r>
                <a:rPr lang="en-US" sz="1600" b="1" kern="0">
                  <a:solidFill>
                    <a:srgbClr val="000000">
                      <a:lumMod val="50000"/>
                      <a:lumOff val="50000"/>
                    </a:srgbClr>
                  </a:solidFill>
                  <a:latin typeface="Avenir Next LT Pro" panose="020B0504020202020204" pitchFamily="34" charset="0"/>
                </a:rPr>
                <a:t> (Overall Liking)</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B94AEA77-8CE1-B4DC-C750-7EC9D23AF1B2}"/>
              </a:ext>
            </a:extLst>
          </p:cNvPr>
          <p:cNvGraphicFramePr>
            <a:graphicFrameLocks noGrp="1"/>
          </p:cNvGraphicFramePr>
          <p:nvPr/>
        </p:nvGraphicFramePr>
        <p:xfrm>
          <a:off x="810355" y="3260343"/>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3BE95A8E-BA9A-ABD7-37A6-3C319B142B15}"/>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BC12586A-6E40-70D6-27B6-D52B3A138887}"/>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C0B32245-D95B-63B4-9D00-92273115BB88}"/>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F700AABC-9B82-642B-3C9A-1945260ADB2A}"/>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70E578A9-5172-79EB-AC32-CFAFB94295C5}"/>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E7E5A206-4F77-9D34-674C-B54258048342}"/>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B055B0FC-DE5C-AD43-234F-45C07DD5D276}"/>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B5D905DB-D5DE-9992-F72B-96272B0DCE0B}"/>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72B19586-55F6-1417-28F7-2AEE774FF6A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40252AC4-E40A-D423-E124-FFA008A26A04}"/>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9F82C4D4-85B9-CE11-79FD-0762E5CB091D}"/>
              </a:ext>
            </a:extLst>
          </p:cNvPr>
          <p:cNvSpPr txBox="1"/>
          <p:nvPr/>
        </p:nvSpPr>
        <p:spPr>
          <a:xfrm>
            <a:off x="6245352" y="2901434"/>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507C23A0-591E-6026-BBC8-8326729F2C1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687D9620-F2BF-FC35-37BF-E81556AAE80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0F8246D3-B81B-DA55-62A5-7E0CB42423F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4" name="Picture 23" descr="A bottle of soda with a red label&#10;&#10;Description automatically generated">
              <a:extLst>
                <a:ext uri="{FF2B5EF4-FFF2-40B4-BE49-F238E27FC236}">
                  <a16:creationId xmlns:a16="http://schemas.microsoft.com/office/drawing/2014/main" id="{FEAA2BFB-556B-91C1-E33B-C542F5F326B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9FC769EA-1671-102D-1332-3D3CD54EC1C5}"/>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2305178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2A7685-582D-79D5-B1EE-52A3A28176A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3BCF83B-34FC-7179-347A-30657F16C306}"/>
              </a:ext>
            </a:extLst>
          </p:cNvPr>
          <p:cNvSpPr>
            <a:spLocks noGrp="1"/>
          </p:cNvSpPr>
          <p:nvPr>
            <p:ph type="sldNum" sz="quarter" idx="14"/>
          </p:nvPr>
        </p:nvSpPr>
        <p:spPr/>
        <p:txBody>
          <a:bodyPr/>
          <a:lstStyle/>
          <a:p>
            <a:fld id="{9BBCFCA3-D307-4DD3-86E3-CC1388E97AC0}" type="slidenum">
              <a:rPr lang="en-US" smtClean="0"/>
              <a:pPr/>
              <a:t>64</a:t>
            </a:fld>
            <a:endParaRPr lang="en-US"/>
          </a:p>
        </p:txBody>
      </p:sp>
      <p:sp>
        <p:nvSpPr>
          <p:cNvPr id="5" name="Text Placeholder 4">
            <a:extLst>
              <a:ext uri="{FF2B5EF4-FFF2-40B4-BE49-F238E27FC236}">
                <a16:creationId xmlns:a16="http://schemas.microsoft.com/office/drawing/2014/main" id="{B2798485-E151-8B76-0AF1-0C39BDD190FD}"/>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74A282D4-1B91-818D-F453-2A87914B3696}"/>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4461EBEB-514D-7B0A-375A-103D8C2D42B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71DE4D4B-8A72-5E6E-C888-2D2E15CF7FA5}"/>
                </a:ext>
              </a:extLst>
            </p:cNvPr>
            <p:cNvGraphicFramePr/>
            <p:nvPr>
              <p:extLst>
                <p:ext uri="{D42A27DB-BD31-4B8C-83A1-F6EECF244321}">
                  <p14:modId xmlns:p14="http://schemas.microsoft.com/office/powerpoint/2010/main" val="155623924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EE6BB18B-96BB-4C80-AD38-49030123AB67}"/>
                </a:ext>
              </a:extLst>
            </p:cNvPr>
            <p:cNvSpPr txBox="1"/>
            <p:nvPr/>
          </p:nvSpPr>
          <p:spPr>
            <a:xfrm>
              <a:off x="1739177" y="2017763"/>
              <a:ext cx="2915144"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Sip 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0B6CF329-8379-A13F-5C74-8A481631A966}"/>
              </a:ext>
            </a:extLst>
          </p:cNvPr>
          <p:cNvGraphicFramePr>
            <a:graphicFrameLocks noGrp="1"/>
          </p:cNvGraphicFramePr>
          <p:nvPr/>
        </p:nvGraphicFramePr>
        <p:xfrm>
          <a:off x="774775" y="3341771"/>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D67033BD-04FE-BEB0-D0C9-79A0C73E0AAF}"/>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3534C2D7-7A86-C4C4-D780-EB6AD85F2B0A}"/>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0CFEFEFB-58E3-4415-7EDB-EEF75367E343}"/>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D07D7BDA-4AB4-D2CE-A5E0-5008F33DFF26}"/>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641127B1-F630-4E34-30A2-05E30944A477}"/>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8651A4DF-404B-366F-9C80-CC029B41FB9B}"/>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D889332C-EE9F-C300-225B-9123C4BCE198}"/>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91DBCD11-0228-DBB2-CC15-91EE9A0E44F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F4A84D59-919B-5531-D069-03E78FE0D11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BF6A121D-7D45-7180-ADAB-53C9531B3F97}"/>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0CC1C91A-B997-E036-FEC8-7EB09424646A}"/>
              </a:ext>
            </a:extLst>
          </p:cNvPr>
          <p:cNvSpPr txBox="1"/>
          <p:nvPr/>
        </p:nvSpPr>
        <p:spPr>
          <a:xfrm>
            <a:off x="6245352" y="2901434"/>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a:t>
            </a:r>
          </a:p>
        </p:txBody>
      </p:sp>
      <p:grpSp>
        <p:nvGrpSpPr>
          <p:cNvPr id="26" name="Group 25">
            <a:extLst>
              <a:ext uri="{FF2B5EF4-FFF2-40B4-BE49-F238E27FC236}">
                <a16:creationId xmlns:a16="http://schemas.microsoft.com/office/drawing/2014/main" id="{23BFA043-4638-1826-7A6D-21C6D3135A17}"/>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77BD6D75-0969-D212-2132-910F4D44C2C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CF6A8F53-8EC3-32E9-D5D8-4DCC9C6A954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D9D76169-347F-E62F-9847-1193E16F7B1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FDF2E518-BC1F-1F74-CF33-20CBD7AA7F80}"/>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7271721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796946-3377-3D00-1FE0-1A9CBADCAB21}"/>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6CE3C8A4-E87D-CA6C-18CA-4A7AC26B5A12}"/>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C538336C-0F3F-F7F8-041D-CF3FE2688976}"/>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A3BDBE06-454C-92FB-1C73-97EB3A3A560D}"/>
                </a:ext>
              </a:extLst>
            </p:cNvPr>
            <p:cNvGraphicFramePr/>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54278F2D-EC99-318E-820F-B00800AA24A9}"/>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A8A36A70-ACBA-DBFA-4597-12760A5B41BF}"/>
              </a:ext>
            </a:extLst>
          </p:cNvPr>
          <p:cNvGraphicFramePr>
            <a:graphicFrameLocks noGrp="1"/>
          </p:cNvGraphicFramePr>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15D7F1A1-D225-799C-630F-ECBDED5CEA3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1208D221-CF6A-900D-6913-CA0BCA01F2AC}"/>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CCDF9CA1-81E9-5D4E-3384-45A0E1B63DEF}"/>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74E65F1D-7B47-CA8D-747E-1FF6853D2572}"/>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709435F2-2212-50A4-BC25-9CD2B6F41581}"/>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CAA2A724-0AA6-E0BB-1261-EFA8AEEF941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02083AB4-4075-F171-DAD6-C232E5BCD563}"/>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EE2612DC-B458-51B9-294F-8377E1D96E6C}"/>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E589634A-C8F6-1E3A-8D32-54437D9B6192}"/>
                </a:ext>
              </a:extLst>
            </p:cNvPr>
            <p:cNvGraphicFramePr/>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0B4D72FE-A1AD-67A2-0219-D0DCA965E130}"/>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E2AEA085-A896-9965-0406-C214B60C942B}"/>
              </a:ext>
            </a:extLst>
          </p:cNvPr>
          <p:cNvSpPr/>
          <p:nvPr/>
        </p:nvSpPr>
        <p:spPr>
          <a:xfrm>
            <a:off x="5203004" y="2131398"/>
            <a:ext cx="4172751" cy="445915"/>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(N=339)</a:t>
            </a:r>
          </a:p>
        </p:txBody>
      </p:sp>
      <p:grpSp>
        <p:nvGrpSpPr>
          <p:cNvPr id="2" name="Group 1">
            <a:extLst>
              <a:ext uri="{FF2B5EF4-FFF2-40B4-BE49-F238E27FC236}">
                <a16:creationId xmlns:a16="http://schemas.microsoft.com/office/drawing/2014/main" id="{C901064F-7D78-8E4A-B05D-BF3A8C90062E}"/>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C830E1CF-4606-EC8A-2FDD-72F242C70D1E}"/>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1331867D-D598-3B29-3E6D-3DE419E9C200}"/>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B60AEB7F-2007-3AC0-5E7E-B9242E970340}"/>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52CEB94A-3494-0B43-2758-0E4426791EF8}"/>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8A8B844A-A13A-55B9-39E9-5E08F5DA732D}"/>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661FB90D-593E-E118-A8EB-8B8D9256A312}"/>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FA04398D-F00F-4AB4-F17C-C7FD1F913C1B}"/>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62E60E13-49F9-4C89-673C-17AA3BC260C4}"/>
                </a:ext>
              </a:extLst>
            </p:cNvPr>
            <p:cNvGraphicFramePr/>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D7720B52-E2E7-B957-2F26-00E8F5349426}"/>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ECAA8B03-088C-A27D-615A-A659E31A9D87}"/>
              </a:ext>
            </a:extLst>
          </p:cNvPr>
          <p:cNvGraphicFramePr>
            <a:graphicFrameLocks noGrp="1"/>
          </p:cNvGraphicFramePr>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0E9642CE-2424-A77C-C6BD-28C1C857FC64}"/>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4426A525-7925-01E2-2E60-3A749D19BE41}"/>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1690E651-D857-FBBC-FD37-CA4B8FE6D1B9}"/>
                </a:ext>
              </a:extLst>
            </p:cNvPr>
            <p:cNvGraphicFramePr/>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CB48E4EF-446E-811C-6FDC-141578F19F48}"/>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EC57E465-DBB3-88BA-7213-F11AD733BA1F}"/>
              </a:ext>
            </a:extLst>
          </p:cNvPr>
          <p:cNvGraphicFramePr>
            <a:graphicFrameLocks noGrp="1"/>
          </p:cNvGraphicFramePr>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91435AD7-12DF-EF14-6A03-1BA778368A16}"/>
              </a:ext>
            </a:extLst>
          </p:cNvPr>
          <p:cNvGraphicFramePr>
            <a:graphicFrameLocks noGrp="1"/>
          </p:cNvGraphicFramePr>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3" name="Group 22">
            <a:extLst>
              <a:ext uri="{FF2B5EF4-FFF2-40B4-BE49-F238E27FC236}">
                <a16:creationId xmlns:a16="http://schemas.microsoft.com/office/drawing/2014/main" id="{68BA1EE5-FE04-7D02-668A-DB1C8A9B764F}"/>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ECA861D0-BEB4-E62E-CB2B-C4FB4642CEB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5B0228CD-1C39-E2A0-A88E-8C280FDF730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7F5240E0-CE4E-E0C9-8073-57FC31F2685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1" name="Picture 40" descr="A flag on a button&#10;&#10;Description automatically generated">
              <a:extLst>
                <a:ext uri="{FF2B5EF4-FFF2-40B4-BE49-F238E27FC236}">
                  <a16:creationId xmlns:a16="http://schemas.microsoft.com/office/drawing/2014/main" id="{4196F96F-FD0A-7976-4271-EACA96FFCEE0}"/>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7257130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B8F095-A55D-95E6-8A40-A9BC6ECE171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0F4F5AF-E1E7-5E96-F09F-5ED5AE15BA0B}"/>
              </a:ext>
            </a:extLst>
          </p:cNvPr>
          <p:cNvSpPr>
            <a:spLocks noGrp="1"/>
          </p:cNvSpPr>
          <p:nvPr>
            <p:ph type="sldNum" sz="quarter" idx="14"/>
          </p:nvPr>
        </p:nvSpPr>
        <p:spPr/>
        <p:txBody>
          <a:bodyPr/>
          <a:lstStyle/>
          <a:p>
            <a:fld id="{9BBCFCA3-D307-4DD3-86E3-CC1388E97AC0}" type="slidenum">
              <a:rPr lang="en-US" smtClean="0"/>
              <a:pPr/>
              <a:t>66</a:t>
            </a:fld>
            <a:endParaRPr lang="en-US"/>
          </a:p>
        </p:txBody>
      </p:sp>
      <p:sp>
        <p:nvSpPr>
          <p:cNvPr id="5" name="Text Placeholder 4">
            <a:extLst>
              <a:ext uri="{FF2B5EF4-FFF2-40B4-BE49-F238E27FC236}">
                <a16:creationId xmlns:a16="http://schemas.microsoft.com/office/drawing/2014/main" id="{DE5084A3-6FC7-EAE5-171A-3AFFFFDBE14E}"/>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Similarly, 4.0 prototypes fall broadly parity vs. Kaizen 4.0 Control across all satisfaction metrics.</a:t>
            </a:r>
          </a:p>
        </p:txBody>
      </p:sp>
      <p:grpSp>
        <p:nvGrpSpPr>
          <p:cNvPr id="13" name="Group 12">
            <a:extLst>
              <a:ext uri="{FF2B5EF4-FFF2-40B4-BE49-F238E27FC236}">
                <a16:creationId xmlns:a16="http://schemas.microsoft.com/office/drawing/2014/main" id="{97B6F390-659C-CEE0-613C-185313B2BCF6}"/>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EF50C3CE-CB96-A803-8A98-CAC23C4A8D6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B0EC15FD-0869-8E38-E37B-682831E791B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BBC42303-CF36-68D4-4D45-D81241F87245}"/>
              </a:ext>
            </a:extLst>
          </p:cNvPr>
          <p:cNvGrpSpPr/>
          <p:nvPr/>
        </p:nvGrpSpPr>
        <p:grpSpPr>
          <a:xfrm>
            <a:off x="2815200" y="3155582"/>
            <a:ext cx="9000000" cy="4191933"/>
            <a:chOff x="531863" y="1960270"/>
            <a:chExt cx="5331526" cy="4135983"/>
          </a:xfrm>
        </p:grpSpPr>
        <p:sp>
          <p:nvSpPr>
            <p:cNvPr id="17" name="Rectangle 16">
              <a:extLst>
                <a:ext uri="{FF2B5EF4-FFF2-40B4-BE49-F238E27FC236}">
                  <a16:creationId xmlns:a16="http://schemas.microsoft.com/office/drawing/2014/main" id="{079DB453-DBE4-6E87-67A4-424F21E8FE8C}"/>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9F75028C-7316-4E55-7EFA-7839B591CD90}"/>
                </a:ext>
              </a:extLst>
            </p:cNvPr>
            <p:cNvGraphicFramePr/>
            <p:nvPr>
              <p:extLst>
                <p:ext uri="{D42A27DB-BD31-4B8C-83A1-F6EECF244321}">
                  <p14:modId xmlns:p14="http://schemas.microsoft.com/office/powerpoint/2010/main" val="273880890"/>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DED4914A-E3C6-BFF8-EC34-7CF69432FBE1}"/>
                </a:ext>
              </a:extLst>
            </p:cNvPr>
            <p:cNvSpPr txBox="1"/>
            <p:nvPr/>
          </p:nvSpPr>
          <p:spPr>
            <a:xfrm>
              <a:off x="2692472" y="1960270"/>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7A8599BD-6EB3-37CD-6498-76E87B9C8F50}"/>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3224D48F-7389-2BDB-B838-09285095FFF7}"/>
              </a:ext>
            </a:extLst>
          </p:cNvPr>
          <p:cNvPicPr>
            <a:picLocks noChangeAspect="1"/>
          </p:cNvPicPr>
          <p:nvPr/>
        </p:nvPicPr>
        <p:blipFill>
          <a:blip r:embed="rId4"/>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B092A228-1FCE-5A9D-1B95-E95948A43E87}"/>
              </a:ext>
            </a:extLst>
          </p:cNvPr>
          <p:cNvGraphicFramePr>
            <a:graphicFrameLocks noGrp="1"/>
          </p:cNvGraphicFramePr>
          <p:nvPr/>
        </p:nvGraphicFramePr>
        <p:xfrm>
          <a:off x="320041" y="3850908"/>
          <a:ext cx="11127959" cy="609600"/>
        </p:xfrm>
        <a:graphic>
          <a:graphicData uri="http://schemas.openxmlformats.org/drawingml/2006/table">
            <a:tbl>
              <a:tblPr firstRow="1" bandRow="1">
                <a:tableStyleId>{5940675A-B579-460E-94D1-54222C63F5DA}</a:tableStyleId>
              </a:tblPr>
              <a:tblGrid>
                <a:gridCol w="2811959">
                  <a:extLst>
                    <a:ext uri="{9D8B030D-6E8A-4147-A177-3AD203B41FA5}">
                      <a16:colId xmlns:a16="http://schemas.microsoft.com/office/drawing/2014/main" val="1775160107"/>
                    </a:ext>
                  </a:extLst>
                </a:gridCol>
                <a:gridCol w="2262584">
                  <a:extLst>
                    <a:ext uri="{9D8B030D-6E8A-4147-A177-3AD203B41FA5}">
                      <a16:colId xmlns:a16="http://schemas.microsoft.com/office/drawing/2014/main" val="1227359485"/>
                    </a:ext>
                  </a:extLst>
                </a:gridCol>
                <a:gridCol w="1920616">
                  <a:extLst>
                    <a:ext uri="{9D8B030D-6E8A-4147-A177-3AD203B41FA5}">
                      <a16:colId xmlns:a16="http://schemas.microsoft.com/office/drawing/2014/main" val="1183472630"/>
                    </a:ext>
                  </a:extLst>
                </a:gridCol>
                <a:gridCol w="2296555">
                  <a:extLst>
                    <a:ext uri="{9D8B030D-6E8A-4147-A177-3AD203B41FA5}">
                      <a16:colId xmlns:a16="http://schemas.microsoft.com/office/drawing/2014/main" val="2941040911"/>
                    </a:ext>
                  </a:extLst>
                </a:gridCol>
                <a:gridCol w="1836245">
                  <a:extLst>
                    <a:ext uri="{9D8B030D-6E8A-4147-A177-3AD203B41FA5}">
                      <a16:colId xmlns:a16="http://schemas.microsoft.com/office/drawing/2014/main" val="1924841797"/>
                    </a:ext>
                  </a:extLst>
                </a:gridCol>
              </a:tblGrid>
              <a:tr h="275942">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4" name="Group 23">
            <a:extLst>
              <a:ext uri="{FF2B5EF4-FFF2-40B4-BE49-F238E27FC236}">
                <a16:creationId xmlns:a16="http://schemas.microsoft.com/office/drawing/2014/main" id="{03AAD2F5-2B38-B791-9AE2-9DFBF00AC66E}"/>
              </a:ext>
            </a:extLst>
          </p:cNvPr>
          <p:cNvGrpSpPr/>
          <p:nvPr/>
        </p:nvGrpSpPr>
        <p:grpSpPr>
          <a:xfrm>
            <a:off x="9368508" y="7427123"/>
            <a:ext cx="3230077" cy="545303"/>
            <a:chOff x="107157" y="4978029"/>
            <a:chExt cx="2691728" cy="454419"/>
          </a:xfrm>
        </p:grpSpPr>
        <p:sp>
          <p:nvSpPr>
            <p:cNvPr id="25" name="TextBox 24">
              <a:extLst>
                <a:ext uri="{FF2B5EF4-FFF2-40B4-BE49-F238E27FC236}">
                  <a16:creationId xmlns:a16="http://schemas.microsoft.com/office/drawing/2014/main" id="{FF409AE3-102C-60BF-6CEA-DA7BAA3EC334}"/>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6" name="TextBox 25">
              <a:extLst>
                <a:ext uri="{FF2B5EF4-FFF2-40B4-BE49-F238E27FC236}">
                  <a16:creationId xmlns:a16="http://schemas.microsoft.com/office/drawing/2014/main" id="{BADEC0DB-D3E7-B2A5-E4F0-CC42B038F84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27" name="TextBox 26">
              <a:extLst>
                <a:ext uri="{FF2B5EF4-FFF2-40B4-BE49-F238E27FC236}">
                  <a16:creationId xmlns:a16="http://schemas.microsoft.com/office/drawing/2014/main" id="{F669A03C-7B54-7F99-5E08-E6973965C042}"/>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28" name="TextBox 27">
              <a:extLst>
                <a:ext uri="{FF2B5EF4-FFF2-40B4-BE49-F238E27FC236}">
                  <a16:creationId xmlns:a16="http://schemas.microsoft.com/office/drawing/2014/main" id="{14E7841D-6D37-2178-1946-B5085BC60295}"/>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12" name="TextBox 11">
            <a:extLst>
              <a:ext uri="{FF2B5EF4-FFF2-40B4-BE49-F238E27FC236}">
                <a16:creationId xmlns:a16="http://schemas.microsoft.com/office/drawing/2014/main" id="{6A795EA3-F65A-FEE9-DBB6-0C0048731F68}"/>
              </a:ext>
            </a:extLst>
          </p:cNvPr>
          <p:cNvSpPr txBox="1"/>
          <p:nvPr/>
        </p:nvSpPr>
        <p:spPr>
          <a:xfrm>
            <a:off x="6245352" y="3524226"/>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a:t>
            </a:r>
          </a:p>
        </p:txBody>
      </p:sp>
      <p:grpSp>
        <p:nvGrpSpPr>
          <p:cNvPr id="2" name="Group 1">
            <a:extLst>
              <a:ext uri="{FF2B5EF4-FFF2-40B4-BE49-F238E27FC236}">
                <a16:creationId xmlns:a16="http://schemas.microsoft.com/office/drawing/2014/main" id="{37DDF536-8377-D083-2DBD-A3C31F462C1A}"/>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633B58BA-1FF3-8005-4B63-66F81139C03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8" name="TextBox 7">
              <a:extLst>
                <a:ext uri="{FF2B5EF4-FFF2-40B4-BE49-F238E27FC236}">
                  <a16:creationId xmlns:a16="http://schemas.microsoft.com/office/drawing/2014/main" id="{9FE4B8B4-C96B-FC5B-21D0-7109043F993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2" name="Picture 31" descr="A bottle of soda with a red label&#10;&#10;Description automatically generated">
              <a:extLst>
                <a:ext uri="{FF2B5EF4-FFF2-40B4-BE49-F238E27FC236}">
                  <a16:creationId xmlns:a16="http://schemas.microsoft.com/office/drawing/2014/main" id="{DAAE01C4-976A-00B8-C828-D4EB34B2BD9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CE705D9A-E372-8095-0362-34FDAA49D8ED}"/>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0157425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CE9FD3-9EC5-1F5B-49C1-51524FD749AA}"/>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5CF4C96F-F314-C9A9-CBBA-A6C6C226A463}"/>
              </a:ext>
            </a:extLst>
          </p:cNvPr>
          <p:cNvGraphicFramePr>
            <a:graphicFrameLocks/>
          </p:cNvGraphicFramePr>
          <p:nvPr>
            <p:extLst>
              <p:ext uri="{D42A27DB-BD31-4B8C-83A1-F6EECF244321}">
                <p14:modId xmlns:p14="http://schemas.microsoft.com/office/powerpoint/2010/main" val="1064454846"/>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A25D0587-DADA-082A-C80C-259A6045CBD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D8C2C0C2-1F92-4C4E-7F3B-D5B1B7DE2712}"/>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8F356463-8BF8-11F2-ACA4-928A061E481F}"/>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63C1C772-1A6D-5FC5-C1DE-7CD267622780}"/>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563C5C71-27E7-29E0-6E25-8A35EB05AA3D}"/>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3EA55708-052E-0E4E-8FE8-9E0EACE47430}"/>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8DF84A9E-3DFE-1936-E7A8-0B49A68F5C2C}"/>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1AD0007D-E4FD-0DDE-9D93-C292041FFE3A}"/>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3251AB26-686E-79B0-E7DB-AB2CEBE33CA3}"/>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9E26C243-2E85-9A13-FDA3-60DEB6D2B6F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96465EF1-411A-55FB-0770-14C69F5F7FD0}"/>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DC95294D-C420-AB96-3084-4442A793B56D}"/>
              </a:ext>
            </a:extLst>
          </p:cNvPr>
          <p:cNvGraphicFramePr>
            <a:graphicFrameLocks noGrp="1"/>
          </p:cNvGraphicFramePr>
          <p:nvPr>
            <p:extLst>
              <p:ext uri="{D42A27DB-BD31-4B8C-83A1-F6EECF244321}">
                <p14:modId xmlns:p14="http://schemas.microsoft.com/office/powerpoint/2010/main" val="2265155428"/>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6.79</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6.78</a:t>
                      </a:r>
                    </a:p>
                    <a:p>
                      <a:pPr algn="ctr"/>
                      <a:r>
                        <a:rPr lang="en-US" sz="1400" dirty="0">
                          <a:latin typeface="Avenir Next LT Pro" panose="020B0504020202020204" pitchFamily="34" charset="0"/>
                        </a:rPr>
                        <a:t>48%</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6.86</a:t>
                      </a:r>
                    </a:p>
                    <a:p>
                      <a:pPr algn="ctr"/>
                      <a:r>
                        <a:rPr lang="en-US" sz="1400" dirty="0">
                          <a:latin typeface="Avenir Next LT Pro" panose="020B0504020202020204" pitchFamily="34" charset="0"/>
                        </a:rPr>
                        <a:t>47%</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6.66</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1E7E2463-D5BA-2DE2-4D5A-12A89E21BEC3}"/>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E05660AE-FBCB-294F-C5ED-D67B138095EE}"/>
              </a:ext>
            </a:extLst>
          </p:cNvPr>
          <p:cNvSpPr txBox="1"/>
          <p:nvPr/>
        </p:nvSpPr>
        <p:spPr>
          <a:xfrm>
            <a:off x="2230093" y="1867455"/>
            <a:ext cx="2524182"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a:t>
            </a:r>
          </a:p>
        </p:txBody>
      </p:sp>
      <p:cxnSp>
        <p:nvCxnSpPr>
          <p:cNvPr id="12" name="Straight Connector 11">
            <a:extLst>
              <a:ext uri="{FF2B5EF4-FFF2-40B4-BE49-F238E27FC236}">
                <a16:creationId xmlns:a16="http://schemas.microsoft.com/office/drawing/2014/main" id="{5B50C7E3-193A-CF24-6B22-4ADC7BF5F943}"/>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D7366F3D-4636-DF25-8D4F-6A3BAF29D1A0}"/>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CA6B5F93-CB1D-400E-332F-B2423A3C3863}"/>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001C515A-D397-FB53-EB3A-C26D6313B02B}"/>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2EC9FE3E-7E2E-9578-B7F0-0F54504FCA73}"/>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6323FA4E-5511-91D2-8E0F-991043247495}"/>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F591FB74-8FAB-C981-4240-28EE47913AA1}"/>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1A6A0BED-14F5-39B0-395B-B60F352A0B83}"/>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2" name="Group 1">
            <a:extLst>
              <a:ext uri="{FF2B5EF4-FFF2-40B4-BE49-F238E27FC236}">
                <a16:creationId xmlns:a16="http://schemas.microsoft.com/office/drawing/2014/main" id="{EFB0C7B6-E798-E976-75B0-B440B07B2A16}"/>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C4D3EF74-71AF-8A01-0E82-10E173F3563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1" name="TextBox 10">
              <a:extLst>
                <a:ext uri="{FF2B5EF4-FFF2-40B4-BE49-F238E27FC236}">
                  <a16:creationId xmlns:a16="http://schemas.microsoft.com/office/drawing/2014/main" id="{3DC56FD0-E47B-E99D-C263-51596400F11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32803A0D-2953-7598-3A91-A57A356F3E0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A789CA81-209D-F43E-AB25-1FB32278BF3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5897848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2DF9D1-E8C8-14AE-1C55-FEFB54F5A23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84C4703-F834-DBB2-455F-8060383F3639}"/>
              </a:ext>
            </a:extLst>
          </p:cNvPr>
          <p:cNvSpPr>
            <a:spLocks noGrp="1"/>
          </p:cNvSpPr>
          <p:nvPr>
            <p:ph type="sldNum" sz="quarter" idx="14"/>
          </p:nvPr>
        </p:nvSpPr>
        <p:spPr/>
        <p:txBody>
          <a:bodyPr/>
          <a:lstStyle/>
          <a:p>
            <a:fld id="{9BBCFCA3-D307-4DD3-86E3-CC1388E97AC0}" type="slidenum">
              <a:rPr lang="en-US" smtClean="0"/>
              <a:pPr/>
              <a:t>68</a:t>
            </a:fld>
            <a:endParaRPr lang="en-US"/>
          </a:p>
        </p:txBody>
      </p:sp>
      <p:grpSp>
        <p:nvGrpSpPr>
          <p:cNvPr id="10" name="Group 9">
            <a:extLst>
              <a:ext uri="{FF2B5EF4-FFF2-40B4-BE49-F238E27FC236}">
                <a16:creationId xmlns:a16="http://schemas.microsoft.com/office/drawing/2014/main" id="{D7CF9BA4-EB81-2209-4678-48725C518D8C}"/>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3D4F2B3C-FF1C-5601-D64F-9E9D4C0D689E}"/>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61FCB9E-39C6-3E51-0554-A3365090356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791B941D-70A9-6628-0240-D574D6B18EBB}"/>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E2F64E61-147F-9509-A8F2-96844CC611E8}"/>
              </a:ext>
            </a:extLst>
          </p:cNvPr>
          <p:cNvGraphicFramePr>
            <a:graphicFrameLocks noGrp="1"/>
          </p:cNvGraphicFramePr>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B9FBADA5-0D11-9711-2D51-FC39A07F0900}"/>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F24E5FAE-2548-AC08-1E7B-69CFB0F91958}"/>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42603FF4-2DE5-7F21-1B82-D19C13F3E61E}"/>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2DC7DA81-B985-68C6-419C-E124979E99EC}"/>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65490869-DD42-3FAF-84C5-306BB6004A7A}"/>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7F106A10-5679-4CE4-11FB-39B924259C00}"/>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AF17E5F5-D3A0-84E6-90FF-30F8E1A78AB9}"/>
              </a:ext>
            </a:extLst>
          </p:cNvPr>
          <p:cNvSpPr txBox="1"/>
          <p:nvPr/>
        </p:nvSpPr>
        <p:spPr>
          <a:xfrm>
            <a:off x="533731" y="1929311"/>
            <a:ext cx="1635480" cy="646331"/>
          </a:xfrm>
          <a:prstGeom prst="rect">
            <a:avLst/>
          </a:prstGeom>
          <a:solidFill>
            <a:srgbClr val="FF560E"/>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CCZS Drinkers</a:t>
            </a:r>
          </a:p>
          <a:p>
            <a:pPr algn="ctr">
              <a:defRPr/>
            </a:pPr>
            <a:r>
              <a:rPr lang="en-US" sz="1400" b="1" kern="0" dirty="0">
                <a:solidFill>
                  <a:prstClr val="white"/>
                </a:solidFill>
                <a:latin typeface="Avenir Next LT Pro" panose="020B0504020202020204" pitchFamily="34" charset="0"/>
              </a:rPr>
              <a:t>N ~ 339 per Product</a:t>
            </a:r>
          </a:p>
        </p:txBody>
      </p:sp>
      <p:sp>
        <p:nvSpPr>
          <p:cNvPr id="30" name="TextBox 29">
            <a:extLst>
              <a:ext uri="{FF2B5EF4-FFF2-40B4-BE49-F238E27FC236}">
                <a16:creationId xmlns:a16="http://schemas.microsoft.com/office/drawing/2014/main" id="{0272D064-D789-E030-696D-E645197CB3D1}"/>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3BA6D92D-610C-1A54-4294-D5A5943F774B}"/>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10A7D0FC-3EC5-5837-6099-2C5AEF3CD9C6}"/>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F36D7793-F5EB-69CF-A194-DD0A352E2FE7}"/>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DA5C9B94-B355-DACF-7412-63CDA5D01861}"/>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C0CF68DF-1F30-8B38-CD82-FFC4F678B369}"/>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F55D3B98-8B40-F124-318D-575D78D9E701}"/>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95F7C2E2-AC68-742E-9744-96936ED0ACBF}"/>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D4EA1CF2-25FD-AC64-7750-283BD6AF825C}"/>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ECD6CC6A-5C20-8FD6-5E34-6214AAF84580}"/>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4D9C03E5-5C71-F474-1D12-532C2AA031F6}"/>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6C065BF1-134D-C02E-E3A9-494B390F4EDD}"/>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9B91D285-C266-8440-57AD-E7368D5699D3}"/>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E669511F-CCDD-E346-6FB8-F676CE138C9C}"/>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F403D225-0A24-FF52-0F45-D4FCEA285795}"/>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 name="Group 1">
            <a:extLst>
              <a:ext uri="{FF2B5EF4-FFF2-40B4-BE49-F238E27FC236}">
                <a16:creationId xmlns:a16="http://schemas.microsoft.com/office/drawing/2014/main" id="{CE1E5CCC-7971-4BA8-E110-9C165ED9036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3062A39A-AA9A-0D0A-879C-58FC33DDE64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907B847D-CB88-CB32-795C-AE13320A67D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E1671D6D-0200-BA77-4BF7-5952A675924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DC363F73-3F16-020D-99FB-DCC6A9E66328}"/>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34217206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7CBD8B-20D5-354D-1DB5-05F6ECEB3C8C}"/>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7D4789CB-6DAD-1A89-4DF1-8A3535948453}"/>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48C44511-BC0F-9166-98CE-5257F91BC743}"/>
              </a:ext>
            </a:extLst>
          </p:cNvPr>
          <p:cNvSpPr>
            <a:spLocks noGrp="1"/>
          </p:cNvSpPr>
          <p:nvPr>
            <p:ph type="sldNum" sz="quarter" idx="14"/>
          </p:nvPr>
        </p:nvSpPr>
        <p:spPr/>
        <p:txBody>
          <a:bodyPr/>
          <a:lstStyle/>
          <a:p>
            <a:fld id="{9BBCFCA3-D307-4DD3-86E3-CC1388E97AC0}" type="slidenum">
              <a:rPr lang="en-US" smtClean="0"/>
              <a:pPr/>
              <a:t>69</a:t>
            </a:fld>
            <a:endParaRPr lang="en-US"/>
          </a:p>
        </p:txBody>
      </p:sp>
      <p:grpSp>
        <p:nvGrpSpPr>
          <p:cNvPr id="10" name="Group 9">
            <a:extLst>
              <a:ext uri="{FF2B5EF4-FFF2-40B4-BE49-F238E27FC236}">
                <a16:creationId xmlns:a16="http://schemas.microsoft.com/office/drawing/2014/main" id="{0446F737-D57D-1AE8-E818-BDE9B80D9C8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4B6B6E8D-37CD-0AFE-37A5-10360F021AF7}"/>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1C65A359-CCD9-6757-D9E2-15B1588D06A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4E58B181-61DF-68BA-AAC9-A37F2B544E96}"/>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9EDEEF4E-6F32-1AAA-0ECB-9AD36DA768CC}"/>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B10A753A-0249-E6B9-DA2C-B302998E82AF}"/>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652EAEE3-A66C-2BAD-3A0E-A52D7B61D60E}"/>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AB3A2C05-07DD-9447-F20B-F7DD7AD4FACA}"/>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5F39E0D4-FDB7-D065-CE2D-8960EC7804E1}"/>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A5F57E82-B451-952D-2129-767DB0B4A5F3}"/>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F840D4FA-B372-B257-635D-DE3714FB0682}"/>
              </a:ext>
            </a:extLst>
          </p:cNvPr>
          <p:cNvSpPr txBox="1"/>
          <p:nvPr/>
        </p:nvSpPr>
        <p:spPr>
          <a:xfrm>
            <a:off x="273131" y="2129673"/>
            <a:ext cx="2265531"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a:t>
            </a:r>
          </a:p>
        </p:txBody>
      </p:sp>
      <p:cxnSp>
        <p:nvCxnSpPr>
          <p:cNvPr id="7" name="Straight Connector 6">
            <a:extLst>
              <a:ext uri="{FF2B5EF4-FFF2-40B4-BE49-F238E27FC236}">
                <a16:creationId xmlns:a16="http://schemas.microsoft.com/office/drawing/2014/main" id="{E227CA86-F922-354A-9984-5FF3D05F9623}"/>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566C4DC6-C231-E25D-D109-25C94A09443D}"/>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9262A5BC-4CA4-87FA-B35B-2A359F6E79EF}"/>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6" name="Group 5">
            <a:extLst>
              <a:ext uri="{FF2B5EF4-FFF2-40B4-BE49-F238E27FC236}">
                <a16:creationId xmlns:a16="http://schemas.microsoft.com/office/drawing/2014/main" id="{384AA7E2-76C8-026E-3FD2-25EB3D92BB33}"/>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8A719997-4AFC-2D5D-FED3-EB88C03FC68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3BEEE3F7-659E-D556-E551-CD07F390349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4A18DBD1-F1AF-E551-5C62-FEB53AD6291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B7C9C298-7BDB-8BEC-9E2E-E3693D87FB01}"/>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4374570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C3E6D9-BFF2-3460-B56C-D39925BA147A}"/>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BA524774-40B9-5B9C-C396-A5BAB0E087B2}"/>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0EF69F25-C49E-D327-CA9D-3145761C5AE3}"/>
              </a:ext>
            </a:extLst>
          </p:cNvPr>
          <p:cNvGraphicFramePr>
            <a:graphicFrameLocks/>
          </p:cNvGraphicFramePr>
          <p:nvPr>
            <p:extLst>
              <p:ext uri="{D42A27DB-BD31-4B8C-83A1-F6EECF244321}">
                <p14:modId xmlns:p14="http://schemas.microsoft.com/office/powerpoint/2010/main" val="372201961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068196B9-30BD-DF73-5721-9EE70DD8B269}"/>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4FA990B7-A649-5A15-2FF0-0197FD4A5B44}"/>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2F3BD73B-AD4D-7380-EFD0-ACCF2B25DFBA}"/>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113FD301-FD1A-3BFE-864A-B904E4A87E49}"/>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FAE801DC-6BDA-92B7-0986-609AEADD4F9B}"/>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68%</a:t>
              </a:r>
            </a:p>
            <a:p>
              <a:pPr defTabSz="548618">
                <a:defRPr/>
              </a:pPr>
              <a:r>
                <a:rPr lang="en-US" sz="1000" dirty="0">
                  <a:solidFill>
                    <a:srgbClr val="FFFFFF"/>
                  </a:solidFill>
                  <a:latin typeface="Avenir Next LT Pro" panose="020B0504020202020204" pitchFamily="34" charset="0"/>
                </a:rPr>
                <a:t>Overall Flavor			59%	</a:t>
              </a:r>
            </a:p>
            <a:p>
              <a:pPr defTabSz="548618">
                <a:defRPr/>
              </a:pPr>
              <a:r>
                <a:rPr lang="en-US" sz="1000" dirty="0">
                  <a:solidFill>
                    <a:srgbClr val="FFFFFF"/>
                  </a:solidFill>
                  <a:latin typeface="Avenir Next LT Pro" panose="020B0504020202020204" pitchFamily="34" charset="0"/>
                </a:rPr>
                <a:t>Cola Flavor			58%</a:t>
              </a:r>
            </a:p>
            <a:p>
              <a:pPr defTabSz="548618">
                <a:defRPr/>
              </a:pPr>
              <a:r>
                <a:rPr lang="en-US" sz="1000" dirty="0">
                  <a:solidFill>
                    <a:srgbClr val="FFFFFF"/>
                  </a:solidFill>
                  <a:latin typeface="Avenir Next LT Pro" panose="020B0504020202020204" pitchFamily="34" charset="0"/>
                </a:rPr>
                <a:t>Sweetness			61%</a:t>
              </a:r>
            </a:p>
            <a:p>
              <a:pPr defTabSz="548618">
                <a:defRPr/>
              </a:pPr>
              <a:r>
                <a:rPr lang="en-US" sz="1000" dirty="0">
                  <a:solidFill>
                    <a:srgbClr val="FFFFFF"/>
                  </a:solidFill>
                  <a:latin typeface="Avenir Next LT Pro" panose="020B0504020202020204" pitchFamily="34" charset="0"/>
                </a:rPr>
                <a:t>Sourness 			78%</a:t>
              </a:r>
            </a:p>
            <a:p>
              <a:pPr defTabSz="548618">
                <a:defRPr/>
              </a:pPr>
              <a:r>
                <a:rPr lang="en-US" sz="1000" dirty="0">
                  <a:solidFill>
                    <a:srgbClr val="FFFFFF"/>
                  </a:solidFill>
                  <a:latin typeface="Avenir Next LT Pro" panose="020B0504020202020204" pitchFamily="34" charset="0"/>
                </a:rPr>
                <a:t>Mouthfeel			84%</a:t>
              </a:r>
            </a:p>
            <a:p>
              <a:pPr defTabSz="548618">
                <a:defRPr/>
              </a:pPr>
              <a:r>
                <a:rPr lang="en-US" sz="1000" dirty="0">
                  <a:solidFill>
                    <a:srgbClr val="FFFFFF"/>
                  </a:solidFill>
                  <a:latin typeface="Avenir Next LT Pro" panose="020B0504020202020204" pitchFamily="34" charset="0"/>
                </a:rPr>
                <a:t>Carbonation			64%</a:t>
              </a:r>
            </a:p>
          </p:txBody>
        </p:sp>
      </p:grpSp>
      <p:sp>
        <p:nvSpPr>
          <p:cNvPr id="4" name="Slide Number Placeholder 3">
            <a:extLst>
              <a:ext uri="{FF2B5EF4-FFF2-40B4-BE49-F238E27FC236}">
                <a16:creationId xmlns:a16="http://schemas.microsoft.com/office/drawing/2014/main" id="{4BC75A91-57BA-FD26-46C5-0F6FE916FC74}"/>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70</a:t>
            </a:fld>
            <a:endParaRPr lang="en-US">
              <a:solidFill>
                <a:srgbClr val="52565E"/>
              </a:solidFill>
              <a:latin typeface="Unity"/>
            </a:endParaRPr>
          </a:p>
        </p:txBody>
      </p:sp>
      <p:grpSp>
        <p:nvGrpSpPr>
          <p:cNvPr id="10" name="Group 9">
            <a:extLst>
              <a:ext uri="{FF2B5EF4-FFF2-40B4-BE49-F238E27FC236}">
                <a16:creationId xmlns:a16="http://schemas.microsoft.com/office/drawing/2014/main" id="{30F23A0F-DA12-98F4-7BA4-145E5CA7BE7E}"/>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BD673B9A-784B-5782-50C9-02455C5F1CB4}"/>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4DE1F03-ED2B-614A-8FAA-736FB3A9E40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3644963B-E7F5-0CA1-F2C3-F5F2367CD08E}"/>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99CEB79D-7C2D-49E6-91B3-DA8E7D87EB17}"/>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CCEF8E69-F3CF-F42A-8565-0D19579E990A}"/>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B92B9536-C743-8516-2705-6538D01FD006}"/>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B3999C9A-7B25-097E-704F-CB274E62A490}"/>
              </a:ext>
            </a:extLst>
          </p:cNvPr>
          <p:cNvGrpSpPr/>
          <p:nvPr/>
        </p:nvGrpSpPr>
        <p:grpSpPr>
          <a:xfrm>
            <a:off x="8684218" y="94368"/>
            <a:ext cx="5855930" cy="1551678"/>
            <a:chOff x="8684218" y="94368"/>
            <a:chExt cx="5855930" cy="1551678"/>
          </a:xfrm>
        </p:grpSpPr>
        <p:sp>
          <p:nvSpPr>
            <p:cNvPr id="16" name="Rectangle 15">
              <a:extLst>
                <a:ext uri="{FF2B5EF4-FFF2-40B4-BE49-F238E27FC236}">
                  <a16:creationId xmlns:a16="http://schemas.microsoft.com/office/drawing/2014/main" id="{9D2B2281-9CD3-8770-B5E0-E35C6054B87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44733F63-389B-B81A-7536-0130EE0FE31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3B622EF3-D5A8-C2D3-6845-0DC4ECD4F67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68655445-5613-037B-822E-EEFAE6C018FB}"/>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57693596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B02259-F47C-061E-823B-BB473F43F6E8}"/>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725DE33C-AF30-53D2-473F-EB8683DE14D2}"/>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97971094-7520-7798-08C6-5CE40C6CBC79}"/>
              </a:ext>
            </a:extLst>
          </p:cNvPr>
          <p:cNvGraphicFramePr>
            <a:graphicFrameLocks/>
          </p:cNvGraphicFramePr>
          <p:nvPr>
            <p:extLst>
              <p:ext uri="{D42A27DB-BD31-4B8C-83A1-F6EECF244321}">
                <p14:modId xmlns:p14="http://schemas.microsoft.com/office/powerpoint/2010/main" val="3121725773"/>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B96E6C8A-E4E7-67A4-EA3B-5AFE853A9134}"/>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72F1C798-5DD6-EB45-42CB-6825F1E97974}"/>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CB8D7E9-7EA2-A2C6-4C73-91E4FF7A5A81}"/>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D3E0A75B-D5E8-A4CA-A27A-A91427B4BE9D}"/>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dirty="0">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dirty="0">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dirty="0">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25C34EB4-C561-2E2B-FD7E-8514AC0AC190}"/>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65%	</a:t>
              </a:r>
            </a:p>
            <a:p>
              <a:pPr defTabSz="548618">
                <a:defRPr/>
              </a:pPr>
              <a:r>
                <a:rPr lang="en-US" sz="1000" dirty="0">
                  <a:solidFill>
                    <a:srgbClr val="FFFFFF"/>
                  </a:solidFill>
                  <a:latin typeface="Avenir Next LT Pro" panose="020B0504020202020204" pitchFamily="34" charset="0"/>
                </a:rPr>
                <a:t>Cola Flavor			63%</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75%</a:t>
              </a:r>
            </a:p>
            <a:p>
              <a:pPr defTabSz="548618">
                <a:defRPr/>
              </a:pPr>
              <a:r>
                <a:rPr lang="en-US" sz="1000" dirty="0">
                  <a:solidFill>
                    <a:srgbClr val="FFFFFF"/>
                  </a:solidFill>
                  <a:latin typeface="Avenir Next LT Pro" panose="020B0504020202020204" pitchFamily="34" charset="0"/>
                </a:rPr>
                <a:t>Carbonation			68%</a:t>
              </a:r>
            </a:p>
          </p:txBody>
        </p:sp>
      </p:grpSp>
      <p:sp>
        <p:nvSpPr>
          <p:cNvPr id="4" name="Slide Number Placeholder 3">
            <a:extLst>
              <a:ext uri="{FF2B5EF4-FFF2-40B4-BE49-F238E27FC236}">
                <a16:creationId xmlns:a16="http://schemas.microsoft.com/office/drawing/2014/main" id="{43A95D82-20A8-CF0E-E886-EE24CD3EA16B}"/>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71</a:t>
            </a:fld>
            <a:endParaRPr lang="en-US">
              <a:solidFill>
                <a:srgbClr val="52565E"/>
              </a:solidFill>
              <a:latin typeface="Unity"/>
            </a:endParaRPr>
          </a:p>
        </p:txBody>
      </p:sp>
      <p:grpSp>
        <p:nvGrpSpPr>
          <p:cNvPr id="10" name="Group 9">
            <a:extLst>
              <a:ext uri="{FF2B5EF4-FFF2-40B4-BE49-F238E27FC236}">
                <a16:creationId xmlns:a16="http://schemas.microsoft.com/office/drawing/2014/main" id="{6DB0D6FD-5FDF-3065-16A9-AC4BB29B598E}"/>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DE6D61D9-89C1-E724-C2B3-4748A8C747DA}"/>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6D87B454-6B40-9C42-3CA9-F2F72FF0D94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94A17D04-FF4F-1FA9-B0EC-B8D28114DDB0}"/>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8CD5479D-35C5-37EE-8EC8-CEE13756847C}"/>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307D05E4-379F-29E8-D3A2-0ED05DF5C264}"/>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685F5456-8BAC-5002-1E8F-BE01626A5BC3}"/>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8D047CF8-E265-2D3A-A084-319DEB72E6D1}"/>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071F4F36-B05A-E9BF-3728-0D9B6E65911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25F3B46F-5C50-AA21-C74F-DAA5DC4AA0D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B9F9BE06-AFE1-38C9-636B-AB0B288F643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7DA3E70-874F-8005-44B9-A19FA466E11C}"/>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9765284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B5E556-52CE-973B-CADA-076615E3EEE2}"/>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F716092F-F3BD-7483-E9C8-87B0953377F1}"/>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94CD82F3-188E-7F30-7687-C0054C75F03A}"/>
              </a:ext>
            </a:extLst>
          </p:cNvPr>
          <p:cNvGraphicFramePr>
            <a:graphicFrameLocks/>
          </p:cNvGraphicFramePr>
          <p:nvPr>
            <p:extLst>
              <p:ext uri="{D42A27DB-BD31-4B8C-83A1-F6EECF244321}">
                <p14:modId xmlns:p14="http://schemas.microsoft.com/office/powerpoint/2010/main" val="6795987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D6DF8196-A978-12BC-7A28-4EC17B17002F}"/>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5C79B184-1544-21D7-198C-01196BECF552}"/>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F6464253-C46E-9DF2-57C2-31918FF40274}"/>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2F0EB3A1-A42E-219A-ADD4-754ECA91A8E3}"/>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1305C1F7-833A-3530-D255-99F278814C02}"/>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72%</a:t>
              </a:r>
            </a:p>
            <a:p>
              <a:pPr defTabSz="548618">
                <a:defRPr/>
              </a:pPr>
              <a:r>
                <a:rPr lang="en-US" sz="1000" dirty="0">
                  <a:solidFill>
                    <a:srgbClr val="FFFFFF"/>
                  </a:solidFill>
                  <a:latin typeface="Avenir Next LT Pro" panose="020B0504020202020204" pitchFamily="34" charset="0"/>
                </a:rPr>
                <a:t>Overall Flavor			66%	</a:t>
              </a:r>
            </a:p>
            <a:p>
              <a:pPr defTabSz="548618">
                <a:defRPr/>
              </a:pPr>
              <a:r>
                <a:rPr lang="en-US" sz="1000" dirty="0">
                  <a:solidFill>
                    <a:srgbClr val="FFFFFF"/>
                  </a:solidFill>
                  <a:latin typeface="Avenir Next LT Pro" panose="020B0504020202020204" pitchFamily="34" charset="0"/>
                </a:rPr>
                <a:t>Cola Flavor			63%</a:t>
              </a:r>
            </a:p>
            <a:p>
              <a:pPr defTabSz="548618">
                <a:defRPr/>
              </a:pPr>
              <a:r>
                <a:rPr lang="en-US" sz="1000" dirty="0">
                  <a:solidFill>
                    <a:srgbClr val="FFFFFF"/>
                  </a:solidFill>
                  <a:latin typeface="Avenir Next LT Pro" panose="020B0504020202020204" pitchFamily="34" charset="0"/>
                </a:rPr>
                <a:t>Sweetness			70%</a:t>
              </a:r>
            </a:p>
            <a:p>
              <a:pPr defTabSz="548618">
                <a:defRPr/>
              </a:pPr>
              <a:r>
                <a:rPr lang="en-US" sz="1000" dirty="0">
                  <a:solidFill>
                    <a:srgbClr val="FFFFFF"/>
                  </a:solidFill>
                  <a:latin typeface="Avenir Next LT Pro" panose="020B0504020202020204" pitchFamily="34" charset="0"/>
                </a:rPr>
                <a:t>Sourness 			77%</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69%</a:t>
              </a:r>
            </a:p>
          </p:txBody>
        </p:sp>
      </p:grpSp>
      <p:sp>
        <p:nvSpPr>
          <p:cNvPr id="4" name="Slide Number Placeholder 3">
            <a:extLst>
              <a:ext uri="{FF2B5EF4-FFF2-40B4-BE49-F238E27FC236}">
                <a16:creationId xmlns:a16="http://schemas.microsoft.com/office/drawing/2014/main" id="{9FD85DD5-E2CD-3992-EFAF-34B45824E2AC}"/>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72</a:t>
            </a:fld>
            <a:endParaRPr lang="en-US">
              <a:solidFill>
                <a:srgbClr val="52565E"/>
              </a:solidFill>
              <a:latin typeface="Unity"/>
            </a:endParaRPr>
          </a:p>
        </p:txBody>
      </p:sp>
      <p:grpSp>
        <p:nvGrpSpPr>
          <p:cNvPr id="10" name="Group 9">
            <a:extLst>
              <a:ext uri="{FF2B5EF4-FFF2-40B4-BE49-F238E27FC236}">
                <a16:creationId xmlns:a16="http://schemas.microsoft.com/office/drawing/2014/main" id="{AEDF3D30-12BC-5C2A-20F0-0C24BFBC514E}"/>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547E3334-19E3-1B28-57F5-E93E5D175D84}"/>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F380F51-2489-5667-FF6D-5EF1FBCF375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A5B57C41-C72E-4F9E-3B17-F3877C09F06A}"/>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080BE023-6840-DA33-90C3-8806E297C1E4}"/>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E2E2790E-5412-224D-06EC-2E50D8E11A7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8A9C6E3D-A5F4-B98C-0D00-2869C2238BB3}"/>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C9A97C0B-8A54-E675-419C-FBECD0445307}"/>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F21A6C53-1B08-E6F2-57DB-52F7B87E2D7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5CD915DD-9781-DA39-251F-62C80E5B4AE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A5988831-EE01-0427-8004-8C99D0C0FF0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AAFA69DC-A126-5AC3-DB6E-2702754FC02F}"/>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5306156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3B56D0-6544-B8FA-B6B4-35560E345746}"/>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8A7ADD50-8C87-FC1C-0B68-6E89EC13124B}"/>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90B4EDB1-B570-6710-D415-7071FDF7D4D2}"/>
              </a:ext>
            </a:extLst>
          </p:cNvPr>
          <p:cNvGraphicFramePr>
            <a:graphicFrameLocks/>
          </p:cNvGraphicFramePr>
          <p:nvPr>
            <p:extLst>
              <p:ext uri="{D42A27DB-BD31-4B8C-83A1-F6EECF244321}">
                <p14:modId xmlns:p14="http://schemas.microsoft.com/office/powerpoint/2010/main" val="149428820"/>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8E853155-F1B1-B193-C32F-C4C3A6F6DC98}"/>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388FDD60-113B-CEC5-5949-D833398741F4}"/>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4B11C920-F5A7-612E-42B8-638F499DAB96}"/>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370AFBBC-4B57-5136-63D3-74431475E9F6}"/>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7968CB20-DCA6-CE88-5EDF-655B0759B984}"/>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73%</a:t>
              </a:r>
            </a:p>
            <a:p>
              <a:pPr defTabSz="548618">
                <a:defRPr/>
              </a:pPr>
              <a:r>
                <a:rPr lang="en-US" sz="1000" dirty="0">
                  <a:solidFill>
                    <a:srgbClr val="FFFFFF"/>
                  </a:solidFill>
                  <a:latin typeface="Avenir Next LT Pro" panose="020B0504020202020204" pitchFamily="34" charset="0"/>
                </a:rPr>
                <a:t>Overall Flavor			60%	</a:t>
              </a:r>
            </a:p>
            <a:p>
              <a:pPr defTabSz="548618">
                <a:defRPr/>
              </a:pPr>
              <a:r>
                <a:rPr lang="en-US" sz="1000" dirty="0">
                  <a:solidFill>
                    <a:srgbClr val="FFFFFF"/>
                  </a:solidFill>
                  <a:latin typeface="Avenir Next LT Pro" panose="020B0504020202020204" pitchFamily="34" charset="0"/>
                </a:rPr>
                <a:t>Cola Flavor			59%</a:t>
              </a:r>
            </a:p>
            <a:p>
              <a:pPr defTabSz="548618">
                <a:defRPr/>
              </a:pPr>
              <a:r>
                <a:rPr lang="en-US" sz="1000" dirty="0">
                  <a:solidFill>
                    <a:srgbClr val="FFFFFF"/>
                  </a:solidFill>
                  <a:latin typeface="Avenir Next LT Pro" panose="020B0504020202020204" pitchFamily="34" charset="0"/>
                </a:rPr>
                <a:t>Sweetness			61%</a:t>
              </a:r>
            </a:p>
            <a:p>
              <a:pPr defTabSz="548618">
                <a:defRPr/>
              </a:pPr>
              <a:r>
                <a:rPr lang="en-US" sz="1000" dirty="0">
                  <a:solidFill>
                    <a:srgbClr val="FFFFFF"/>
                  </a:solidFill>
                  <a:latin typeface="Avenir Next LT Pro" panose="020B0504020202020204" pitchFamily="34" charset="0"/>
                </a:rPr>
                <a:t>Sourness 			73%</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63%</a:t>
              </a:r>
            </a:p>
          </p:txBody>
        </p:sp>
      </p:grpSp>
      <p:sp>
        <p:nvSpPr>
          <p:cNvPr id="4" name="Slide Number Placeholder 3">
            <a:extLst>
              <a:ext uri="{FF2B5EF4-FFF2-40B4-BE49-F238E27FC236}">
                <a16:creationId xmlns:a16="http://schemas.microsoft.com/office/drawing/2014/main" id="{76232CD4-60DD-CE06-B5DE-E58433ED317E}"/>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73</a:t>
            </a:fld>
            <a:endParaRPr lang="en-US">
              <a:solidFill>
                <a:srgbClr val="52565E"/>
              </a:solidFill>
              <a:latin typeface="Unity"/>
            </a:endParaRPr>
          </a:p>
        </p:txBody>
      </p:sp>
      <p:grpSp>
        <p:nvGrpSpPr>
          <p:cNvPr id="10" name="Group 9">
            <a:extLst>
              <a:ext uri="{FF2B5EF4-FFF2-40B4-BE49-F238E27FC236}">
                <a16:creationId xmlns:a16="http://schemas.microsoft.com/office/drawing/2014/main" id="{DFEAD9A4-EA56-0048-C9D8-BDBC7929EC42}"/>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5E595E4-CE7E-5A93-F605-29AE50D7FBE9}"/>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12545212-B939-0924-D5E9-F94354DA410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0427E20D-3F19-2FCB-D0EE-A511D45CB519}"/>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D1DD5336-2E3B-A259-4B45-D74332DCD1FC}"/>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FDFA0847-2DA7-9289-B889-E75B01F9C45F}"/>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AFDB8206-25C3-D18E-9C7C-0B9BE4CA12C1}"/>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94142CB6-C9D4-8A6F-E8FB-8B00DFA4F144}"/>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4EA29CC6-5D42-A99C-F01E-959E221129A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531D01D4-EC86-BFC0-0BAA-79DC645A532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4A5DFC58-5351-94B6-4736-BA34CF342C3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38511351-4C34-41B4-6DDE-B21DEC156898}"/>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5951007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89EC46-0A04-BFF1-420C-A696CCFF30D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4AB0C33-8A04-793D-5D31-049480EC695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7FCACEED-0CED-33C2-CEFF-C5FE14A83ADB}"/>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6188CA97-C5A5-A9D6-2CF0-71073F1CC9A5}"/>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A75D831C-134A-2B99-D3A9-686B6B19C7F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BC4F9584-B90C-6A3D-A7AD-C9BB91324AED}"/>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683522FB-75CF-DFBF-B1A1-B51DC4AE036C}"/>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988AC2FB-08AE-73AD-7A1C-37100CC648D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A70BFD85-10F9-E759-321D-0EF73A0D4ECA}"/>
                </a:ext>
              </a:extLst>
            </p:cNvPr>
            <p:cNvGraphicFramePr/>
            <p:nvPr>
              <p:extLst>
                <p:ext uri="{D42A27DB-BD31-4B8C-83A1-F6EECF244321}">
                  <p14:modId xmlns:p14="http://schemas.microsoft.com/office/powerpoint/2010/main" val="364915509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2C4073EF-558C-4417-2491-439FF0587422}"/>
                </a:ext>
              </a:extLst>
            </p:cNvPr>
            <p:cNvSpPr txBox="1"/>
            <p:nvPr/>
          </p:nvSpPr>
          <p:spPr>
            <a:xfrm>
              <a:off x="2902880" y="2112425"/>
              <a:ext cx="1055441"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(First Sip)</a:t>
              </a:r>
            </a:p>
          </p:txBody>
        </p:sp>
      </p:grpSp>
      <p:pic>
        <p:nvPicPr>
          <p:cNvPr id="15" name="Picture 14">
            <a:extLst>
              <a:ext uri="{FF2B5EF4-FFF2-40B4-BE49-F238E27FC236}">
                <a16:creationId xmlns:a16="http://schemas.microsoft.com/office/drawing/2014/main" id="{F52D7730-CDE9-3708-2864-D12BBF3A830D}"/>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C0B9975D-4877-35BB-7B1B-5CC16000D64B}"/>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A5169074-E9DA-8DAC-A639-E5D11F7D79AF}"/>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923EC6B7-5FF9-E2BF-D752-1CEB75EC5C4C}"/>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C1DC6990-C51D-FC3B-AFCB-3683084B1B6C}"/>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3810EB50-DF10-DF42-4A6B-F28C46004BB5}"/>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CF637E07-43A8-416E-43C7-435010C94F1B}"/>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8C682E66-7647-DD1B-8327-9C3CD5152C9F}"/>
              </a:ext>
            </a:extLst>
          </p:cNvPr>
          <p:cNvSpPr txBox="1"/>
          <p:nvPr/>
        </p:nvSpPr>
        <p:spPr>
          <a:xfrm>
            <a:off x="6245352" y="2520962"/>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EC0C96B7-B3E2-489D-EFCA-482B404F5CE6}"/>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2F8FDD65-2917-7094-116F-5606700C95C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070D2783-E7BA-3722-38A5-78BD9471143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7FAACB01-E717-441F-12F2-07B13D81468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7E6CE23E-56F2-A37B-C6CA-F3647B1AB987}"/>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3553706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B5435C-606B-3F4A-26CB-43F1DC3C7E7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360F6C0-A734-E656-DDDF-5ABF544C655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665C3019-64D6-C102-36E1-A4951B7139C6}"/>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7A4170F2-D1D6-06E2-2E3B-A1E8D205BA29}"/>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2CA7BB84-429C-4292-1C29-62CE25B8086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2EF59900-29E4-1016-5FF0-EFE61111AEC8}"/>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9904E8EA-6B52-65A5-1DEF-D65F62A5574A}"/>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08000E83-3B3E-3850-A74A-3A188F07597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16FF5F8C-84BB-EF74-F383-48E6073722D9}"/>
                </a:ext>
              </a:extLst>
            </p:cNvPr>
            <p:cNvGraphicFramePr/>
            <p:nvPr>
              <p:extLst>
                <p:ext uri="{D42A27DB-BD31-4B8C-83A1-F6EECF244321}">
                  <p14:modId xmlns:p14="http://schemas.microsoft.com/office/powerpoint/2010/main" val="1926495311"/>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16379E80-C9F1-30B7-E675-628F9FBAEC6F}"/>
                </a:ext>
              </a:extLst>
            </p:cNvPr>
            <p:cNvSpPr txBox="1"/>
            <p:nvPr/>
          </p:nvSpPr>
          <p:spPr>
            <a:xfrm>
              <a:off x="2911965" y="2112425"/>
              <a:ext cx="1037270"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(Last Sip)</a:t>
              </a:r>
            </a:p>
          </p:txBody>
        </p:sp>
      </p:grpSp>
      <p:pic>
        <p:nvPicPr>
          <p:cNvPr id="15" name="Picture 14">
            <a:extLst>
              <a:ext uri="{FF2B5EF4-FFF2-40B4-BE49-F238E27FC236}">
                <a16:creationId xmlns:a16="http://schemas.microsoft.com/office/drawing/2014/main" id="{D63EF1C9-D3BE-5C8F-B185-2A7A81E722FC}"/>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3587B97B-3D9F-75D0-E2E3-3CFD4DFA9F66}"/>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D6650AB2-57F7-F9C2-8BDB-274652DDA246}"/>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F89B5A9F-3AEC-5BE7-D0AF-D04C4E4BE7DE}"/>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0FF506A3-7DB1-A69E-7FBC-C7F781D5C0F6}"/>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72F08B6B-0B94-45A9-8E36-61A9EF4FE9A3}"/>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A4A65C77-38B7-0F42-80E1-1A9158574677}"/>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6AF41EAB-1A13-71B0-3B23-9FA3B9A7BE54}"/>
              </a:ext>
            </a:extLst>
          </p:cNvPr>
          <p:cNvSpPr txBox="1"/>
          <p:nvPr/>
        </p:nvSpPr>
        <p:spPr>
          <a:xfrm>
            <a:off x="6245352" y="2520962"/>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EC853802-EE30-E9EB-FFE3-D5DA9DE78173}"/>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F820A215-3A7D-64E3-6985-54A1AFC6A30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DCF2130E-0375-5EB2-32DD-3825214552C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C5277089-14B1-4D30-AF2D-977945E35C8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436C3B7D-2DB8-B95E-53D9-7D41351669AE}"/>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1443431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B3872B-D8D6-AB37-7BBE-23E03E839D7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D69C803-4740-33A0-6B3C-9F377F3B7CD9}"/>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B036081A-DCB5-9C36-2A98-A408EAEEFAD7}"/>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2DCAB2BB-1E0A-DEA3-991F-1F12C8DA7349}"/>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38A65EA2-4694-4DC2-F23E-566D9F09D0E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9DD055F4-BC5C-E33D-ACA5-6C100BC82E5F}"/>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BD687B4D-5283-A81E-CAB0-09EA6EEB9B25}"/>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521EFB30-D2E8-2B92-7EF5-24AEF85577B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E4207177-D6BC-AC11-2D1F-C14E01F7CEBF}"/>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8C407CA9-77EC-7D1B-7F77-C95FCA60911F}"/>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105B3D2C-61C6-29E0-4BAB-9B4D7FE9223E}"/>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20B9CB27-D75B-3239-F2E2-6EE52CA15482}"/>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08F5F81C-84A7-3DA6-DB20-94D787AA8879}"/>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9846F2EC-2501-6D00-4758-B8F98D14D052}"/>
                </a:ext>
              </a:extLst>
            </p:cNvPr>
            <p:cNvGraphicFramePr/>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F8C876B8-9B1C-2EFE-E478-C444157E731E}"/>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0C286484-7BC9-002D-6DD5-A9E79DFD07CF}"/>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B038EABA-5104-0774-AA5D-C81C0A04ACF8}"/>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48B5D886-D476-0D2C-328C-61DE774188C6}"/>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A48D1237-B999-62FC-B74B-6FFAB4DDEB85}"/>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5D8615F7-2600-C5C2-2B04-2B1737700805}"/>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A70BCF37-BC6B-F67E-A9A3-3D32BAFDC544}"/>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8EF8017B-B20C-176A-B5AA-BFC662EAD13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65A2A5B9-2478-3A8F-6342-D8AD551464B3}"/>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21920E76-BFE4-3F2C-C199-2C98CE039164}"/>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D20D14DF-D22A-09D5-7021-9194C6660CB3}"/>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1D5ED753-5A11-54C2-F70A-7AF2AD8CAB3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821A7209-564E-BC33-ABC0-78A4BAE87D6B}"/>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D91E1DB3-BD15-2E6B-D7CF-F733AEDB2924}"/>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6" name="Group 5">
            <a:extLst>
              <a:ext uri="{FF2B5EF4-FFF2-40B4-BE49-F238E27FC236}">
                <a16:creationId xmlns:a16="http://schemas.microsoft.com/office/drawing/2014/main" id="{82F2D72F-24EB-C306-7AB4-8BE3CD2511CD}"/>
              </a:ext>
            </a:extLst>
          </p:cNvPr>
          <p:cNvGrpSpPr/>
          <p:nvPr/>
        </p:nvGrpSpPr>
        <p:grpSpPr>
          <a:xfrm>
            <a:off x="8684218" y="94368"/>
            <a:ext cx="5855930" cy="1551678"/>
            <a:chOff x="8684218" y="94368"/>
            <a:chExt cx="5855930" cy="1551678"/>
          </a:xfrm>
        </p:grpSpPr>
        <p:sp>
          <p:nvSpPr>
            <p:cNvPr id="17" name="Rectangle 16">
              <a:extLst>
                <a:ext uri="{FF2B5EF4-FFF2-40B4-BE49-F238E27FC236}">
                  <a16:creationId xmlns:a16="http://schemas.microsoft.com/office/drawing/2014/main" id="{25F9818D-D6BD-6493-D976-03B2C6FCB96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4" name="TextBox 23">
              <a:extLst>
                <a:ext uri="{FF2B5EF4-FFF2-40B4-BE49-F238E27FC236}">
                  <a16:creationId xmlns:a16="http://schemas.microsoft.com/office/drawing/2014/main" id="{82ABAD17-F073-52B4-E45D-E7035531CCF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CE4436DA-78DD-1315-8546-715CEF119FD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7C9A5C6C-9BA2-A7A6-28EB-7EB05C2EC8A9}"/>
                </a:ext>
              </a:extLst>
            </p:cNvPr>
            <p:cNvPicPr>
              <a:picLocks noChangeAspect="1"/>
            </p:cNvPicPr>
            <p:nvPr/>
          </p:nvPicPr>
          <p:blipFill>
            <a:blip r:embed="rId9"/>
            <a:stretch>
              <a:fillRect/>
            </a:stretch>
          </p:blipFill>
          <p:spPr>
            <a:xfrm>
              <a:off x="8976350" y="421300"/>
              <a:ext cx="1404000" cy="1051290"/>
            </a:xfrm>
            <a:prstGeom prst="rect">
              <a:avLst/>
            </a:prstGeom>
          </p:spPr>
        </p:pic>
      </p:grpSp>
      <p:sp>
        <p:nvSpPr>
          <p:cNvPr id="39" name="Rectangle: Rounded Corners 38">
            <a:extLst>
              <a:ext uri="{FF2B5EF4-FFF2-40B4-BE49-F238E27FC236}">
                <a16:creationId xmlns:a16="http://schemas.microsoft.com/office/drawing/2014/main" id="{BCDE057D-F510-E71D-42E4-8348C7101024}"/>
              </a:ext>
            </a:extLst>
          </p:cNvPr>
          <p:cNvSpPr/>
          <p:nvPr/>
        </p:nvSpPr>
        <p:spPr>
          <a:xfrm>
            <a:off x="4300035" y="1762921"/>
            <a:ext cx="4389120" cy="327535"/>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 (N=339)</a:t>
            </a:r>
          </a:p>
        </p:txBody>
      </p:sp>
    </p:spTree>
    <p:extLst>
      <p:ext uri="{BB962C8B-B14F-4D97-AF65-F5344CB8AC3E}">
        <p14:creationId xmlns:p14="http://schemas.microsoft.com/office/powerpoint/2010/main" val="1008516693"/>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067306-516C-7490-DE36-9CAF94392D1C}"/>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312A0D82-3835-0EDB-2080-EB77C4B72D08}"/>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E92CBD05-FA15-59BD-0B16-4B46046349EA}"/>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53" name="Group 52">
            <a:extLst>
              <a:ext uri="{FF2B5EF4-FFF2-40B4-BE49-F238E27FC236}">
                <a16:creationId xmlns:a16="http://schemas.microsoft.com/office/drawing/2014/main" id="{B916AC89-7ECC-B5D4-7086-1F6CC92D8358}"/>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06E6D4F3-4377-05D7-1BF0-752B38D496C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C0EFF0B0-015D-E386-1E46-52D2A7CFF676}"/>
                </a:ext>
              </a:extLst>
            </p:cNvPr>
            <p:cNvGraphicFramePr/>
            <p:nvPr>
              <p:extLst>
                <p:ext uri="{D42A27DB-BD31-4B8C-83A1-F6EECF244321}">
                  <p14:modId xmlns:p14="http://schemas.microsoft.com/office/powerpoint/2010/main" val="3107947696"/>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56" name="TextBox 55">
              <a:extLst>
                <a:ext uri="{FF2B5EF4-FFF2-40B4-BE49-F238E27FC236}">
                  <a16:creationId xmlns:a16="http://schemas.microsoft.com/office/drawing/2014/main" id="{66C245AB-1D20-8627-AFC5-0089C652D1B8}"/>
                </a:ext>
              </a:extLst>
            </p:cNvPr>
            <p:cNvSpPr txBox="1"/>
            <p:nvPr/>
          </p:nvSpPr>
          <p:spPr>
            <a:xfrm>
              <a:off x="2738928" y="205132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57" name="Table 56">
            <a:extLst>
              <a:ext uri="{FF2B5EF4-FFF2-40B4-BE49-F238E27FC236}">
                <a16:creationId xmlns:a16="http://schemas.microsoft.com/office/drawing/2014/main" id="{428D382B-C9DD-E2FC-2B91-C7133383004A}"/>
              </a:ext>
            </a:extLst>
          </p:cNvPr>
          <p:cNvGraphicFramePr>
            <a:graphicFrameLocks noGrp="1"/>
          </p:cNvGraphicFramePr>
          <p:nvPr/>
        </p:nvGraphicFramePr>
        <p:xfrm>
          <a:off x="646199" y="2875125"/>
          <a:ext cx="10402768" cy="658368"/>
        </p:xfrm>
        <a:graphic>
          <a:graphicData uri="http://schemas.openxmlformats.org/drawingml/2006/table">
            <a:tbl>
              <a:tblPr firstRow="1" bandRow="1">
                <a:tableStyleId>{5940675A-B579-460E-94D1-54222C63F5DA}</a:tableStyleId>
              </a:tblPr>
              <a:tblGrid>
                <a:gridCol w="2017801">
                  <a:extLst>
                    <a:ext uri="{9D8B030D-6E8A-4147-A177-3AD203B41FA5}">
                      <a16:colId xmlns:a16="http://schemas.microsoft.com/office/drawing/2014/main" val="1775160107"/>
                    </a:ext>
                  </a:extLst>
                </a:gridCol>
                <a:gridCol w="2030400">
                  <a:extLst>
                    <a:ext uri="{9D8B030D-6E8A-4147-A177-3AD203B41FA5}">
                      <a16:colId xmlns:a16="http://schemas.microsoft.com/office/drawing/2014/main" val="1116568623"/>
                    </a:ext>
                  </a:extLst>
                </a:gridCol>
                <a:gridCol w="2073600">
                  <a:extLst>
                    <a:ext uri="{9D8B030D-6E8A-4147-A177-3AD203B41FA5}">
                      <a16:colId xmlns:a16="http://schemas.microsoft.com/office/drawing/2014/main" val="2398132556"/>
                    </a:ext>
                  </a:extLst>
                </a:gridCol>
                <a:gridCol w="1975474">
                  <a:extLst>
                    <a:ext uri="{9D8B030D-6E8A-4147-A177-3AD203B41FA5}">
                      <a16:colId xmlns:a16="http://schemas.microsoft.com/office/drawing/2014/main" val="831300297"/>
                    </a:ext>
                  </a:extLst>
                </a:gridCol>
                <a:gridCol w="2305493">
                  <a:extLst>
                    <a:ext uri="{9D8B030D-6E8A-4147-A177-3AD203B41FA5}">
                      <a16:colId xmlns:a16="http://schemas.microsoft.com/office/drawing/2014/main" val="278717131"/>
                    </a:ext>
                  </a:extLst>
                </a:gridCol>
              </a:tblGrid>
              <a:tr h="329184">
                <a:tc>
                  <a:txBody>
                    <a:bodyPr/>
                    <a:lstStyle/>
                    <a:p>
                      <a:r>
                        <a:rPr lang="en-US" sz="1400" b="1">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29184">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18%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18%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64" name="Rectangle 63">
            <a:extLst>
              <a:ext uri="{FF2B5EF4-FFF2-40B4-BE49-F238E27FC236}">
                <a16:creationId xmlns:a16="http://schemas.microsoft.com/office/drawing/2014/main" id="{F5AA5103-E5EC-A369-3173-A1EE75ECC7C0}"/>
              </a:ext>
            </a:extLst>
          </p:cNvPr>
          <p:cNvSpPr/>
          <p:nvPr/>
        </p:nvSpPr>
        <p:spPr>
          <a:xfrm>
            <a:off x="11777634" y="2211029"/>
            <a:ext cx="219456" cy="219456"/>
          </a:xfrm>
          <a:prstGeom prst="rect">
            <a:avLst/>
          </a:prstGeom>
          <a:solidFill>
            <a:srgbClr val="3DA95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8B847FD6-D9DC-5F87-E225-59A7E7C8AB07}"/>
              </a:ext>
            </a:extLst>
          </p:cNvPr>
          <p:cNvSpPr/>
          <p:nvPr/>
        </p:nvSpPr>
        <p:spPr>
          <a:xfrm>
            <a:off x="11777634"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B4E4E534-F117-B841-4055-CA8F7C48FB59}"/>
              </a:ext>
            </a:extLst>
          </p:cNvPr>
          <p:cNvSpPr/>
          <p:nvPr/>
        </p:nvSpPr>
        <p:spPr>
          <a:xfrm>
            <a:off x="11777634" y="2872496"/>
            <a:ext cx="219456" cy="219456"/>
          </a:xfrm>
          <a:prstGeom prst="rect">
            <a:avLst/>
          </a:prstGeom>
          <a:solidFill>
            <a:srgbClr val="FFEB9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08FA2AC1-8DED-8885-05CD-214BB5FF88AD}"/>
              </a:ext>
            </a:extLst>
          </p:cNvPr>
          <p:cNvSpPr/>
          <p:nvPr/>
        </p:nvSpPr>
        <p:spPr>
          <a:xfrm>
            <a:off x="11777634" y="3201412"/>
            <a:ext cx="219456" cy="219456"/>
          </a:xfrm>
          <a:prstGeom prst="rect">
            <a:avLst/>
          </a:prstGeom>
          <a:solidFill>
            <a:srgbClr val="FFC7C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AF8DE576-79AC-2AE5-E92B-0009003A1E4D}"/>
              </a:ext>
            </a:extLst>
          </p:cNvPr>
          <p:cNvSpPr/>
          <p:nvPr/>
        </p:nvSpPr>
        <p:spPr>
          <a:xfrm>
            <a:off x="11776729"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0DACDA74-B097-8310-8417-6A746F0DCE53}"/>
              </a:ext>
            </a:extLst>
          </p:cNvPr>
          <p:cNvSpPr txBox="1"/>
          <p:nvPr/>
        </p:nvSpPr>
        <p:spPr>
          <a:xfrm>
            <a:off x="5739064" y="2297712"/>
            <a:ext cx="2287336" cy="326898"/>
          </a:xfrm>
          <a:prstGeom prst="roundRect">
            <a:avLst/>
          </a:prstGeom>
          <a:solidFill>
            <a:srgbClr val="FF560E"/>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W+ CCZS Drinkers </a:t>
            </a:r>
          </a:p>
        </p:txBody>
      </p:sp>
      <p:sp>
        <p:nvSpPr>
          <p:cNvPr id="70" name="Rectangle 69">
            <a:extLst>
              <a:ext uri="{FF2B5EF4-FFF2-40B4-BE49-F238E27FC236}">
                <a16:creationId xmlns:a16="http://schemas.microsoft.com/office/drawing/2014/main" id="{80220312-70C9-4A5A-845F-94AD8BB0E50A}"/>
              </a:ext>
            </a:extLst>
          </p:cNvPr>
          <p:cNvSpPr/>
          <p:nvPr/>
        </p:nvSpPr>
        <p:spPr>
          <a:xfrm>
            <a:off x="11776729" y="3530327"/>
            <a:ext cx="219456" cy="219456"/>
          </a:xfrm>
          <a:prstGeom prst="rect">
            <a:avLst/>
          </a:prstGeom>
          <a:solidFill>
            <a:srgbClr val="DE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E676E5F7-ECA3-432F-4B0E-E409CD3DF9AA}"/>
              </a:ext>
            </a:extLst>
          </p:cNvPr>
          <p:cNvSpPr txBox="1"/>
          <p:nvPr/>
        </p:nvSpPr>
        <p:spPr>
          <a:xfrm>
            <a:off x="11948481" y="2188055"/>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Buy</a:t>
            </a:r>
          </a:p>
        </p:txBody>
      </p:sp>
      <p:sp>
        <p:nvSpPr>
          <p:cNvPr id="72" name="TextBox 71">
            <a:extLst>
              <a:ext uri="{FF2B5EF4-FFF2-40B4-BE49-F238E27FC236}">
                <a16:creationId xmlns:a16="http://schemas.microsoft.com/office/drawing/2014/main" id="{B1D8764A-9E0F-31BF-3471-F5E70CE9C575}"/>
              </a:ext>
            </a:extLst>
          </p:cNvPr>
          <p:cNvSpPr txBox="1"/>
          <p:nvPr/>
        </p:nvSpPr>
        <p:spPr>
          <a:xfrm>
            <a:off x="11948481" y="2519019"/>
            <a:ext cx="2141551" cy="258532"/>
          </a:xfrm>
          <a:prstGeom prst="rect">
            <a:avLst/>
          </a:prstGeom>
          <a:noFill/>
        </p:spPr>
        <p:txBody>
          <a:bodyPr wrap="square" rtlCol="0">
            <a:spAutoFit/>
          </a:bodyPr>
          <a:lstStyle/>
          <a:p>
            <a:r>
              <a:rPr lang="en-US" sz="1080">
                <a:latin typeface="Avenir Next LT Pro" panose="020B0504020202020204" pitchFamily="34" charset="0"/>
              </a:rPr>
              <a:t>Probably Would Buy</a:t>
            </a:r>
          </a:p>
        </p:txBody>
      </p:sp>
      <p:sp>
        <p:nvSpPr>
          <p:cNvPr id="73" name="TextBox 72">
            <a:extLst>
              <a:ext uri="{FF2B5EF4-FFF2-40B4-BE49-F238E27FC236}">
                <a16:creationId xmlns:a16="http://schemas.microsoft.com/office/drawing/2014/main" id="{0B09224C-C648-EA36-0AF5-40936ED56DBB}"/>
              </a:ext>
            </a:extLst>
          </p:cNvPr>
          <p:cNvSpPr txBox="1"/>
          <p:nvPr/>
        </p:nvSpPr>
        <p:spPr>
          <a:xfrm>
            <a:off x="11948481" y="2847396"/>
            <a:ext cx="2141551" cy="258532"/>
          </a:xfrm>
          <a:prstGeom prst="rect">
            <a:avLst/>
          </a:prstGeom>
          <a:noFill/>
        </p:spPr>
        <p:txBody>
          <a:bodyPr wrap="square" rtlCol="0">
            <a:spAutoFit/>
          </a:bodyPr>
          <a:lstStyle/>
          <a:p>
            <a:r>
              <a:rPr lang="en-US" sz="1080">
                <a:latin typeface="Avenir Next LT Pro" panose="020B0504020202020204" pitchFamily="34" charset="0"/>
              </a:rPr>
              <a:t>Maybe Would Buy</a:t>
            </a:r>
          </a:p>
        </p:txBody>
      </p:sp>
      <p:sp>
        <p:nvSpPr>
          <p:cNvPr id="74" name="TextBox 73">
            <a:extLst>
              <a:ext uri="{FF2B5EF4-FFF2-40B4-BE49-F238E27FC236}">
                <a16:creationId xmlns:a16="http://schemas.microsoft.com/office/drawing/2014/main" id="{C5D5E920-0C34-2875-4775-06AFE3189D62}"/>
              </a:ext>
            </a:extLst>
          </p:cNvPr>
          <p:cNvSpPr txBox="1"/>
          <p:nvPr/>
        </p:nvSpPr>
        <p:spPr>
          <a:xfrm>
            <a:off x="11948481" y="3190800"/>
            <a:ext cx="2141551" cy="258532"/>
          </a:xfrm>
          <a:prstGeom prst="rect">
            <a:avLst/>
          </a:prstGeom>
          <a:noFill/>
        </p:spPr>
        <p:txBody>
          <a:bodyPr wrap="square" rtlCol="0">
            <a:spAutoFit/>
          </a:bodyPr>
          <a:lstStyle/>
          <a:p>
            <a:r>
              <a:rPr lang="en-US" sz="1080">
                <a:latin typeface="Avenir Next LT Pro" panose="020B0504020202020204" pitchFamily="34" charset="0"/>
              </a:rPr>
              <a:t>Probably Would Not Buy</a:t>
            </a:r>
          </a:p>
        </p:txBody>
      </p:sp>
      <p:sp>
        <p:nvSpPr>
          <p:cNvPr id="75" name="TextBox 74">
            <a:extLst>
              <a:ext uri="{FF2B5EF4-FFF2-40B4-BE49-F238E27FC236}">
                <a16:creationId xmlns:a16="http://schemas.microsoft.com/office/drawing/2014/main" id="{D811443A-7A3D-3082-AAFC-F277B61FE7A6}"/>
              </a:ext>
            </a:extLst>
          </p:cNvPr>
          <p:cNvSpPr txBox="1"/>
          <p:nvPr/>
        </p:nvSpPr>
        <p:spPr>
          <a:xfrm>
            <a:off x="11948481" y="3516677"/>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Not Buy</a:t>
            </a:r>
          </a:p>
        </p:txBody>
      </p:sp>
      <p:sp>
        <p:nvSpPr>
          <p:cNvPr id="76" name="Rectangle 75">
            <a:extLst>
              <a:ext uri="{FF2B5EF4-FFF2-40B4-BE49-F238E27FC236}">
                <a16:creationId xmlns:a16="http://schemas.microsoft.com/office/drawing/2014/main" id="{DAC2A7F4-1BBE-B38A-310F-6DE7EFC96DEA}"/>
              </a:ext>
            </a:extLst>
          </p:cNvPr>
          <p:cNvSpPr/>
          <p:nvPr/>
        </p:nvSpPr>
        <p:spPr>
          <a:xfrm>
            <a:off x="11711157" y="1832706"/>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Purchase Intent</a:t>
            </a:r>
          </a:p>
        </p:txBody>
      </p:sp>
      <p:sp>
        <p:nvSpPr>
          <p:cNvPr id="11" name="TextBox 10">
            <a:extLst>
              <a:ext uri="{FF2B5EF4-FFF2-40B4-BE49-F238E27FC236}">
                <a16:creationId xmlns:a16="http://schemas.microsoft.com/office/drawing/2014/main" id="{2529E36E-E694-E1C8-59BC-5C4D203C5BDE}"/>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C31A5BFA-D283-1844-1929-83618A70E232}"/>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77</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51E127F0-12ED-6F43-AF2D-E3CA634ECAA3}"/>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600">
                <a:solidFill>
                  <a:srgbClr val="0070C0"/>
                </a:solidFill>
                <a:latin typeface="Avenir Next LT Pro" panose="020B0504020202020204" pitchFamily="34" charset="0"/>
              </a:rPr>
              <a:t>Among Total sample, 4.0 prototypes receive consistent rating on purchase intent compared to 4.0 control.</a:t>
            </a:r>
          </a:p>
        </p:txBody>
      </p:sp>
      <p:grpSp>
        <p:nvGrpSpPr>
          <p:cNvPr id="61" name="Group 60">
            <a:extLst>
              <a:ext uri="{FF2B5EF4-FFF2-40B4-BE49-F238E27FC236}">
                <a16:creationId xmlns:a16="http://schemas.microsoft.com/office/drawing/2014/main" id="{512A7C82-77FA-4301-5682-B5294B57EADC}"/>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BB435E88-1E5F-4044-D38D-9E51D4C05E75}"/>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93A395C2-DB1F-603D-B638-BB6F353E851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46552784-BBB0-FBE6-3E29-EEC318CC0A26}"/>
              </a:ext>
            </a:extLst>
          </p:cNvPr>
          <p:cNvGrpSpPr/>
          <p:nvPr/>
        </p:nvGrpSpPr>
        <p:grpSpPr>
          <a:xfrm>
            <a:off x="11170452" y="3976351"/>
            <a:ext cx="3230077" cy="545303"/>
            <a:chOff x="107157" y="4978029"/>
            <a:chExt cx="2691728" cy="454419"/>
          </a:xfrm>
        </p:grpSpPr>
        <p:sp>
          <p:nvSpPr>
            <p:cNvPr id="78" name="TextBox 77">
              <a:extLst>
                <a:ext uri="{FF2B5EF4-FFF2-40B4-BE49-F238E27FC236}">
                  <a16:creationId xmlns:a16="http://schemas.microsoft.com/office/drawing/2014/main" id="{A3DC96FA-89B1-FAFF-99BE-EBACD622E2C7}"/>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79B53317-BB1F-E4C0-F00B-2F08148004A8}"/>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EAB2C3CF-3E15-B46D-1380-87794DCB102E}"/>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62A11519-859A-8193-816F-44AAE1F1B144}"/>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2" name="Group 1">
            <a:extLst>
              <a:ext uri="{FF2B5EF4-FFF2-40B4-BE49-F238E27FC236}">
                <a16:creationId xmlns:a16="http://schemas.microsoft.com/office/drawing/2014/main" id="{DE3F6429-3976-6444-9A09-7CBC0438406B}"/>
              </a:ext>
            </a:extLst>
          </p:cNvPr>
          <p:cNvGrpSpPr/>
          <p:nvPr/>
        </p:nvGrpSpPr>
        <p:grpSpPr>
          <a:xfrm>
            <a:off x="8684218" y="94368"/>
            <a:ext cx="5855930" cy="1551678"/>
            <a:chOff x="8684218" y="94368"/>
            <a:chExt cx="5855930" cy="1551678"/>
          </a:xfrm>
        </p:grpSpPr>
        <p:sp>
          <p:nvSpPr>
            <p:cNvPr id="4" name="Rectangle 3">
              <a:extLst>
                <a:ext uri="{FF2B5EF4-FFF2-40B4-BE49-F238E27FC236}">
                  <a16:creationId xmlns:a16="http://schemas.microsoft.com/office/drawing/2014/main" id="{A468367C-7FC0-EB41-99B1-BCC57AEF562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CA7021D0-E104-D4DA-6A76-9B5F6F66D94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C3D5F46B-3544-419A-7002-0A7C1537865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00FF08CE-37A8-5D8A-2CB9-CB28766DD65F}"/>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002292631"/>
      </p:ext>
    </p:extLst>
  </p:cSld>
  <p:clrMapOvr>
    <a:masterClrMapping/>
  </p:clrMapOvr>
  <p:extLst>
    <p:ext uri="{6950BFC3-D8DA-4A85-94F7-54DA5524770B}">
      <p188:commentRel xmlns:p188="http://schemas.microsoft.com/office/powerpoint/2018/8/main" r:id="rId3"/>
    </p:ext>
  </p:extLs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654680-F22B-5FB4-8141-1AEF3226674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BB93BEB-4C19-4432-6E69-76B2146267A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BB8D7BC9-821B-33C1-EB8E-6B11C6168E8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E535BF0E-57A9-F20B-A08E-2180F9F069C9}"/>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38929C0D-AB88-62F2-8227-96464A470E5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558150B7-A7B8-23F9-7FA4-C81364CDB18F}"/>
              </a:ext>
            </a:extLst>
          </p:cNvPr>
          <p:cNvSpPr>
            <a:spLocks noGrp="1"/>
          </p:cNvSpPr>
          <p:nvPr>
            <p:ph type="body" sz="quarter" idx="15"/>
          </p:nvPr>
        </p:nvSpPr>
        <p:spPr>
          <a:xfrm>
            <a:off x="666391" y="807158"/>
            <a:ext cx="7860574" cy="842904"/>
          </a:xfrm>
          <a:ln>
            <a:solidFill>
              <a:schemeClr val="tx1"/>
            </a:solidFill>
          </a:ln>
        </p:spPr>
        <p:txBody>
          <a:bodyPr>
            <a:normAutofit/>
          </a:bodyPr>
          <a:lstStyle/>
          <a:p>
            <a:r>
              <a:rPr lang="en-US" sz="1800" b="0">
                <a:solidFill>
                  <a:srgbClr val="0070C0"/>
                </a:solidFill>
                <a:latin typeface="Avenir Next LT Pro" panose="020B0504020202020204" pitchFamily="34" charset="0"/>
              </a:rPr>
              <a:t>Among the total sample, a similar likelihood to recommend is seen across the 4.0 prototypes and Control.</a:t>
            </a:r>
          </a:p>
        </p:txBody>
      </p:sp>
      <p:graphicFrame>
        <p:nvGraphicFramePr>
          <p:cNvPr id="40" name="Table 10">
            <a:extLst>
              <a:ext uri="{FF2B5EF4-FFF2-40B4-BE49-F238E27FC236}">
                <a16:creationId xmlns:a16="http://schemas.microsoft.com/office/drawing/2014/main" id="{C70AB5D9-D762-2315-1D16-873902D10C83}"/>
              </a:ext>
            </a:extLst>
          </p:cNvPr>
          <p:cNvGraphicFramePr>
            <a:graphicFrameLocks noGrp="1"/>
          </p:cNvGraphicFramePr>
          <p:nvPr/>
        </p:nvGraphicFramePr>
        <p:xfrm>
          <a:off x="1168400" y="2963840"/>
          <a:ext cx="10286799" cy="762000"/>
        </p:xfrm>
        <a:graphic>
          <a:graphicData uri="http://schemas.openxmlformats.org/drawingml/2006/table">
            <a:tbl>
              <a:tblPr firstRow="1" bandRow="1"/>
              <a:tblGrid>
                <a:gridCol w="2495550">
                  <a:extLst>
                    <a:ext uri="{9D8B030D-6E8A-4147-A177-3AD203B41FA5}">
                      <a16:colId xmlns:a16="http://schemas.microsoft.com/office/drawing/2014/main" val="1775160107"/>
                    </a:ext>
                  </a:extLst>
                </a:gridCol>
                <a:gridCol w="1638300">
                  <a:extLst>
                    <a:ext uri="{9D8B030D-6E8A-4147-A177-3AD203B41FA5}">
                      <a16:colId xmlns:a16="http://schemas.microsoft.com/office/drawing/2014/main" val="1227359485"/>
                    </a:ext>
                  </a:extLst>
                </a:gridCol>
                <a:gridCol w="2251075">
                  <a:extLst>
                    <a:ext uri="{9D8B030D-6E8A-4147-A177-3AD203B41FA5}">
                      <a16:colId xmlns:a16="http://schemas.microsoft.com/office/drawing/2014/main" val="1183472630"/>
                    </a:ext>
                  </a:extLst>
                </a:gridCol>
                <a:gridCol w="1536523">
                  <a:extLst>
                    <a:ext uri="{9D8B030D-6E8A-4147-A177-3AD203B41FA5}">
                      <a16:colId xmlns:a16="http://schemas.microsoft.com/office/drawing/2014/main" val="2941040911"/>
                    </a:ext>
                  </a:extLst>
                </a:gridCol>
                <a:gridCol w="2365351">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a:solidFill>
                            <a:srgbClr val="000000"/>
                          </a:solidFill>
                          <a:latin typeface="Avenir Next LT Pro" panose="020B0504020202020204" pitchFamily="34" charset="0"/>
                        </a:rPr>
                        <a:t>NPS Score </a:t>
                      </a:r>
                      <a:br>
                        <a:rPr lang="en-GB" sz="1600" b="1">
                          <a:solidFill>
                            <a:srgbClr val="000000"/>
                          </a:solidFill>
                          <a:latin typeface="Avenir Next LT Pro" panose="020B0504020202020204" pitchFamily="34" charset="0"/>
                        </a:rPr>
                      </a:br>
                      <a:r>
                        <a:rPr lang="en-GB" sz="1400" b="1">
                          <a:solidFill>
                            <a:srgbClr val="000000"/>
                          </a:solidFill>
                          <a:latin typeface="Avenir Next LT Pro" panose="020B0504020202020204" pitchFamily="34" charset="0"/>
                        </a:rPr>
                        <a:t>(Promoters minus Detractors)</a:t>
                      </a:r>
                      <a:endParaRPr lang="en-GB" sz="1600" b="1">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-9</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42" name="TextBox 41">
            <a:extLst>
              <a:ext uri="{FF2B5EF4-FFF2-40B4-BE49-F238E27FC236}">
                <a16:creationId xmlns:a16="http://schemas.microsoft.com/office/drawing/2014/main" id="{ACBC2628-C10C-B35A-B75D-EAE0FA73C54D}"/>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43" name="Group 42">
            <a:extLst>
              <a:ext uri="{FF2B5EF4-FFF2-40B4-BE49-F238E27FC236}">
                <a16:creationId xmlns:a16="http://schemas.microsoft.com/office/drawing/2014/main" id="{E4672ACA-C602-2664-E714-3896DA0D36E4}"/>
              </a:ext>
            </a:extLst>
          </p:cNvPr>
          <p:cNvGrpSpPr/>
          <p:nvPr/>
        </p:nvGrpSpPr>
        <p:grpSpPr>
          <a:xfrm>
            <a:off x="7760381" y="7522648"/>
            <a:ext cx="3230077" cy="545303"/>
            <a:chOff x="107157" y="4978029"/>
            <a:chExt cx="2691728" cy="454419"/>
          </a:xfrm>
        </p:grpSpPr>
        <p:sp>
          <p:nvSpPr>
            <p:cNvPr id="44" name="TextBox 43">
              <a:extLst>
                <a:ext uri="{FF2B5EF4-FFF2-40B4-BE49-F238E27FC236}">
                  <a16:creationId xmlns:a16="http://schemas.microsoft.com/office/drawing/2014/main" id="{1781424F-3A67-2A84-EB36-A83E9FD54A9B}"/>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CB44B676-1F28-B2A9-1CB2-CFEC2AB49F3A}"/>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46" name="TextBox 45">
              <a:extLst>
                <a:ext uri="{FF2B5EF4-FFF2-40B4-BE49-F238E27FC236}">
                  <a16:creationId xmlns:a16="http://schemas.microsoft.com/office/drawing/2014/main" id="{22E01C4C-4B04-F4B7-B320-E53D208E3C31}"/>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41142B82-C3CC-28DF-CF42-90BD1E1D1052}"/>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pic>
        <p:nvPicPr>
          <p:cNvPr id="14" name="Picture 13">
            <a:extLst>
              <a:ext uri="{FF2B5EF4-FFF2-40B4-BE49-F238E27FC236}">
                <a16:creationId xmlns:a16="http://schemas.microsoft.com/office/drawing/2014/main" id="{1263F5F2-8FD3-6943-AF26-3261A49EF5F6}"/>
              </a:ext>
            </a:extLst>
          </p:cNvPr>
          <p:cNvPicPr>
            <a:picLocks noChangeAspect="1"/>
          </p:cNvPicPr>
          <p:nvPr/>
        </p:nvPicPr>
        <p:blipFill>
          <a:blip r:embed="rId3"/>
          <a:stretch>
            <a:fillRect/>
          </a:stretch>
        </p:blipFill>
        <p:spPr>
          <a:xfrm>
            <a:off x="12758453" y="1432802"/>
            <a:ext cx="1273589" cy="949455"/>
          </a:xfrm>
          <a:prstGeom prst="rect">
            <a:avLst/>
          </a:prstGeom>
        </p:spPr>
      </p:pic>
      <p:grpSp>
        <p:nvGrpSpPr>
          <p:cNvPr id="6" name="Group 5">
            <a:extLst>
              <a:ext uri="{FF2B5EF4-FFF2-40B4-BE49-F238E27FC236}">
                <a16:creationId xmlns:a16="http://schemas.microsoft.com/office/drawing/2014/main" id="{6C7DCB88-2190-7BBA-F6A4-FABECDFA0B48}"/>
              </a:ext>
            </a:extLst>
          </p:cNvPr>
          <p:cNvGrpSpPr/>
          <p:nvPr/>
        </p:nvGrpSpPr>
        <p:grpSpPr>
          <a:xfrm>
            <a:off x="3175200" y="2443566"/>
            <a:ext cx="8280000" cy="5118838"/>
            <a:chOff x="2298001" y="2443566"/>
            <a:chExt cx="11749787" cy="5118838"/>
          </a:xfrm>
        </p:grpSpPr>
        <p:sp>
          <p:nvSpPr>
            <p:cNvPr id="2" name="Rectangle 1">
              <a:extLst>
                <a:ext uri="{FF2B5EF4-FFF2-40B4-BE49-F238E27FC236}">
                  <a16:creationId xmlns:a16="http://schemas.microsoft.com/office/drawing/2014/main" id="{EE84C093-0383-62FA-1793-5699ABACECCB}"/>
                </a:ext>
              </a:extLst>
            </p:cNvPr>
            <p:cNvSpPr/>
            <p:nvPr/>
          </p:nvSpPr>
          <p:spPr>
            <a:xfrm>
              <a:off x="2414934" y="2443566"/>
              <a:ext cx="11632854"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345A829A-2E59-6237-E4A2-294EDF2628E8}"/>
                </a:ext>
              </a:extLst>
            </p:cNvPr>
            <p:cNvGraphicFramePr/>
            <p:nvPr>
              <p:extLst>
                <p:ext uri="{D42A27DB-BD31-4B8C-83A1-F6EECF244321}">
                  <p14:modId xmlns:p14="http://schemas.microsoft.com/office/powerpoint/2010/main" val="1114966493"/>
                </p:ext>
              </p:extLst>
            </p:nvPr>
          </p:nvGraphicFramePr>
          <p:xfrm>
            <a:off x="2298001" y="3421273"/>
            <a:ext cx="11641837" cy="3962470"/>
          </p:xfrm>
          <a:graphic>
            <a:graphicData uri="http://schemas.openxmlformats.org/drawingml/2006/chart">
              <c:chart xmlns:c="http://schemas.openxmlformats.org/drawingml/2006/chart" xmlns:r="http://schemas.openxmlformats.org/officeDocument/2006/relationships" r:id="rId4"/>
            </a:graphicData>
          </a:graphic>
        </p:graphicFrame>
        <p:sp>
          <p:nvSpPr>
            <p:cNvPr id="39" name="TextBox 38">
              <a:extLst>
                <a:ext uri="{FF2B5EF4-FFF2-40B4-BE49-F238E27FC236}">
                  <a16:creationId xmlns:a16="http://schemas.microsoft.com/office/drawing/2014/main" id="{D79CEF86-7525-BF8C-B0B7-840EBE395284}"/>
                </a:ext>
              </a:extLst>
            </p:cNvPr>
            <p:cNvSpPr txBox="1"/>
            <p:nvPr/>
          </p:nvSpPr>
          <p:spPr>
            <a:xfrm>
              <a:off x="6845515" y="2486381"/>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sp>
          <p:nvSpPr>
            <p:cNvPr id="5" name="TextBox 4">
              <a:extLst>
                <a:ext uri="{FF2B5EF4-FFF2-40B4-BE49-F238E27FC236}">
                  <a16:creationId xmlns:a16="http://schemas.microsoft.com/office/drawing/2014/main" id="{3A50416E-019D-182E-6421-0CA6917BA556}"/>
                </a:ext>
              </a:extLst>
            </p:cNvPr>
            <p:cNvSpPr txBox="1"/>
            <p:nvPr/>
          </p:nvSpPr>
          <p:spPr>
            <a:xfrm>
              <a:off x="7145464" y="2853205"/>
              <a:ext cx="30007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p>
          </p:txBody>
        </p:sp>
      </p:grpSp>
      <p:grpSp>
        <p:nvGrpSpPr>
          <p:cNvPr id="3" name="Group 2">
            <a:extLst>
              <a:ext uri="{FF2B5EF4-FFF2-40B4-BE49-F238E27FC236}">
                <a16:creationId xmlns:a16="http://schemas.microsoft.com/office/drawing/2014/main" id="{A71BA927-28C7-1A6C-2C71-D680473D08C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FD8778C8-332C-892A-0DA1-C3E496963D5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6" name="TextBox 15">
              <a:extLst>
                <a:ext uri="{FF2B5EF4-FFF2-40B4-BE49-F238E27FC236}">
                  <a16:creationId xmlns:a16="http://schemas.microsoft.com/office/drawing/2014/main" id="{5558F680-E836-AC91-F068-6B9CCB1B839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A5EB8AAF-1A2F-9E29-84F7-B7C0CAF9FA4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876A4433-2D58-53F8-AC01-35BBBC6D0400}"/>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00900827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A482CE-DB33-D82F-7047-F5686F9A61C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3B6DFED-DAEB-86A2-195F-5954B36E2D6A}"/>
              </a:ext>
            </a:extLst>
          </p:cNvPr>
          <p:cNvSpPr>
            <a:spLocks noGrp="1"/>
          </p:cNvSpPr>
          <p:nvPr>
            <p:ph type="sldNum" sz="quarter" idx="14"/>
          </p:nvPr>
        </p:nvSpPr>
        <p:spPr/>
        <p:txBody>
          <a:bodyPr/>
          <a:lstStyle/>
          <a:p>
            <a:fld id="{9BBCFCA3-D307-4DD3-86E3-CC1388E97AC0}" type="slidenum">
              <a:rPr lang="en-US" smtClean="0"/>
              <a:pPr/>
              <a:t>79</a:t>
            </a:fld>
            <a:endParaRPr lang="en-US"/>
          </a:p>
        </p:txBody>
      </p:sp>
      <p:grpSp>
        <p:nvGrpSpPr>
          <p:cNvPr id="10" name="Group 9">
            <a:extLst>
              <a:ext uri="{FF2B5EF4-FFF2-40B4-BE49-F238E27FC236}">
                <a16:creationId xmlns:a16="http://schemas.microsoft.com/office/drawing/2014/main" id="{5145CAE0-4BF6-3943-C362-FF77FFE6A6F8}"/>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16322B6B-399F-08EF-1F85-8288C174193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E0A0D9F-A1E2-D2D1-6E1B-3D9D156D32C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F9FC1DBA-6E79-82FF-B66B-EC5CA42A0056}"/>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ADA05FAC-7D54-FABB-5378-D983480801E3}"/>
              </a:ext>
            </a:extLst>
          </p:cNvPr>
          <p:cNvGraphicFramePr>
            <a:graphicFrameLocks noGrp="1"/>
          </p:cNvGraphicFramePr>
          <p:nvPr>
            <p:extLst>
              <p:ext uri="{D42A27DB-BD31-4B8C-83A1-F6EECF244321}">
                <p14:modId xmlns:p14="http://schemas.microsoft.com/office/powerpoint/2010/main" val="899314407"/>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cold</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refreshing</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feeling thirsty</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crisp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to enjoy on its own</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great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delicious</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balanced taste with bubbles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815756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goes well with my food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75817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bold taste/</a:t>
                      </a:r>
                      <a:r>
                        <a:rPr lang="en-IN" sz="1000" kern="0" dirty="0" err="1">
                          <a:solidFill>
                            <a:srgbClr val="000000"/>
                          </a:solidFill>
                          <a:effectLst/>
                          <a:latin typeface="Avenir Next LT Pro" panose="020B0504020202020204" pitchFamily="34" charset="0"/>
                          <a:cs typeface="Times New Roman" panose="02020603050405020304" pitchFamily="18" charset="0"/>
                        </a:rPr>
                        <a:t>flavor</a:t>
                      </a:r>
                      <a:endParaRPr lang="en-IN" sz="1000" kern="0" dirty="0">
                        <a:solidFill>
                          <a:srgbClr val="000000"/>
                        </a:solidFill>
                        <a:effectLst/>
                        <a:latin typeface="Avenir Next LT Pro" panose="020B0504020202020204" pitchFamily="34" charset="0"/>
                        <a:cs typeface="Times New Roman" panose="02020603050405020304" pitchFamily="18" charset="0"/>
                      </a:endParaRP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09561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sugary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633521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treat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109959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taking a break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0390000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for someone like 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6254444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watching tv/mobile phone or playing a video game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693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for sharing with family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7119912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have a craving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93314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reward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2658358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brings me happiness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774107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spend time with friends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6234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improve my mood / cheers me up</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7664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stimulate / awaken my senses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40257577"/>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boost my energy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139096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snack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7926274"/>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It's my habit / routine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1464365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a beverage </a:t>
                      </a:r>
                      <a:r>
                        <a:rPr lang="en-IN" sz="1000" kern="0" dirty="0" err="1">
                          <a:solidFill>
                            <a:srgbClr val="000000"/>
                          </a:solidFill>
                          <a:effectLst/>
                          <a:latin typeface="Avenir Next LT Pro" panose="020B0504020202020204" pitchFamily="34" charset="0"/>
                          <a:cs typeface="Times New Roman" panose="02020603050405020304" pitchFamily="18" charset="0"/>
                        </a:rPr>
                        <a:t>i'd</a:t>
                      </a:r>
                      <a:r>
                        <a:rPr lang="en-IN" sz="1000" kern="0" dirty="0">
                          <a:solidFill>
                            <a:srgbClr val="000000"/>
                          </a:solidFill>
                          <a:effectLst/>
                          <a:latin typeface="Avenir Next LT Pro" panose="020B0504020202020204" pitchFamily="34" charset="0"/>
                          <a:cs typeface="Times New Roman" panose="02020603050405020304" pitchFamily="18" charset="0"/>
                        </a:rPr>
                        <a:t> be proud to be seen drinking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0095090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provides a morning and/or afternoon boost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9052722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self-care / relaxing moment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990168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doing homework or working late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754748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me stay awake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608549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try something new / different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8868630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clear my mind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0</a:t>
                      </a:r>
                      <a:endPar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endParaRP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A3FD8198-55EF-AF99-B0EB-8B3CA0DF364D}"/>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51D42DC3-F6D8-EDBA-AC66-281A4E687894}"/>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81DF6F03-05DB-30B3-B9BC-6A91DB8C24E6}"/>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4F66F8BB-B5F7-3DB9-4468-722D0868243B}"/>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C0D32801-BC1D-D0F4-DC51-D889683E0C4D}"/>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D6E9A0CB-6EAA-6F4C-BC5A-B963CD2C99FD}"/>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C3973845-DC04-2109-9B54-7ED834C875F5}"/>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31CDA4C0-7EB4-5B60-5C4A-7225FBBE8AF7}"/>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E4D027E5-B560-3F72-6AF7-A63254436AB9}"/>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21D2AF03-B907-84FE-4FBE-D4FAB93F251A}"/>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DFD896E5-834E-526F-6120-9B16570569EF}"/>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93B54E26-9B52-D98F-9034-C694B99B5631}"/>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41663607-3B0E-30A0-7A3A-B4FE802CDCBB}"/>
              </a:ext>
            </a:extLst>
          </p:cNvPr>
          <p:cNvSpPr txBox="1"/>
          <p:nvPr/>
        </p:nvSpPr>
        <p:spPr>
          <a:xfrm>
            <a:off x="582632" y="1764867"/>
            <a:ext cx="1716068" cy="215444"/>
          </a:xfrm>
          <a:prstGeom prst="rect">
            <a:avLst/>
          </a:prstGeom>
          <a:solidFill>
            <a:srgbClr val="FF560E"/>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CCZS Drinkers </a:t>
            </a:r>
          </a:p>
        </p:txBody>
      </p:sp>
      <p:grpSp>
        <p:nvGrpSpPr>
          <p:cNvPr id="25" name="Group 24">
            <a:extLst>
              <a:ext uri="{FF2B5EF4-FFF2-40B4-BE49-F238E27FC236}">
                <a16:creationId xmlns:a16="http://schemas.microsoft.com/office/drawing/2014/main" id="{62B351CF-D7DF-8B47-AF68-DCB0D1F9904F}"/>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3A9240A4-6A32-648A-4E32-60BF9F45B01E}"/>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62536699-9639-A79B-01E4-35002F628BFD}"/>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1CEA9F48-8E90-DDA9-14F0-99B37290A10A}"/>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C364002B-D1EB-CD8B-BBB6-C9F0AFB17DF4}"/>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6" name="Group 5">
            <a:extLst>
              <a:ext uri="{FF2B5EF4-FFF2-40B4-BE49-F238E27FC236}">
                <a16:creationId xmlns:a16="http://schemas.microsoft.com/office/drawing/2014/main" id="{B81161BA-F7EB-2A81-DD39-F6D06F5E76C8}"/>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7784AE76-F5B8-73BD-EECF-9C715914E0C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E508AF5A-78DF-D92F-459B-3EBBF354B83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3E9D18B3-EA78-9B90-396F-6FE52173AF8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63A0B915-7521-6068-5E9F-7553B4C43E06}"/>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70545950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3C5A90-E532-72C6-4346-34AB818BFB8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FFB7D06B-8B0C-610B-7019-71278CD3288A}"/>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5551755D-80CA-FEB4-CB91-B72D9C54C3FC}"/>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20308893-CFFB-23D1-0998-6CE0F29AF4E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6D1D5E2A-6D64-D7A1-626D-2E06D366066F}"/>
                </a:ext>
              </a:extLst>
            </p:cNvPr>
            <p:cNvGraphicFramePr/>
            <p:nvPr>
              <p:extLst>
                <p:ext uri="{D42A27DB-BD31-4B8C-83A1-F6EECF244321}">
                  <p14:modId xmlns:p14="http://schemas.microsoft.com/office/powerpoint/2010/main" val="1231690207"/>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C2016C39-5D4E-0856-6F0B-B3A17A9311C6}"/>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4" name="Rectangle 63">
            <a:extLst>
              <a:ext uri="{FF2B5EF4-FFF2-40B4-BE49-F238E27FC236}">
                <a16:creationId xmlns:a16="http://schemas.microsoft.com/office/drawing/2014/main" id="{4646EBD1-1343-363B-0599-99E8B12C1513}"/>
              </a:ext>
            </a:extLst>
          </p:cNvPr>
          <p:cNvSpPr/>
          <p:nvPr/>
        </p:nvSpPr>
        <p:spPr>
          <a:xfrm>
            <a:off x="11701785" y="4194143"/>
            <a:ext cx="219456" cy="219456"/>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BC350DAE-F662-D82B-5EE3-97A27065E6BC}"/>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4C9915E0-3508-A03E-F5C4-12EB33C782B8}"/>
              </a:ext>
            </a:extLst>
          </p:cNvPr>
          <p:cNvSpPr/>
          <p:nvPr/>
        </p:nvSpPr>
        <p:spPr>
          <a:xfrm>
            <a:off x="11701785" y="4855610"/>
            <a:ext cx="219456" cy="219456"/>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33C7E912-9FB0-ED3E-B66C-3F892C3CB0B2}"/>
              </a:ext>
            </a:extLst>
          </p:cNvPr>
          <p:cNvSpPr/>
          <p:nvPr/>
        </p:nvSpPr>
        <p:spPr>
          <a:xfrm>
            <a:off x="11701785" y="5184526"/>
            <a:ext cx="219456" cy="219456"/>
          </a:xfrm>
          <a:prstGeom prst="rect">
            <a:avLst/>
          </a:prstGeom>
          <a:solidFill>
            <a:srgbClr val="E581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5C6CC461-D60F-69B3-D036-95715144E04C}"/>
              </a:ext>
            </a:extLst>
          </p:cNvPr>
          <p:cNvSpPr/>
          <p:nvPr/>
        </p:nvSpPr>
        <p:spPr>
          <a:xfrm>
            <a:off x="11700880" y="4517393"/>
            <a:ext cx="219456" cy="219456"/>
          </a:xfrm>
          <a:prstGeom prst="rect">
            <a:avLst/>
          </a:prstGeom>
          <a:solidFill>
            <a:srgbClr val="0070C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B82F5DDB-E354-8685-33DE-4D7C96D2300C}"/>
              </a:ext>
            </a:extLst>
          </p:cNvPr>
          <p:cNvSpPr txBox="1"/>
          <p:nvPr/>
        </p:nvSpPr>
        <p:spPr>
          <a:xfrm>
            <a:off x="5866278" y="2297712"/>
            <a:ext cx="2312522" cy="326898"/>
          </a:xfrm>
          <a:prstGeom prst="roundRect">
            <a:avLst/>
          </a:prstGeom>
          <a:solidFill>
            <a:srgbClr val="FF560E"/>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W+ CCZS Drinkers </a:t>
            </a:r>
          </a:p>
        </p:txBody>
      </p:sp>
      <p:sp>
        <p:nvSpPr>
          <p:cNvPr id="70" name="Rectangle 69">
            <a:extLst>
              <a:ext uri="{FF2B5EF4-FFF2-40B4-BE49-F238E27FC236}">
                <a16:creationId xmlns:a16="http://schemas.microsoft.com/office/drawing/2014/main" id="{689CF8F3-647B-E41B-09AE-68BFA2B6F206}"/>
              </a:ext>
            </a:extLst>
          </p:cNvPr>
          <p:cNvSpPr/>
          <p:nvPr/>
        </p:nvSpPr>
        <p:spPr>
          <a:xfrm>
            <a:off x="11700880" y="5513441"/>
            <a:ext cx="219456" cy="21945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9D28E8B9-265B-30A8-8CD9-A3FB01078C05}"/>
              </a:ext>
            </a:extLst>
          </p:cNvPr>
          <p:cNvSpPr txBox="1"/>
          <p:nvPr/>
        </p:nvSpPr>
        <p:spPr>
          <a:xfrm>
            <a:off x="11872632" y="4171169"/>
            <a:ext cx="2141551" cy="258532"/>
          </a:xfrm>
          <a:prstGeom prst="rect">
            <a:avLst/>
          </a:prstGeom>
          <a:noFill/>
        </p:spPr>
        <p:txBody>
          <a:bodyPr wrap="square" rtlCol="0">
            <a:spAutoFit/>
          </a:bodyPr>
          <a:lstStyle/>
          <a:p>
            <a:r>
              <a:rPr lang="en-US" sz="1080">
                <a:latin typeface="Avenir Next LT Pro" panose="020B0504020202020204" pitchFamily="34" charset="0"/>
              </a:rPr>
              <a:t>Coca-Cola</a:t>
            </a:r>
          </a:p>
        </p:txBody>
      </p:sp>
      <p:sp>
        <p:nvSpPr>
          <p:cNvPr id="72" name="TextBox 71">
            <a:extLst>
              <a:ext uri="{FF2B5EF4-FFF2-40B4-BE49-F238E27FC236}">
                <a16:creationId xmlns:a16="http://schemas.microsoft.com/office/drawing/2014/main" id="{C3B0128C-CD24-866E-48B5-09017DDE5597}"/>
              </a:ext>
            </a:extLst>
          </p:cNvPr>
          <p:cNvSpPr txBox="1"/>
          <p:nvPr/>
        </p:nvSpPr>
        <p:spPr>
          <a:xfrm>
            <a:off x="11872632" y="4502133"/>
            <a:ext cx="2141551" cy="258532"/>
          </a:xfrm>
          <a:prstGeom prst="rect">
            <a:avLst/>
          </a:prstGeom>
          <a:noFill/>
        </p:spPr>
        <p:txBody>
          <a:bodyPr wrap="square" rtlCol="0">
            <a:spAutoFit/>
          </a:bodyPr>
          <a:lstStyle/>
          <a:p>
            <a:r>
              <a:rPr lang="en-US" sz="1080">
                <a:latin typeface="Avenir Next LT Pro" panose="020B0504020202020204" pitchFamily="34" charset="0"/>
              </a:rPr>
              <a:t>Pepsi</a:t>
            </a:r>
          </a:p>
        </p:txBody>
      </p:sp>
      <p:sp>
        <p:nvSpPr>
          <p:cNvPr id="73" name="TextBox 72">
            <a:extLst>
              <a:ext uri="{FF2B5EF4-FFF2-40B4-BE49-F238E27FC236}">
                <a16:creationId xmlns:a16="http://schemas.microsoft.com/office/drawing/2014/main" id="{9DF55AA6-2A1A-187C-1D32-8CA6F7C2C42A}"/>
              </a:ext>
            </a:extLst>
          </p:cNvPr>
          <p:cNvSpPr txBox="1"/>
          <p:nvPr/>
        </p:nvSpPr>
        <p:spPr>
          <a:xfrm>
            <a:off x="11872632" y="4830510"/>
            <a:ext cx="2141551" cy="258532"/>
          </a:xfrm>
          <a:prstGeom prst="rect">
            <a:avLst/>
          </a:prstGeom>
          <a:noFill/>
        </p:spPr>
        <p:txBody>
          <a:bodyPr wrap="square" rtlCol="0">
            <a:spAutoFit/>
          </a:bodyPr>
          <a:lstStyle/>
          <a:p>
            <a:r>
              <a:rPr lang="en-US" sz="1080" dirty="0" err="1">
                <a:latin typeface="Avenir Next LT Pro" panose="020B0504020202020204" pitchFamily="34" charset="0"/>
              </a:rPr>
              <a:t>Fentimans</a:t>
            </a:r>
            <a:endParaRPr lang="en-US" sz="1080" dirty="0">
              <a:latin typeface="Avenir Next LT Pro" panose="020B0504020202020204" pitchFamily="34" charset="0"/>
            </a:endParaRPr>
          </a:p>
        </p:txBody>
      </p:sp>
      <p:sp>
        <p:nvSpPr>
          <p:cNvPr id="74" name="TextBox 73">
            <a:extLst>
              <a:ext uri="{FF2B5EF4-FFF2-40B4-BE49-F238E27FC236}">
                <a16:creationId xmlns:a16="http://schemas.microsoft.com/office/drawing/2014/main" id="{8B26C6EC-95D7-BFC3-5BFC-67EDBC39976E}"/>
              </a:ext>
            </a:extLst>
          </p:cNvPr>
          <p:cNvSpPr txBox="1"/>
          <p:nvPr/>
        </p:nvSpPr>
        <p:spPr>
          <a:xfrm>
            <a:off x="11872632" y="5173914"/>
            <a:ext cx="2141551" cy="258532"/>
          </a:xfrm>
          <a:prstGeom prst="rect">
            <a:avLst/>
          </a:prstGeom>
          <a:noFill/>
        </p:spPr>
        <p:txBody>
          <a:bodyPr wrap="square" rtlCol="0">
            <a:spAutoFit/>
          </a:bodyPr>
          <a:lstStyle/>
          <a:p>
            <a:r>
              <a:rPr lang="en-US" sz="1080" dirty="0">
                <a:latin typeface="Avenir Next LT Pro" panose="020B0504020202020204" pitchFamily="34" charset="0"/>
              </a:rPr>
              <a:t>Green Cola</a:t>
            </a:r>
          </a:p>
        </p:txBody>
      </p:sp>
      <p:sp>
        <p:nvSpPr>
          <p:cNvPr id="75" name="TextBox 74">
            <a:extLst>
              <a:ext uri="{FF2B5EF4-FFF2-40B4-BE49-F238E27FC236}">
                <a16:creationId xmlns:a16="http://schemas.microsoft.com/office/drawing/2014/main" id="{162D2E02-F74B-E465-692D-0D4D1E7FD454}"/>
              </a:ext>
            </a:extLst>
          </p:cNvPr>
          <p:cNvSpPr txBox="1"/>
          <p:nvPr/>
        </p:nvSpPr>
        <p:spPr>
          <a:xfrm>
            <a:off x="11872632" y="5499791"/>
            <a:ext cx="2141551" cy="258532"/>
          </a:xfrm>
          <a:prstGeom prst="rect">
            <a:avLst/>
          </a:prstGeom>
          <a:noFill/>
        </p:spPr>
        <p:txBody>
          <a:bodyPr wrap="square" rtlCol="0">
            <a:spAutoFit/>
          </a:bodyPr>
          <a:lstStyle/>
          <a:p>
            <a:r>
              <a:rPr lang="en-US" sz="1080">
                <a:latin typeface="Avenir Next LT Pro" panose="020B0504020202020204" pitchFamily="34" charset="0"/>
              </a:rPr>
              <a:t>Other Mentions</a:t>
            </a:r>
          </a:p>
        </p:txBody>
      </p:sp>
      <p:sp>
        <p:nvSpPr>
          <p:cNvPr id="76" name="Rectangle 75">
            <a:extLst>
              <a:ext uri="{FF2B5EF4-FFF2-40B4-BE49-F238E27FC236}">
                <a16:creationId xmlns:a16="http://schemas.microsoft.com/office/drawing/2014/main" id="{8159CE6A-F175-9CB7-9527-0049BDE5AE8C}"/>
              </a:ext>
            </a:extLst>
          </p:cNvPr>
          <p:cNvSpPr/>
          <p:nvPr/>
        </p:nvSpPr>
        <p:spPr>
          <a:xfrm>
            <a:off x="11635308" y="3815820"/>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Brand</a:t>
            </a:r>
          </a:p>
        </p:txBody>
      </p:sp>
      <p:sp>
        <p:nvSpPr>
          <p:cNvPr id="11" name="TextBox 10">
            <a:extLst>
              <a:ext uri="{FF2B5EF4-FFF2-40B4-BE49-F238E27FC236}">
                <a16:creationId xmlns:a16="http://schemas.microsoft.com/office/drawing/2014/main" id="{7E64E098-6211-95F7-8C52-E99CEAC05E2C}"/>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03489BC1-29AB-3E5C-C304-84C47AC5753F}"/>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80</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28735FC2-9886-AABA-2B31-D9C44976FB02}"/>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3373516B-E9A8-FED0-62F1-3FB333B3F65A}"/>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4AE634D2-E374-75CB-0B46-B9BC6B5A8BD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04D3AEDB-9F83-9F1D-7D2D-CFD4311DD58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F0391427-FE2C-9093-A166-649C5321F0CD}"/>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C376C5BF-8CD6-D111-14B8-4D99AEC59817}"/>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E424EC4A-CB87-BC64-7D94-B1684EBE0B4C}"/>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CC675247-8749-7DB1-382F-C281AF103506}"/>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84D33C20-7170-AF73-3052-ED2B3C686F85}"/>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4" name="TextBox 3">
            <a:extLst>
              <a:ext uri="{FF2B5EF4-FFF2-40B4-BE49-F238E27FC236}">
                <a16:creationId xmlns:a16="http://schemas.microsoft.com/office/drawing/2014/main" id="{C534092B-88E0-F7B9-BD3F-47E0A4466D17}"/>
              </a:ext>
            </a:extLst>
          </p:cNvPr>
          <p:cNvSpPr txBox="1"/>
          <p:nvPr/>
        </p:nvSpPr>
        <p:spPr>
          <a:xfrm>
            <a:off x="4969464" y="2848428"/>
            <a:ext cx="3572501" cy="326898"/>
          </a:xfrm>
          <a:prstGeom prst="roundRect">
            <a:avLst/>
          </a:prstGeom>
          <a:noFill/>
        </p:spPr>
        <p:txBody>
          <a:bodyPr wrap="square" lIns="0" tIns="0" rIns="0" bIns="0" rtlCol="0" anchor="ctr">
            <a:spAutoFit/>
          </a:bodyPr>
          <a:lstStyle/>
          <a:p>
            <a:pPr algn="ctr" defTabSz="1097280">
              <a:defRPr/>
            </a:pPr>
            <a:r>
              <a:rPr lang="en-US" sz="1920" b="1" kern="0">
                <a:latin typeface="Avenir Next LT Pro" panose="020B0504020202020204" pitchFamily="34" charset="0"/>
              </a:rPr>
              <a:t>“Has a Real_______Taste”</a:t>
            </a:r>
          </a:p>
        </p:txBody>
      </p:sp>
      <p:grpSp>
        <p:nvGrpSpPr>
          <p:cNvPr id="5" name="Group 4">
            <a:extLst>
              <a:ext uri="{FF2B5EF4-FFF2-40B4-BE49-F238E27FC236}">
                <a16:creationId xmlns:a16="http://schemas.microsoft.com/office/drawing/2014/main" id="{C5BC83F2-52EF-749D-7310-02735E28E07A}"/>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B176C22E-160F-BB30-9169-3E08A6E1E18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DCD7CE75-FB77-36E4-1955-153EBB8A405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9" name="Picture 8" descr="A bottle of soda with a red label&#10;&#10;Description automatically generated">
              <a:extLst>
                <a:ext uri="{FF2B5EF4-FFF2-40B4-BE49-F238E27FC236}">
                  <a16:creationId xmlns:a16="http://schemas.microsoft.com/office/drawing/2014/main" id="{CE57D672-3A17-083A-9C5B-BAEE4738956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6324F464-99F7-91AF-FB33-B5236449751B}"/>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7588127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D4F08F-7180-D34B-D55A-DBC6B426630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C3FECCA-294D-3E5D-1A17-9C1CA5B4A385}"/>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0EF3DC76-D74B-B5BC-2E6C-EE6F12F0A51B}"/>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53090C37-C447-3472-BC07-571B5F841D4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8F66BB15-BC69-4BC5-8723-1EFFB45DD8BD}"/>
                </a:ext>
              </a:extLst>
            </p:cNvPr>
            <p:cNvGraphicFramePr/>
            <p:nvPr>
              <p:extLst>
                <p:ext uri="{D42A27DB-BD31-4B8C-83A1-F6EECF244321}">
                  <p14:modId xmlns:p14="http://schemas.microsoft.com/office/powerpoint/2010/main" val="132479043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986168A1-EA17-434E-3DF4-F3FD4709E5C5}"/>
                </a:ext>
              </a:extLst>
            </p:cNvPr>
            <p:cNvSpPr txBox="1"/>
            <p:nvPr/>
          </p:nvSpPr>
          <p:spPr>
            <a:xfrm>
              <a:off x="2678096" y="2051329"/>
              <a:ext cx="1244956"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7323768B-7591-14DD-4BBE-108286682AF8}"/>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B5B0E257-4D24-B676-D9CA-82F4E91C3F5F}"/>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518F0825-60D8-7751-A625-BAA38DE1D1C2}"/>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5B98D62E-3FEB-6554-8F44-D6B454B1CB3A}"/>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BC6B84DC-7757-2F30-7BF1-AD2927473961}"/>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72" name="TextBox 71">
            <a:extLst>
              <a:ext uri="{FF2B5EF4-FFF2-40B4-BE49-F238E27FC236}">
                <a16:creationId xmlns:a16="http://schemas.microsoft.com/office/drawing/2014/main" id="{7E0F76EB-2E74-17C4-B2AC-D7609C11814C}"/>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73" name="TextBox 72">
            <a:extLst>
              <a:ext uri="{FF2B5EF4-FFF2-40B4-BE49-F238E27FC236}">
                <a16:creationId xmlns:a16="http://schemas.microsoft.com/office/drawing/2014/main" id="{2406263B-EDDC-68D2-1D16-949E73134E47}"/>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6" name="Rectangle 75">
            <a:extLst>
              <a:ext uri="{FF2B5EF4-FFF2-40B4-BE49-F238E27FC236}">
                <a16:creationId xmlns:a16="http://schemas.microsoft.com/office/drawing/2014/main" id="{0E8745B9-3BB1-40F5-8B53-2A87F878E432}"/>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EF300059-0CC3-E1AC-E43F-FAA11F3D0641}"/>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AC05B96F-0C2B-5B79-80CC-48C9C4BA97CD}"/>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14EEFA39-6C22-48EB-E615-15C9244CC5D0}"/>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Prototypes 222</a:t>
            </a:r>
            <a:r>
              <a:rPr lang="en-US" sz="1600">
                <a:solidFill>
                  <a:srgbClr val="0070C0"/>
                </a:solidFill>
                <a:latin typeface="Avenir Next LT Pro" panose="020B0504020202020204" pitchFamily="34" charset="0"/>
              </a:rPr>
              <a:t>, 107</a:t>
            </a: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 and 577 show weaker association with “Coca-Cola Zero Sugar” compared to 4.0 Control.</a:t>
            </a:r>
          </a:p>
        </p:txBody>
      </p:sp>
      <p:grpSp>
        <p:nvGrpSpPr>
          <p:cNvPr id="61" name="Group 60">
            <a:extLst>
              <a:ext uri="{FF2B5EF4-FFF2-40B4-BE49-F238E27FC236}">
                <a16:creationId xmlns:a16="http://schemas.microsoft.com/office/drawing/2014/main" id="{9E299271-4E31-CD74-2985-292E452A58DD}"/>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CCAE6939-00BC-6B98-3304-4E573AD9E8B3}"/>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BC42568B-36DA-8CD4-1380-48DFC76507F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3C2A066D-64B9-7539-4DFB-71681540B10A}"/>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132236B9-FC4C-0A96-4693-2978A7BDCC76}"/>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1BDF8D7A-8010-E155-CEB9-191321A6D3FF}"/>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EC337FC7-FA3F-9186-F6F3-DBD514900FE9}"/>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36A5EC6D-258A-B1AB-8487-B465B2916AED}"/>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1EB80914-696C-F2FC-45B9-32947702DF0A}"/>
              </a:ext>
            </a:extLst>
          </p:cNvPr>
          <p:cNvSpPr txBox="1"/>
          <p:nvPr/>
        </p:nvSpPr>
        <p:spPr>
          <a:xfrm>
            <a:off x="5875851" y="2746381"/>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Coca-Cola</a:t>
            </a:r>
          </a:p>
        </p:txBody>
      </p:sp>
      <p:graphicFrame>
        <p:nvGraphicFramePr>
          <p:cNvPr id="25" name="Table 24">
            <a:extLst>
              <a:ext uri="{FF2B5EF4-FFF2-40B4-BE49-F238E27FC236}">
                <a16:creationId xmlns:a16="http://schemas.microsoft.com/office/drawing/2014/main" id="{83435EFC-22DC-2329-894F-0FF028A9C275}"/>
              </a:ext>
            </a:extLst>
          </p:cNvPr>
          <p:cNvGraphicFramePr>
            <a:graphicFrameLocks noGrp="1"/>
          </p:cNvGraphicFramePr>
          <p:nvPr/>
        </p:nvGraphicFramePr>
        <p:xfrm>
          <a:off x="646199" y="3192117"/>
          <a:ext cx="10125001" cy="323088"/>
        </p:xfrm>
        <a:graphic>
          <a:graphicData uri="http://schemas.openxmlformats.org/drawingml/2006/table">
            <a:tbl>
              <a:tblPr firstRow="1" bandRow="1">
                <a:tableStyleId>{5940675A-B579-460E-94D1-54222C63F5DA}</a:tableStyleId>
              </a:tblPr>
              <a:tblGrid>
                <a:gridCol w="2032201">
                  <a:extLst>
                    <a:ext uri="{9D8B030D-6E8A-4147-A177-3AD203B41FA5}">
                      <a16:colId xmlns:a16="http://schemas.microsoft.com/office/drawing/2014/main" val="1775160107"/>
                    </a:ext>
                  </a:extLst>
                </a:gridCol>
                <a:gridCol w="2296800">
                  <a:extLst>
                    <a:ext uri="{9D8B030D-6E8A-4147-A177-3AD203B41FA5}">
                      <a16:colId xmlns:a16="http://schemas.microsoft.com/office/drawing/2014/main" val="1116568623"/>
                    </a:ext>
                  </a:extLst>
                </a:gridCol>
                <a:gridCol w="1648800">
                  <a:extLst>
                    <a:ext uri="{9D8B030D-6E8A-4147-A177-3AD203B41FA5}">
                      <a16:colId xmlns:a16="http://schemas.microsoft.com/office/drawing/2014/main" val="2398132556"/>
                    </a:ext>
                  </a:extLst>
                </a:gridCol>
                <a:gridCol w="2309815">
                  <a:extLst>
                    <a:ext uri="{9D8B030D-6E8A-4147-A177-3AD203B41FA5}">
                      <a16:colId xmlns:a16="http://schemas.microsoft.com/office/drawing/2014/main" val="831300297"/>
                    </a:ext>
                  </a:extLst>
                </a:gridCol>
                <a:gridCol w="1837385">
                  <a:extLst>
                    <a:ext uri="{9D8B030D-6E8A-4147-A177-3AD203B41FA5}">
                      <a16:colId xmlns:a16="http://schemas.microsoft.com/office/drawing/2014/main" val="278717131"/>
                    </a:ext>
                  </a:extLst>
                </a:gridCol>
              </a:tblGrid>
              <a:tr h="0">
                <a:tc>
                  <a:txBody>
                    <a:bodyPr/>
                    <a:lstStyle/>
                    <a:p>
                      <a:r>
                        <a:rPr lang="en-US" sz="1400" b="1">
                          <a:latin typeface="Avenir Next LT Pro" panose="020B0504020202020204" pitchFamily="34" charset="0"/>
                        </a:rPr>
                        <a:t>Coca-Cola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70%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5" name="TextBox 14">
            <a:extLst>
              <a:ext uri="{FF2B5EF4-FFF2-40B4-BE49-F238E27FC236}">
                <a16:creationId xmlns:a16="http://schemas.microsoft.com/office/drawing/2014/main" id="{C57A9AED-1099-F2C6-E7B0-22CF4BC32608}"/>
              </a:ext>
            </a:extLst>
          </p:cNvPr>
          <p:cNvSpPr txBox="1"/>
          <p:nvPr/>
        </p:nvSpPr>
        <p:spPr>
          <a:xfrm>
            <a:off x="5654841" y="2230412"/>
            <a:ext cx="2435059" cy="340519"/>
          </a:xfrm>
          <a:prstGeom prst="roundRect">
            <a:avLst/>
          </a:prstGeom>
          <a:solidFill>
            <a:srgbClr val="FF560E"/>
          </a:solidFill>
        </p:spPr>
        <p:txBody>
          <a:bodyPr wrap="square" lIns="0" tIns="0" rIns="0" bIns="0" rtlCol="0" anchor="ctr">
            <a:spAutoFit/>
          </a:bodyPr>
          <a:lstStyle/>
          <a:p>
            <a:pPr algn="ctr">
              <a:defRPr/>
            </a:pPr>
            <a:r>
              <a:rPr lang="en-US" sz="2000" b="1" kern="0" dirty="0">
                <a:solidFill>
                  <a:prstClr val="white"/>
                </a:solidFill>
                <a:latin typeface="Avenir Next LT Pro" panose="020B0504020202020204" pitchFamily="34" charset="0"/>
              </a:rPr>
              <a:t>W+ CCZS Drinkers </a:t>
            </a:r>
          </a:p>
        </p:txBody>
      </p:sp>
      <p:grpSp>
        <p:nvGrpSpPr>
          <p:cNvPr id="5" name="Group 4">
            <a:extLst>
              <a:ext uri="{FF2B5EF4-FFF2-40B4-BE49-F238E27FC236}">
                <a16:creationId xmlns:a16="http://schemas.microsoft.com/office/drawing/2014/main" id="{53CE576E-CA8D-F9C7-716E-7E43CC3607C0}"/>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FB889AC0-586B-BAFD-7E71-E8C6AC658B5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ECD953B8-C219-CDA3-9B35-783F9CC8CA1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63EBCE13-3F70-8B13-C272-4E3D4205E30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0CC09AC4-EAD2-6AE3-28D8-59A51AD8FC50}"/>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05729569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04D1C2-DA90-2ED6-6066-B072AA190CB5}"/>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FBD3E399-EF1E-569C-56D1-30EF5CFE928C}"/>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FC348336-483B-E295-3351-E301B83819F9}"/>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F5C7FD4A-98BB-F35D-7BE0-C6D591F38F2C}"/>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7502FBA5-12B8-CEC4-6D41-9CF23CB99477}"/>
                </a:ext>
              </a:extLst>
            </p:cNvPr>
            <p:cNvGraphicFramePr/>
            <p:nvPr>
              <p:extLst>
                <p:ext uri="{D42A27DB-BD31-4B8C-83A1-F6EECF244321}">
                  <p14:modId xmlns:p14="http://schemas.microsoft.com/office/powerpoint/2010/main" val="2647307267"/>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C9009E7F-1F58-8F51-D0EC-A8A63386DC17}"/>
                </a:ext>
              </a:extLst>
            </p:cNvPr>
            <p:cNvSpPr txBox="1"/>
            <p:nvPr/>
          </p:nvSpPr>
          <p:spPr>
            <a:xfrm>
              <a:off x="2678090" y="2051329"/>
              <a:ext cx="1244957"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A9D463BD-BB41-9BB9-3E99-1AF244308B35}"/>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7A895796-F9B2-F121-A131-4B087F9D89AB}"/>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F0691DAF-0E97-8608-7685-9BA822D76155}"/>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81DC9A5F-73CA-7181-AD0C-AFF9C8340B3C}"/>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D187E9E9-AE29-7B19-1DBD-9E4D417C41F1}"/>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72" name="TextBox 71">
            <a:extLst>
              <a:ext uri="{FF2B5EF4-FFF2-40B4-BE49-F238E27FC236}">
                <a16:creationId xmlns:a16="http://schemas.microsoft.com/office/drawing/2014/main" id="{63CA8492-509D-4EA2-7804-51C598AD6014}"/>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73" name="TextBox 72">
            <a:extLst>
              <a:ext uri="{FF2B5EF4-FFF2-40B4-BE49-F238E27FC236}">
                <a16:creationId xmlns:a16="http://schemas.microsoft.com/office/drawing/2014/main" id="{E3386D24-65B5-EE16-BA37-609DDBB2FD62}"/>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76" name="Rectangle 75">
            <a:extLst>
              <a:ext uri="{FF2B5EF4-FFF2-40B4-BE49-F238E27FC236}">
                <a16:creationId xmlns:a16="http://schemas.microsoft.com/office/drawing/2014/main" id="{9325F42F-D98C-8F46-2EBB-A99851C76BC4}"/>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DC402A1C-32AB-4E09-21BB-76A21B2E0497}"/>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C800F35B-85F5-9AC9-FD99-318C8C2A8BCB}"/>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27C0F1F0-9FE6-3D2D-9982-FCF2B1643A0D}"/>
              </a:ext>
            </a:extLst>
          </p:cNvPr>
          <p:cNvSpPr txBox="1">
            <a:spLocks/>
          </p:cNvSpPr>
          <p:nvPr/>
        </p:nvSpPr>
        <p:spPr>
          <a:xfrm>
            <a:off x="666391" y="676995"/>
            <a:ext cx="7812140" cy="971237"/>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lang="en-US" sz="1600">
                <a:solidFill>
                  <a:srgbClr val="0070C0"/>
                </a:solidFill>
                <a:latin typeface="Avenir Next LT Pro" panose="020B0504020202020204" pitchFamily="34" charset="0"/>
              </a:rPr>
              <a:t>Prototype 107 has significantly higher perceptions of Pepsi brand than Control. Rest of the prototypes are on par with the Control.</a:t>
            </a:r>
            <a:endPar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endParaRPr>
          </a:p>
        </p:txBody>
      </p:sp>
      <p:grpSp>
        <p:nvGrpSpPr>
          <p:cNvPr id="61" name="Group 60">
            <a:extLst>
              <a:ext uri="{FF2B5EF4-FFF2-40B4-BE49-F238E27FC236}">
                <a16:creationId xmlns:a16="http://schemas.microsoft.com/office/drawing/2014/main" id="{2929A732-42F7-AC59-F07D-60D76F6ABB6D}"/>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723F615A-F241-D75A-1AF5-18615D975CD0}"/>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B00EB307-090F-4863-EE88-E3F523CE780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8695C092-5C79-A16C-5398-64215DAA9F76}"/>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5907BE42-95D2-3F40-ED45-0CE74B18AC3A}"/>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98293C84-C41C-F378-C091-2A3857C664F9}"/>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1CFE21ED-60FA-59F2-65ED-305C303261F8}"/>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9CB22905-2D46-0587-5186-E0C31A332691}"/>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C1630E7D-4E7D-40FF-CE4E-1F12821DBF7B}"/>
              </a:ext>
            </a:extLst>
          </p:cNvPr>
          <p:cNvSpPr txBox="1"/>
          <p:nvPr/>
        </p:nvSpPr>
        <p:spPr>
          <a:xfrm>
            <a:off x="5875851" y="2762726"/>
            <a:ext cx="1833258" cy="326898"/>
          </a:xfrm>
          <a:prstGeom prst="roundRect">
            <a:avLst/>
          </a:prstGeom>
          <a:noFill/>
          <a:ln>
            <a:solidFill>
              <a:srgbClr val="002060"/>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Pepsi</a:t>
            </a:r>
          </a:p>
        </p:txBody>
      </p:sp>
      <p:graphicFrame>
        <p:nvGraphicFramePr>
          <p:cNvPr id="5" name="Table 4">
            <a:extLst>
              <a:ext uri="{FF2B5EF4-FFF2-40B4-BE49-F238E27FC236}">
                <a16:creationId xmlns:a16="http://schemas.microsoft.com/office/drawing/2014/main" id="{945FBF44-80C0-C43D-572F-44A9F614CB19}"/>
              </a:ext>
            </a:extLst>
          </p:cNvPr>
          <p:cNvGraphicFramePr>
            <a:graphicFrameLocks noGrp="1"/>
          </p:cNvGraphicFramePr>
          <p:nvPr/>
        </p:nvGraphicFramePr>
        <p:xfrm>
          <a:off x="646199" y="3192117"/>
          <a:ext cx="10067401" cy="323088"/>
        </p:xfrm>
        <a:graphic>
          <a:graphicData uri="http://schemas.openxmlformats.org/drawingml/2006/table">
            <a:tbl>
              <a:tblPr firstRow="1" bandRow="1">
                <a:tableStyleId>{5940675A-B579-460E-94D1-54222C63F5DA}</a:tableStyleId>
              </a:tblPr>
              <a:tblGrid>
                <a:gridCol w="2003401">
                  <a:extLst>
                    <a:ext uri="{9D8B030D-6E8A-4147-A177-3AD203B41FA5}">
                      <a16:colId xmlns:a16="http://schemas.microsoft.com/office/drawing/2014/main" val="1775160107"/>
                    </a:ext>
                  </a:extLst>
                </a:gridCol>
                <a:gridCol w="2152800">
                  <a:extLst>
                    <a:ext uri="{9D8B030D-6E8A-4147-A177-3AD203B41FA5}">
                      <a16:colId xmlns:a16="http://schemas.microsoft.com/office/drawing/2014/main" val="1116568623"/>
                    </a:ext>
                  </a:extLst>
                </a:gridCol>
                <a:gridCol w="1951200">
                  <a:extLst>
                    <a:ext uri="{9D8B030D-6E8A-4147-A177-3AD203B41FA5}">
                      <a16:colId xmlns:a16="http://schemas.microsoft.com/office/drawing/2014/main" val="2398132556"/>
                    </a:ext>
                  </a:extLst>
                </a:gridCol>
                <a:gridCol w="2133068">
                  <a:extLst>
                    <a:ext uri="{9D8B030D-6E8A-4147-A177-3AD203B41FA5}">
                      <a16:colId xmlns:a16="http://schemas.microsoft.com/office/drawing/2014/main" val="831300297"/>
                    </a:ext>
                  </a:extLst>
                </a:gridCol>
                <a:gridCol w="1826932">
                  <a:extLst>
                    <a:ext uri="{9D8B030D-6E8A-4147-A177-3AD203B41FA5}">
                      <a16:colId xmlns:a16="http://schemas.microsoft.com/office/drawing/2014/main" val="278717131"/>
                    </a:ext>
                  </a:extLst>
                </a:gridCol>
              </a:tblGrid>
              <a:tr h="204018">
                <a:tc>
                  <a:txBody>
                    <a:bodyPr/>
                    <a:lstStyle/>
                    <a:p>
                      <a:r>
                        <a:rPr lang="en-US" sz="1400" b="1">
                          <a:latin typeface="Avenir Next LT Pro" panose="020B0504020202020204" pitchFamily="34" charset="0"/>
                        </a:rPr>
                        <a:t>Pepsi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37%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3" name="TextBox 12">
            <a:extLst>
              <a:ext uri="{FF2B5EF4-FFF2-40B4-BE49-F238E27FC236}">
                <a16:creationId xmlns:a16="http://schemas.microsoft.com/office/drawing/2014/main" id="{5D559487-BA01-EB12-A3DD-7300873F7E8E}"/>
              </a:ext>
            </a:extLst>
          </p:cNvPr>
          <p:cNvSpPr txBox="1"/>
          <p:nvPr/>
        </p:nvSpPr>
        <p:spPr>
          <a:xfrm>
            <a:off x="5654841" y="2249255"/>
            <a:ext cx="2409659" cy="326898"/>
          </a:xfrm>
          <a:prstGeom prst="roundRect">
            <a:avLst/>
          </a:prstGeom>
          <a:solidFill>
            <a:srgbClr val="FF560E"/>
          </a:solidFill>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W+ CCZS Drinkers </a:t>
            </a:r>
          </a:p>
        </p:txBody>
      </p:sp>
      <p:grpSp>
        <p:nvGrpSpPr>
          <p:cNvPr id="7" name="Group 6">
            <a:extLst>
              <a:ext uri="{FF2B5EF4-FFF2-40B4-BE49-F238E27FC236}">
                <a16:creationId xmlns:a16="http://schemas.microsoft.com/office/drawing/2014/main" id="{0BBEA4D2-FE2C-9F2B-116A-277C0FA057B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9FE0D6B7-4C61-1CA5-8369-24C1E6E1A23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BD124D9A-3FD2-5DB2-5A06-395CD3FB960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E642484C-064F-C021-C4E0-E4059C5A469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6EC67ED5-1BE4-E696-5515-E4FC45E325C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9282040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21BCE2-D3F1-AB2A-2819-B4DE58C2096F}"/>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9AA8B610-F600-DF93-960A-414A3CBAC4AA}"/>
              </a:ext>
            </a:extLst>
          </p:cNvPr>
          <p:cNvSpPr>
            <a:spLocks noGrp="1"/>
          </p:cNvSpPr>
          <p:nvPr>
            <p:ph type="ctrTitle"/>
          </p:nvPr>
        </p:nvSpPr>
        <p:spPr>
          <a:xfrm>
            <a:off x="601852" y="2865842"/>
            <a:ext cx="13716000" cy="1354217"/>
          </a:xfrm>
        </p:spPr>
        <p:txBody>
          <a:bodyPr/>
          <a:lstStyle/>
          <a:p>
            <a:r>
              <a:rPr lang="en-US" sz="4400" dirty="0"/>
              <a:t>W+ CCZS Results</a:t>
            </a:r>
            <a:br>
              <a:rPr lang="en-US" sz="4400" dirty="0"/>
            </a:br>
            <a:r>
              <a:rPr lang="en-US" sz="4400" dirty="0"/>
              <a:t>(4.0 Prototypes vs. Each Other)</a:t>
            </a:r>
          </a:p>
        </p:txBody>
      </p:sp>
      <p:sp>
        <p:nvSpPr>
          <p:cNvPr id="4" name="Slide Number Placeholder 3">
            <a:extLst>
              <a:ext uri="{FF2B5EF4-FFF2-40B4-BE49-F238E27FC236}">
                <a16:creationId xmlns:a16="http://schemas.microsoft.com/office/drawing/2014/main" id="{115F6FB8-0169-4521-EAE3-5A62DD4C82D5}"/>
              </a:ext>
            </a:extLst>
          </p:cNvPr>
          <p:cNvSpPr>
            <a:spLocks noGrp="1"/>
          </p:cNvSpPr>
          <p:nvPr>
            <p:ph type="sldNum" sz="quarter" idx="14"/>
          </p:nvPr>
        </p:nvSpPr>
        <p:spPr/>
        <p:txBody>
          <a:bodyPr/>
          <a:lstStyle/>
          <a:p>
            <a:fld id="{9BBCFCA3-D307-4DD3-86E3-CC1388E97AC0}" type="slidenum">
              <a:rPr lang="en-US" smtClean="0"/>
              <a:pPr/>
              <a:t>83</a:t>
            </a:fld>
            <a:endParaRPr lang="en-US"/>
          </a:p>
        </p:txBody>
      </p:sp>
      <p:grpSp>
        <p:nvGrpSpPr>
          <p:cNvPr id="2" name="Group 1">
            <a:extLst>
              <a:ext uri="{FF2B5EF4-FFF2-40B4-BE49-F238E27FC236}">
                <a16:creationId xmlns:a16="http://schemas.microsoft.com/office/drawing/2014/main" id="{CB8DE0C2-E27E-54BB-F996-AB576C18A8D3}"/>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EB2248C4-B50C-D463-70E7-5A4F45E2B6A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0" name="TextBox 9">
              <a:extLst>
                <a:ext uri="{FF2B5EF4-FFF2-40B4-BE49-F238E27FC236}">
                  <a16:creationId xmlns:a16="http://schemas.microsoft.com/office/drawing/2014/main" id="{08BB19F8-2EB6-A25A-40E9-C3A113E259F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1" name="Picture 10" descr="A bottle of soda with a red label&#10;&#10;Description automatically generated">
              <a:extLst>
                <a:ext uri="{FF2B5EF4-FFF2-40B4-BE49-F238E27FC236}">
                  <a16:creationId xmlns:a16="http://schemas.microsoft.com/office/drawing/2014/main" id="{943D0ED7-8F8F-4E51-BB0C-7621BEC2A9C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2" name="Picture 11" descr="A flag on a button&#10;&#10;Description automatically generated">
              <a:extLst>
                <a:ext uri="{FF2B5EF4-FFF2-40B4-BE49-F238E27FC236}">
                  <a16:creationId xmlns:a16="http://schemas.microsoft.com/office/drawing/2014/main" id="{1D42AA12-F143-D318-3F7E-31F593E0DC1C}"/>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44468446"/>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6E7653-685B-16EE-DFA2-C139722DA56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9A6717C-BB42-6286-12EF-903AFE10CEA0}"/>
              </a:ext>
            </a:extLst>
          </p:cNvPr>
          <p:cNvSpPr>
            <a:spLocks noGrp="1"/>
          </p:cNvSpPr>
          <p:nvPr>
            <p:ph type="sldNum" sz="quarter" idx="14"/>
          </p:nvPr>
        </p:nvSpPr>
        <p:spPr/>
        <p:txBody>
          <a:bodyPr/>
          <a:lstStyle/>
          <a:p>
            <a:fld id="{9BBCFCA3-D307-4DD3-86E3-CC1388E97AC0}" type="slidenum">
              <a:rPr lang="en-US" smtClean="0"/>
              <a:pPr/>
              <a:t>84</a:t>
            </a:fld>
            <a:endParaRPr lang="en-US"/>
          </a:p>
        </p:txBody>
      </p:sp>
      <p:grpSp>
        <p:nvGrpSpPr>
          <p:cNvPr id="10" name="Group 9">
            <a:extLst>
              <a:ext uri="{FF2B5EF4-FFF2-40B4-BE49-F238E27FC236}">
                <a16:creationId xmlns:a16="http://schemas.microsoft.com/office/drawing/2014/main" id="{CECD4FBD-7CA1-5319-22D0-D3FE8BCFF08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F9C6809-15C9-B041-0749-B496E8FC263F}"/>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8843B903-3991-709B-8162-F11F3673665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BD08C0BE-D11F-0145-8A7C-AC971550208D}"/>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395B52AC-0204-FFC3-A22F-A6B5E83EED3E}"/>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C6D0D3F8-3F5E-CEC6-FB3D-65D07B1B5022}"/>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4F3A61BC-69BB-39F0-2FE7-B3C5B0B491C1}"/>
              </a:ext>
            </a:extLst>
          </p:cNvPr>
          <p:cNvGraphicFramePr>
            <a:graphicFrameLocks noGrp="1"/>
          </p:cNvGraphicFramePr>
          <p:nvPr>
            <p:extLst>
              <p:ext uri="{D42A27DB-BD31-4B8C-83A1-F6EECF244321}">
                <p14:modId xmlns:p14="http://schemas.microsoft.com/office/powerpoint/2010/main" val="659806119"/>
              </p:ext>
            </p:extLst>
          </p:nvPr>
        </p:nvGraphicFramePr>
        <p:xfrm>
          <a:off x="3571726" y="2397542"/>
          <a:ext cx="7486948" cy="3566160"/>
        </p:xfrm>
        <a:graphic>
          <a:graphicData uri="http://schemas.openxmlformats.org/drawingml/2006/table">
            <a:tbl>
              <a:tblPr firstRow="1" bandRow="1">
                <a:tableStyleId>{5C22544A-7EE6-4342-B048-85BDC9FD1C3A}</a:tableStyleId>
              </a:tblPr>
              <a:tblGrid>
                <a:gridCol w="2458402">
                  <a:extLst>
                    <a:ext uri="{9D8B030D-6E8A-4147-A177-3AD203B41FA5}">
                      <a16:colId xmlns:a16="http://schemas.microsoft.com/office/drawing/2014/main" val="665467437"/>
                    </a:ext>
                  </a:extLst>
                </a:gridCol>
                <a:gridCol w="1676182">
                  <a:extLst>
                    <a:ext uri="{9D8B030D-6E8A-4147-A177-3AD203B41FA5}">
                      <a16:colId xmlns:a16="http://schemas.microsoft.com/office/drawing/2014/main" val="2678574176"/>
                    </a:ext>
                  </a:extLst>
                </a:gridCol>
                <a:gridCol w="1676182">
                  <a:extLst>
                    <a:ext uri="{9D8B030D-6E8A-4147-A177-3AD203B41FA5}">
                      <a16:colId xmlns:a16="http://schemas.microsoft.com/office/drawing/2014/main" val="364985952"/>
                    </a:ext>
                  </a:extLst>
                </a:gridCol>
                <a:gridCol w="1676182">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0080">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0080">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9BCA14EB-7551-0282-578F-95430CB919C8}"/>
              </a:ext>
            </a:extLst>
          </p:cNvPr>
          <p:cNvSpPr txBox="1"/>
          <p:nvPr/>
        </p:nvSpPr>
        <p:spPr>
          <a:xfrm>
            <a:off x="3771900" y="2486208"/>
            <a:ext cx="2119916" cy="276999"/>
          </a:xfrm>
          <a:prstGeom prst="rect">
            <a:avLst/>
          </a:prstGeom>
          <a:noFill/>
        </p:spPr>
        <p:txBody>
          <a:bodyPr wrap="square" lIns="0" tIns="0" rIns="0" bIns="0" rtlCol="0">
            <a:spAutoFit/>
          </a:bodyPr>
          <a:lstStyle/>
          <a:p>
            <a:pPr algn="ctr" defTabSz="548640">
              <a:defRPr/>
            </a:pPr>
            <a:r>
              <a:rPr lang="en-US" b="1" kern="0" dirty="0">
                <a:solidFill>
                  <a:srgbClr val="FF560E"/>
                </a:solidFill>
                <a:latin typeface="Avenir Next LT Pro" panose="020B0504020202020204" pitchFamily="34" charset="0"/>
              </a:rPr>
              <a:t>W+ CCZS Drinkers </a:t>
            </a:r>
          </a:p>
        </p:txBody>
      </p:sp>
      <p:grpSp>
        <p:nvGrpSpPr>
          <p:cNvPr id="3" name="Group 2">
            <a:extLst>
              <a:ext uri="{FF2B5EF4-FFF2-40B4-BE49-F238E27FC236}">
                <a16:creationId xmlns:a16="http://schemas.microsoft.com/office/drawing/2014/main" id="{19C08A0D-E7FE-AC0F-CDA3-D0D1823F845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559050C1-CC52-715E-CBA7-56A9AE89935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C59EAB0C-74A7-C149-45DC-ECB8002FAD9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A58D15AC-ECF9-5CA4-FFE2-07E927FD87F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8C323B15-3A8A-D279-AB0E-CC99214D5880}"/>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76402537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B23951-ED66-9621-E13E-DB99FD926E64}"/>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A862FE82-46B4-505C-05CB-2C83DEE1877A}"/>
              </a:ext>
            </a:extLst>
          </p:cNvPr>
          <p:cNvGraphicFramePr>
            <a:graphicFrameLocks noGrp="1"/>
          </p:cNvGraphicFramePr>
          <p:nvPr>
            <p:extLst>
              <p:ext uri="{D42A27DB-BD31-4B8C-83A1-F6EECF244321}">
                <p14:modId xmlns:p14="http://schemas.microsoft.com/office/powerpoint/2010/main" val="3619800235"/>
              </p:ext>
            </p:extLst>
          </p:nvPr>
        </p:nvGraphicFramePr>
        <p:xfrm>
          <a:off x="4459842" y="2883129"/>
          <a:ext cx="5710717" cy="2926080"/>
        </p:xfrm>
        <a:graphic>
          <a:graphicData uri="http://schemas.openxmlformats.org/drawingml/2006/table">
            <a:tbl>
              <a:tblPr firstRow="1" bandRow="1">
                <a:tableStyleId>{5C22544A-7EE6-4342-B048-85BDC9FD1C3A}</a:tableStyleId>
              </a:tblPr>
              <a:tblGrid>
                <a:gridCol w="2039542">
                  <a:extLst>
                    <a:ext uri="{9D8B030D-6E8A-4147-A177-3AD203B41FA5}">
                      <a16:colId xmlns:a16="http://schemas.microsoft.com/office/drawing/2014/main" val="665467437"/>
                    </a:ext>
                  </a:extLst>
                </a:gridCol>
                <a:gridCol w="1223725">
                  <a:extLst>
                    <a:ext uri="{9D8B030D-6E8A-4147-A177-3AD203B41FA5}">
                      <a16:colId xmlns:a16="http://schemas.microsoft.com/office/drawing/2014/main" val="2678574176"/>
                    </a:ext>
                  </a:extLst>
                </a:gridCol>
                <a:gridCol w="1223725">
                  <a:extLst>
                    <a:ext uri="{9D8B030D-6E8A-4147-A177-3AD203B41FA5}">
                      <a16:colId xmlns:a16="http://schemas.microsoft.com/office/drawing/2014/main" val="364985952"/>
                    </a:ext>
                  </a:extLst>
                </a:gridCol>
                <a:gridCol w="1223725">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(T2B)</a:t>
                      </a:r>
                      <a:endParaRPr lang="en-GB" sz="1200" b="1">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5242264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Meeting Expectation</a:t>
                      </a:r>
                      <a:br>
                        <a:rPr lang="en-GB" sz="1200" b="1">
                          <a:latin typeface="Avenir Next LT Pro" panose="020B0504020202020204" pitchFamily="34" charset="0"/>
                        </a:rPr>
                      </a:br>
                      <a:r>
                        <a:rPr lang="en-GB" sz="1200" b="1">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r h="640080">
                <a:tc>
                  <a:txBody>
                    <a:bodyPr/>
                    <a:lstStyle/>
                    <a:p>
                      <a:pPr algn="ctr"/>
                      <a:r>
                        <a:rPr lang="en-GB" sz="1200" b="1">
                          <a:latin typeface="Avenir Next LT Pro" panose="020B0504020202020204" pitchFamily="34" charset="0"/>
                        </a:rPr>
                        <a:t>Net Promoter Score</a:t>
                      </a:r>
                      <a:br>
                        <a:rPr lang="en-GB" sz="1200" b="1">
                          <a:latin typeface="Avenir Next LT Pro" panose="020B0504020202020204" pitchFamily="34" charset="0"/>
                        </a:rPr>
                      </a:br>
                      <a:r>
                        <a:rPr lang="en-GB" sz="1200" b="1">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535708962"/>
                  </a:ext>
                </a:extLst>
              </a:tr>
            </a:tbl>
          </a:graphicData>
        </a:graphic>
      </p:graphicFrame>
      <p:sp>
        <p:nvSpPr>
          <p:cNvPr id="4" name="Slide Number Placeholder 3">
            <a:extLst>
              <a:ext uri="{FF2B5EF4-FFF2-40B4-BE49-F238E27FC236}">
                <a16:creationId xmlns:a16="http://schemas.microsoft.com/office/drawing/2014/main" id="{B9F13CE7-046A-78E1-05D8-A72C13E74F31}"/>
              </a:ext>
            </a:extLst>
          </p:cNvPr>
          <p:cNvSpPr>
            <a:spLocks noGrp="1"/>
          </p:cNvSpPr>
          <p:nvPr>
            <p:ph type="sldNum" sz="quarter" idx="14"/>
          </p:nvPr>
        </p:nvSpPr>
        <p:spPr/>
        <p:txBody>
          <a:bodyPr/>
          <a:lstStyle/>
          <a:p>
            <a:fld id="{9BBCFCA3-D307-4DD3-86E3-CC1388E97AC0}" type="slidenum">
              <a:rPr lang="en-US" smtClean="0"/>
              <a:pPr/>
              <a:t>85</a:t>
            </a:fld>
            <a:endParaRPr lang="en-US"/>
          </a:p>
        </p:txBody>
      </p:sp>
      <p:grpSp>
        <p:nvGrpSpPr>
          <p:cNvPr id="10" name="Group 9">
            <a:extLst>
              <a:ext uri="{FF2B5EF4-FFF2-40B4-BE49-F238E27FC236}">
                <a16:creationId xmlns:a16="http://schemas.microsoft.com/office/drawing/2014/main" id="{3DAF349A-9DF8-9890-11A2-12B933D8086E}"/>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62897E87-F8CC-C8B5-B1F5-EEB28CC5F89D}"/>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41617B7-A574-A28B-862B-A59429C3846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EA745798-7E74-BA1E-4D94-F1FE776D78F0}"/>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263BA4F9-7A08-5657-57EB-4DC87D9DD0E6}"/>
              </a:ext>
            </a:extLst>
          </p:cNvPr>
          <p:cNvSpPr txBox="1"/>
          <p:nvPr/>
        </p:nvSpPr>
        <p:spPr>
          <a:xfrm>
            <a:off x="4089400" y="2893809"/>
            <a:ext cx="2357821" cy="307777"/>
          </a:xfrm>
          <a:prstGeom prst="rect">
            <a:avLst/>
          </a:prstGeom>
          <a:noFill/>
        </p:spPr>
        <p:txBody>
          <a:bodyPr wrap="square" lIns="0" tIns="0" rIns="0" bIns="0" rtlCol="0">
            <a:spAutoFit/>
          </a:bodyPr>
          <a:lstStyle/>
          <a:p>
            <a:pPr algn="ctr" defTabSz="548640">
              <a:defRPr/>
            </a:pPr>
            <a:r>
              <a:rPr lang="en-US" sz="2000" b="1" kern="0" dirty="0">
                <a:solidFill>
                  <a:srgbClr val="FF560E"/>
                </a:solidFill>
                <a:latin typeface="Avenir Next LT Pro" panose="020B0504020202020204" pitchFamily="34" charset="0"/>
              </a:rPr>
              <a:t>W+ CCZS Drinkers </a:t>
            </a:r>
          </a:p>
        </p:txBody>
      </p:sp>
      <p:sp>
        <p:nvSpPr>
          <p:cNvPr id="25" name="TextBox 24">
            <a:extLst>
              <a:ext uri="{FF2B5EF4-FFF2-40B4-BE49-F238E27FC236}">
                <a16:creationId xmlns:a16="http://schemas.microsoft.com/office/drawing/2014/main" id="{21C9FA35-39D8-34B2-49D5-B6EBFBA185E9}"/>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sp>
        <p:nvSpPr>
          <p:cNvPr id="3" name="TextBox 2">
            <a:extLst>
              <a:ext uri="{FF2B5EF4-FFF2-40B4-BE49-F238E27FC236}">
                <a16:creationId xmlns:a16="http://schemas.microsoft.com/office/drawing/2014/main" id="{41FEDD53-CF1F-CEA6-D099-18B4735F8537}"/>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F6655CBD-D363-8FA0-1CA2-EF7640C89592}"/>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CC2A8E42-F301-4683-E228-8F6C6D17EFA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4D53E893-D8AA-8C39-2EA9-2FBF82DCF10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DF454116-B52C-8B21-9A2C-2BD977A1A37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FB234CA-01C2-5DCA-5CEC-4D3830A27E2E}"/>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76229841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82943C-5A15-6885-409C-CD046AE6FD5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61BD3F8-09A0-6EA9-A23F-FF71D40D7F20}"/>
              </a:ext>
            </a:extLst>
          </p:cNvPr>
          <p:cNvSpPr>
            <a:spLocks noGrp="1"/>
          </p:cNvSpPr>
          <p:nvPr>
            <p:ph type="sldNum" sz="quarter" idx="14"/>
          </p:nvPr>
        </p:nvSpPr>
        <p:spPr/>
        <p:txBody>
          <a:bodyPr/>
          <a:lstStyle/>
          <a:p>
            <a:fld id="{9BBCFCA3-D307-4DD3-86E3-CC1388E97AC0}" type="slidenum">
              <a:rPr lang="en-US" smtClean="0"/>
              <a:pPr/>
              <a:t>86</a:t>
            </a:fld>
            <a:endParaRPr lang="en-US"/>
          </a:p>
        </p:txBody>
      </p:sp>
      <p:sp>
        <p:nvSpPr>
          <p:cNvPr id="5" name="Text Placeholder 4">
            <a:extLst>
              <a:ext uri="{FF2B5EF4-FFF2-40B4-BE49-F238E27FC236}">
                <a16:creationId xmlns:a16="http://schemas.microsoft.com/office/drawing/2014/main" id="{7B5B9F21-68E3-250B-BA3A-CCC52AE9F093}"/>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No significant differences emerge across the 4.0 Prototypes for Sensory Appeal.</a:t>
            </a:r>
          </a:p>
        </p:txBody>
      </p:sp>
      <p:grpSp>
        <p:nvGrpSpPr>
          <p:cNvPr id="2" name="Group 1">
            <a:extLst>
              <a:ext uri="{FF2B5EF4-FFF2-40B4-BE49-F238E27FC236}">
                <a16:creationId xmlns:a16="http://schemas.microsoft.com/office/drawing/2014/main" id="{89206CDD-DD89-9806-F1CE-71A3F50CF21F}"/>
              </a:ext>
            </a:extLst>
          </p:cNvPr>
          <p:cNvGrpSpPr/>
          <p:nvPr/>
        </p:nvGrpSpPr>
        <p:grpSpPr>
          <a:xfrm>
            <a:off x="3288492" y="2421215"/>
            <a:ext cx="8028000" cy="4924646"/>
            <a:chOff x="531863" y="1967463"/>
            <a:chExt cx="5331526" cy="4128790"/>
          </a:xfrm>
        </p:grpSpPr>
        <p:sp>
          <p:nvSpPr>
            <p:cNvPr id="3" name="Rectangle 2">
              <a:extLst>
                <a:ext uri="{FF2B5EF4-FFF2-40B4-BE49-F238E27FC236}">
                  <a16:creationId xmlns:a16="http://schemas.microsoft.com/office/drawing/2014/main" id="{8DCB2FE8-104A-64D4-1B0E-7118B19C136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11D9274D-86C5-E371-9DCA-E969231BD312}"/>
                </a:ext>
              </a:extLst>
            </p:cNvPr>
            <p:cNvGraphicFramePr/>
            <p:nvPr>
              <p:extLst>
                <p:ext uri="{D42A27DB-BD31-4B8C-83A1-F6EECF244321}">
                  <p14:modId xmlns:p14="http://schemas.microsoft.com/office/powerpoint/2010/main" val="635163758"/>
                </p:ext>
              </p:extLst>
            </p:nvPr>
          </p:nvGraphicFramePr>
          <p:xfrm>
            <a:off x="572170" y="3163078"/>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F86A5775-3A62-1F4D-5C4E-46D98C77053B}"/>
                </a:ext>
              </a:extLst>
            </p:cNvPr>
            <p:cNvSpPr txBox="1"/>
            <p:nvPr/>
          </p:nvSpPr>
          <p:spPr>
            <a:xfrm>
              <a:off x="1675052" y="2049369"/>
              <a:ext cx="3260283"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a:t>
              </a:r>
              <a:r>
                <a:rPr lang="en-US" sz="1600" b="1" kern="0">
                  <a:solidFill>
                    <a:srgbClr val="000000">
                      <a:lumMod val="50000"/>
                      <a:lumOff val="50000"/>
                    </a:srgbClr>
                  </a:solidFill>
                  <a:latin typeface="Avenir Next LT Pro" panose="020B0504020202020204" pitchFamily="34" charset="0"/>
                </a:rPr>
                <a:t>Sip </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39529270-8609-CE01-43BE-6AC1E07C2364}"/>
              </a:ext>
            </a:extLst>
          </p:cNvPr>
          <p:cNvGraphicFramePr>
            <a:graphicFrameLocks noGrp="1"/>
          </p:cNvGraphicFramePr>
          <p:nvPr>
            <p:extLst>
              <p:ext uri="{D42A27DB-BD31-4B8C-83A1-F6EECF244321}">
                <p14:modId xmlns:p14="http://schemas.microsoft.com/office/powerpoint/2010/main" val="2880516652"/>
              </p:ext>
            </p:extLst>
          </p:nvPr>
        </p:nvGraphicFramePr>
        <p:xfrm>
          <a:off x="1386776" y="3341771"/>
          <a:ext cx="9821016" cy="609600"/>
        </p:xfrm>
        <a:graphic>
          <a:graphicData uri="http://schemas.openxmlformats.org/drawingml/2006/table">
            <a:tbl>
              <a:tblPr firstRow="1" bandRow="1">
                <a:tableStyleId>{5940675A-B579-460E-94D1-54222C63F5DA}</a:tableStyleId>
              </a:tblPr>
              <a:tblGrid>
                <a:gridCol w="2303434">
                  <a:extLst>
                    <a:ext uri="{9D8B030D-6E8A-4147-A177-3AD203B41FA5}">
                      <a16:colId xmlns:a16="http://schemas.microsoft.com/office/drawing/2014/main" val="1775160107"/>
                    </a:ext>
                  </a:extLst>
                </a:gridCol>
                <a:gridCol w="2529576">
                  <a:extLst>
                    <a:ext uri="{9D8B030D-6E8A-4147-A177-3AD203B41FA5}">
                      <a16:colId xmlns:a16="http://schemas.microsoft.com/office/drawing/2014/main" val="1227359485"/>
                    </a:ext>
                  </a:extLst>
                </a:gridCol>
                <a:gridCol w="2423288">
                  <a:extLst>
                    <a:ext uri="{9D8B030D-6E8A-4147-A177-3AD203B41FA5}">
                      <a16:colId xmlns:a16="http://schemas.microsoft.com/office/drawing/2014/main" val="1183472630"/>
                    </a:ext>
                  </a:extLst>
                </a:gridCol>
                <a:gridCol w="2564718">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6.78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2A900B08-ECBD-685C-B1E5-8218E3147805}"/>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27BEDC7C-BF5D-DBAE-4504-58D614B6D3C1}"/>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3C5D8032-0FD7-480D-DE02-1BC607F81CEF}"/>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67A57737-5A54-789F-C93A-925B161C645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82CEB1CB-89F8-86D8-D27B-0A38D3760741}"/>
              </a:ext>
            </a:extLst>
          </p:cNvPr>
          <p:cNvPicPr>
            <a:picLocks noChangeAspect="1"/>
          </p:cNvPicPr>
          <p:nvPr/>
        </p:nvPicPr>
        <p:blipFill>
          <a:blip r:embed="rId5"/>
          <a:stretch>
            <a:fillRect/>
          </a:stretch>
        </p:blipFill>
        <p:spPr>
          <a:xfrm>
            <a:off x="12338113" y="1411893"/>
            <a:ext cx="1523800" cy="961166"/>
          </a:xfrm>
          <a:prstGeom prst="rect">
            <a:avLst/>
          </a:prstGeom>
        </p:spPr>
      </p:pic>
      <p:sp>
        <p:nvSpPr>
          <p:cNvPr id="24" name="TextBox 23">
            <a:extLst>
              <a:ext uri="{FF2B5EF4-FFF2-40B4-BE49-F238E27FC236}">
                <a16:creationId xmlns:a16="http://schemas.microsoft.com/office/drawing/2014/main" id="{0873D91C-FC27-5EBC-A243-BB131FB0CB42}"/>
              </a:ext>
            </a:extLst>
          </p:cNvPr>
          <p:cNvSpPr txBox="1"/>
          <p:nvPr/>
        </p:nvSpPr>
        <p:spPr>
          <a:xfrm>
            <a:off x="6366797" y="2888621"/>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p>
        </p:txBody>
      </p:sp>
      <p:sp>
        <p:nvSpPr>
          <p:cNvPr id="11" name="TextBox 10">
            <a:extLst>
              <a:ext uri="{FF2B5EF4-FFF2-40B4-BE49-F238E27FC236}">
                <a16:creationId xmlns:a16="http://schemas.microsoft.com/office/drawing/2014/main" id="{F8F6F632-452B-501E-9474-7F2D0674C5C6}"/>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BF5F59C4-64DA-52B2-458E-3A0FEFFFAFC4}"/>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D98720E0-5F2C-9042-B639-92CB1BE9B08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0" name="TextBox 19">
              <a:extLst>
                <a:ext uri="{FF2B5EF4-FFF2-40B4-BE49-F238E27FC236}">
                  <a16:creationId xmlns:a16="http://schemas.microsoft.com/office/drawing/2014/main" id="{E93C9CCF-245C-8506-6C9D-FC3A5FB0B9D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879332B0-65E2-BFDA-7786-5CDA8C65FD7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3FFE8622-9CC9-E74B-25A0-BE92A8420B4E}"/>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000584595"/>
      </p:ext>
    </p:extLst>
  </p:cSld>
  <p:clrMapOvr>
    <a:masterClrMapping/>
  </p:clrMapOvr>
  <p:extLst>
    <p:ext uri="{6950BFC3-D8DA-4A85-94F7-54DA5524770B}">
      <p188:commentRel xmlns:p188="http://schemas.microsoft.com/office/powerpoint/2018/8/main" r:id="rId3"/>
    </p:ext>
  </p:extLs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24C2DA-F4CE-6A3C-6E06-48A1517EC47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4FB3BC8-E317-9F8F-675D-7D049860AE83}"/>
              </a:ext>
            </a:extLst>
          </p:cNvPr>
          <p:cNvSpPr>
            <a:spLocks noGrp="1"/>
          </p:cNvSpPr>
          <p:nvPr>
            <p:ph type="sldNum" sz="quarter" idx="14"/>
          </p:nvPr>
        </p:nvSpPr>
        <p:spPr/>
        <p:txBody>
          <a:bodyPr/>
          <a:lstStyle/>
          <a:p>
            <a:fld id="{9BBCFCA3-D307-4DD3-86E3-CC1388E97AC0}" type="slidenum">
              <a:rPr lang="en-US" smtClean="0"/>
              <a:pPr/>
              <a:t>87</a:t>
            </a:fld>
            <a:endParaRPr lang="en-US"/>
          </a:p>
        </p:txBody>
      </p:sp>
      <p:sp>
        <p:nvSpPr>
          <p:cNvPr id="5" name="Text Placeholder 4">
            <a:extLst>
              <a:ext uri="{FF2B5EF4-FFF2-40B4-BE49-F238E27FC236}">
                <a16:creationId xmlns:a16="http://schemas.microsoft.com/office/drawing/2014/main" id="{F474CF2B-FD02-FD34-5A81-8706F968580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3.0 Prototypes 107, 222 &amp; 922 are directionally stronger than other Prototypes for full bottle satisfaction.</a:t>
            </a:r>
          </a:p>
          <a:p>
            <a:endParaRPr lang="en-US" sz="1800" b="0">
              <a:solidFill>
                <a:srgbClr val="0070C0"/>
              </a:solidFill>
              <a:latin typeface="Avenir Next LT Pro" panose="020B0504020202020204" pitchFamily="34" charset="0"/>
            </a:endParaRPr>
          </a:p>
        </p:txBody>
      </p:sp>
      <p:grpSp>
        <p:nvGrpSpPr>
          <p:cNvPr id="13" name="Group 12">
            <a:extLst>
              <a:ext uri="{FF2B5EF4-FFF2-40B4-BE49-F238E27FC236}">
                <a16:creationId xmlns:a16="http://schemas.microsoft.com/office/drawing/2014/main" id="{CD10E6E2-2B65-054B-6B01-A593C1CDDD8F}"/>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76F6AC40-3E9D-ED72-B82D-EAABBB7F25F6}"/>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031093E3-F84D-7FA0-590C-7C5EE3827F5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74CC5925-2CF0-DFCA-25E4-9C9179546132}"/>
              </a:ext>
            </a:extLst>
          </p:cNvPr>
          <p:cNvGrpSpPr/>
          <p:nvPr/>
        </p:nvGrpSpPr>
        <p:grpSpPr>
          <a:xfrm>
            <a:off x="3715200" y="3162872"/>
            <a:ext cx="7200000" cy="4184643"/>
            <a:chOff x="531863" y="1967463"/>
            <a:chExt cx="5331526" cy="4128790"/>
          </a:xfrm>
        </p:grpSpPr>
        <p:sp>
          <p:nvSpPr>
            <p:cNvPr id="17" name="Rectangle 16">
              <a:extLst>
                <a:ext uri="{FF2B5EF4-FFF2-40B4-BE49-F238E27FC236}">
                  <a16:creationId xmlns:a16="http://schemas.microsoft.com/office/drawing/2014/main" id="{FEA6F876-7914-FBE3-BA15-0304F37BB6B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32250A37-1DFA-36A4-ADFC-38A8EFB1C35B}"/>
                </a:ext>
              </a:extLst>
            </p:cNvPr>
            <p:cNvGraphicFramePr/>
            <p:nvPr>
              <p:extLst>
                <p:ext uri="{D42A27DB-BD31-4B8C-83A1-F6EECF244321}">
                  <p14:modId xmlns:p14="http://schemas.microsoft.com/office/powerpoint/2010/main" val="2150221012"/>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a:extLst>
                <a:ext uri="{FF2B5EF4-FFF2-40B4-BE49-F238E27FC236}">
                  <a16:creationId xmlns:a16="http://schemas.microsoft.com/office/drawing/2014/main" id="{321EABC2-8DA4-EB4E-E293-3C9E9BC424C2}"/>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B3A365B0-A244-377F-5F59-373007EA46FD}"/>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70F941EF-F89B-85BB-539A-F3BB9E3CF80F}"/>
              </a:ext>
            </a:extLst>
          </p:cNvPr>
          <p:cNvPicPr>
            <a:picLocks noChangeAspect="1"/>
          </p:cNvPicPr>
          <p:nvPr/>
        </p:nvPicPr>
        <p:blipFill>
          <a:blip r:embed="rId3"/>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5E45A165-B0E7-C514-E1A2-3D15F3036E47}"/>
              </a:ext>
            </a:extLst>
          </p:cNvPr>
          <p:cNvGraphicFramePr>
            <a:graphicFrameLocks noGrp="1"/>
          </p:cNvGraphicFramePr>
          <p:nvPr>
            <p:extLst>
              <p:ext uri="{D42A27DB-BD31-4B8C-83A1-F6EECF244321}">
                <p14:modId xmlns:p14="http://schemas.microsoft.com/office/powerpoint/2010/main" val="95443734"/>
              </p:ext>
            </p:extLst>
          </p:nvPr>
        </p:nvGraphicFramePr>
        <p:xfrm>
          <a:off x="1742670" y="3850908"/>
          <a:ext cx="9075042" cy="609600"/>
        </p:xfrm>
        <a:graphic>
          <a:graphicData uri="http://schemas.openxmlformats.org/drawingml/2006/table">
            <a:tbl>
              <a:tblPr firstRow="1" bandRow="1">
                <a:tableStyleId>{5940675A-B579-460E-94D1-54222C63F5DA}</a:tableStyleId>
              </a:tblPr>
              <a:tblGrid>
                <a:gridCol w="2237170">
                  <a:extLst>
                    <a:ext uri="{9D8B030D-6E8A-4147-A177-3AD203B41FA5}">
                      <a16:colId xmlns:a16="http://schemas.microsoft.com/office/drawing/2014/main" val="1775160107"/>
                    </a:ext>
                  </a:extLst>
                </a:gridCol>
                <a:gridCol w="2436822">
                  <a:extLst>
                    <a:ext uri="{9D8B030D-6E8A-4147-A177-3AD203B41FA5}">
                      <a16:colId xmlns:a16="http://schemas.microsoft.com/office/drawing/2014/main" val="1227359485"/>
                    </a:ext>
                  </a:extLst>
                </a:gridCol>
                <a:gridCol w="2038070">
                  <a:extLst>
                    <a:ext uri="{9D8B030D-6E8A-4147-A177-3AD203B41FA5}">
                      <a16:colId xmlns:a16="http://schemas.microsoft.com/office/drawing/2014/main" val="1183472630"/>
                    </a:ext>
                  </a:extLst>
                </a:gridCol>
                <a:gridCol w="2362980">
                  <a:extLst>
                    <a:ext uri="{9D8B030D-6E8A-4147-A177-3AD203B41FA5}">
                      <a16:colId xmlns:a16="http://schemas.microsoft.com/office/drawing/2014/main" val="2941040911"/>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6.92</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7.01</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67448">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54%</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3" name="TextBox 22">
            <a:extLst>
              <a:ext uri="{FF2B5EF4-FFF2-40B4-BE49-F238E27FC236}">
                <a16:creationId xmlns:a16="http://schemas.microsoft.com/office/drawing/2014/main" id="{C66D3C52-EF0A-47C9-F136-6095BC523418}"/>
              </a:ext>
            </a:extLst>
          </p:cNvPr>
          <p:cNvSpPr txBox="1"/>
          <p:nvPr/>
        </p:nvSpPr>
        <p:spPr>
          <a:xfrm>
            <a:off x="6359474" y="3535901"/>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p>
        </p:txBody>
      </p:sp>
      <p:sp>
        <p:nvSpPr>
          <p:cNvPr id="2" name="TextBox 1">
            <a:extLst>
              <a:ext uri="{FF2B5EF4-FFF2-40B4-BE49-F238E27FC236}">
                <a16:creationId xmlns:a16="http://schemas.microsoft.com/office/drawing/2014/main" id="{6CCF1784-E9D5-BCBE-D6E4-C7FC90FCCE3E}"/>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 name="Group 2">
            <a:extLst>
              <a:ext uri="{FF2B5EF4-FFF2-40B4-BE49-F238E27FC236}">
                <a16:creationId xmlns:a16="http://schemas.microsoft.com/office/drawing/2014/main" id="{4CA9246A-C509-BF76-88A5-4FBA8F36AD9C}"/>
              </a:ext>
            </a:extLst>
          </p:cNvPr>
          <p:cNvGrpSpPr/>
          <p:nvPr/>
        </p:nvGrpSpPr>
        <p:grpSpPr>
          <a:xfrm>
            <a:off x="8684218" y="94368"/>
            <a:ext cx="5855930" cy="1551678"/>
            <a:chOff x="8684218" y="94368"/>
            <a:chExt cx="5855930" cy="1551678"/>
          </a:xfrm>
        </p:grpSpPr>
        <p:sp>
          <p:nvSpPr>
            <p:cNvPr id="7" name="Rectangle 6">
              <a:extLst>
                <a:ext uri="{FF2B5EF4-FFF2-40B4-BE49-F238E27FC236}">
                  <a16:creationId xmlns:a16="http://schemas.microsoft.com/office/drawing/2014/main" id="{56EF9A90-0882-F417-79F4-CB72DC46593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B6BEB573-663B-982F-F430-E2C3B69E188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8" name="Picture 27" descr="A bottle of soda with a red label&#10;&#10;Description automatically generated">
              <a:extLst>
                <a:ext uri="{FF2B5EF4-FFF2-40B4-BE49-F238E27FC236}">
                  <a16:creationId xmlns:a16="http://schemas.microsoft.com/office/drawing/2014/main" id="{447DE24C-9D1F-021F-7D64-12231944656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9" name="Picture 28" descr="A flag on a button&#10;&#10;Description automatically generated">
              <a:extLst>
                <a:ext uri="{FF2B5EF4-FFF2-40B4-BE49-F238E27FC236}">
                  <a16:creationId xmlns:a16="http://schemas.microsoft.com/office/drawing/2014/main" id="{BE570CB1-3ECD-318E-E809-31744393C79D}"/>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75455034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00877D-0960-7DC0-6AEE-4118222ADAE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680899D-F386-FDFE-48CF-8AA70120DFF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AF9764DD-67AC-3F85-40F4-DFAA6AD1A75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188195D7-7ADF-1F7D-8CEE-FC8326E8A9B0}"/>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209A4C53-EE30-50F3-23A1-467C038F49C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B84FF250-2986-FAAC-F2E4-18BA4D2DA57F}"/>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 577 has a significantly more unpleasant aftertaste than prototypes 222 and 107.</a:t>
            </a:r>
          </a:p>
          <a:p>
            <a:endParaRPr lang="en-US" sz="1800" b="0">
              <a:solidFill>
                <a:srgbClr val="0070C0"/>
              </a:solidFill>
              <a:latin typeface="Avenir Next LT Pro" panose="020B0504020202020204" pitchFamily="34" charset="0"/>
            </a:endParaRPr>
          </a:p>
        </p:txBody>
      </p:sp>
      <p:grpSp>
        <p:nvGrpSpPr>
          <p:cNvPr id="2" name="Group 1">
            <a:extLst>
              <a:ext uri="{FF2B5EF4-FFF2-40B4-BE49-F238E27FC236}">
                <a16:creationId xmlns:a16="http://schemas.microsoft.com/office/drawing/2014/main" id="{760D0399-20CA-8FCB-75E9-2D3E92498B7F}"/>
              </a:ext>
            </a:extLst>
          </p:cNvPr>
          <p:cNvGrpSpPr/>
          <p:nvPr/>
        </p:nvGrpSpPr>
        <p:grpSpPr>
          <a:xfrm>
            <a:off x="3265200" y="1703318"/>
            <a:ext cx="8100000" cy="5591168"/>
            <a:chOff x="531863" y="1967463"/>
            <a:chExt cx="5331526" cy="4128790"/>
          </a:xfrm>
        </p:grpSpPr>
        <p:sp>
          <p:nvSpPr>
            <p:cNvPr id="3" name="Rectangle 2">
              <a:extLst>
                <a:ext uri="{FF2B5EF4-FFF2-40B4-BE49-F238E27FC236}">
                  <a16:creationId xmlns:a16="http://schemas.microsoft.com/office/drawing/2014/main" id="{0761785A-3534-8ED7-5826-B3E730096B5E}"/>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B41714E2-54A4-177A-6D72-165F141ACE32}"/>
                </a:ext>
              </a:extLst>
            </p:cNvPr>
            <p:cNvGraphicFramePr/>
            <p:nvPr>
              <p:extLst>
                <p:ext uri="{D42A27DB-BD31-4B8C-83A1-F6EECF244321}">
                  <p14:modId xmlns:p14="http://schemas.microsoft.com/office/powerpoint/2010/main" val="187372296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2"/>
            </a:graphicData>
          </a:graphic>
        </p:graphicFrame>
        <p:sp>
          <p:nvSpPr>
            <p:cNvPr id="14" name="TextBox 13">
              <a:extLst>
                <a:ext uri="{FF2B5EF4-FFF2-40B4-BE49-F238E27FC236}">
                  <a16:creationId xmlns:a16="http://schemas.microsoft.com/office/drawing/2014/main" id="{AD17E340-8A48-D046-4ED0-E5CA69A8113D}"/>
                </a:ext>
              </a:extLst>
            </p:cNvPr>
            <p:cNvSpPr txBox="1"/>
            <p:nvPr/>
          </p:nvSpPr>
          <p:spPr>
            <a:xfrm>
              <a:off x="2888916" y="2138865"/>
              <a:ext cx="774667"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34365EA3-9EFA-AC3F-D228-F87E2AA8C849}"/>
              </a:ext>
            </a:extLst>
          </p:cNvPr>
          <p:cNvPicPr>
            <a:picLocks noChangeAspect="1"/>
          </p:cNvPicPr>
          <p:nvPr/>
        </p:nvPicPr>
        <p:blipFill>
          <a:blip r:embed="rId3"/>
          <a:stretch>
            <a:fillRect/>
          </a:stretch>
        </p:blipFill>
        <p:spPr>
          <a:xfrm>
            <a:off x="12912938" y="2235964"/>
            <a:ext cx="1465769" cy="1160942"/>
          </a:xfrm>
          <a:prstGeom prst="rect">
            <a:avLst/>
          </a:prstGeom>
        </p:spPr>
      </p:pic>
      <p:sp>
        <p:nvSpPr>
          <p:cNvPr id="18" name="TextBox 17">
            <a:extLst>
              <a:ext uri="{FF2B5EF4-FFF2-40B4-BE49-F238E27FC236}">
                <a16:creationId xmlns:a16="http://schemas.microsoft.com/office/drawing/2014/main" id="{CF85585D-6C8E-E92D-D654-EC055DBE8090}"/>
              </a:ext>
            </a:extLst>
          </p:cNvPr>
          <p:cNvSpPr txBox="1"/>
          <p:nvPr/>
        </p:nvSpPr>
        <p:spPr>
          <a:xfrm>
            <a:off x="6348451" y="2388131"/>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p>
        </p:txBody>
      </p:sp>
      <p:sp>
        <p:nvSpPr>
          <p:cNvPr id="17" name="TextBox 16">
            <a:extLst>
              <a:ext uri="{FF2B5EF4-FFF2-40B4-BE49-F238E27FC236}">
                <a16:creationId xmlns:a16="http://schemas.microsoft.com/office/drawing/2014/main" id="{E22A0F5C-254B-E9DE-0F72-2C74DA336B25}"/>
              </a:ext>
            </a:extLst>
          </p:cNvPr>
          <p:cNvSpPr txBox="1"/>
          <p:nvPr/>
        </p:nvSpPr>
        <p:spPr>
          <a:xfrm>
            <a:off x="9310920" y="73349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B8EBE551-FD1F-965A-EECD-3C1D903038D3}"/>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CF19E9B5-6958-18FC-C567-D78D9621CEF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C3DEC8B9-0B18-A7F5-3DC9-DEF89179F1D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FAC5D40E-8A8E-3AEC-BECA-4EFE03D7BFE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0651A2AE-0A3F-6FBA-56F1-53CA51D90A5D}"/>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2288324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C1DCED-E817-B53F-5610-E92B6AE80635}"/>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6C3CDA1D-0C23-E4D5-A3C1-1A5F333BB334}"/>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dirty="0">
                <a:ln>
                  <a:noFill/>
                </a:ln>
                <a:solidFill>
                  <a:srgbClr val="000000"/>
                </a:solidFill>
                <a:effectLst/>
                <a:highlight>
                  <a:srgbClr val="FFFF00"/>
                </a:highlight>
                <a:uLnTx/>
                <a:uFillTx/>
                <a:latin typeface="Avenir Next LT Pro" panose="020B0504020202020204" pitchFamily="34" charset="0"/>
                <a:ea typeface="+mn-ea"/>
                <a:cs typeface="+mn-cs"/>
              </a:rPr>
              <a:t>356</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4BDDA3B8-7A03-540B-EC58-224BD384F57B}"/>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sz="4400" dirty="0"/>
              <a:t>CCZS NEUTRALS Results</a:t>
            </a:r>
            <a:br>
              <a:rPr lang="en-US" sz="4400" dirty="0"/>
            </a:br>
            <a:r>
              <a:rPr lang="en-US" sz="4400" dirty="0"/>
              <a:t>(4.0 Prototypes vs. 4.0 Control)</a:t>
            </a:r>
          </a:p>
        </p:txBody>
      </p:sp>
      <p:sp>
        <p:nvSpPr>
          <p:cNvPr id="2" name="TextBox 1">
            <a:extLst>
              <a:ext uri="{FF2B5EF4-FFF2-40B4-BE49-F238E27FC236}">
                <a16:creationId xmlns:a16="http://schemas.microsoft.com/office/drawing/2014/main" id="{674F00EB-EBA9-D760-8F2B-F4B846B2ECD9}"/>
              </a:ext>
            </a:extLst>
          </p:cNvPr>
          <p:cNvSpPr txBox="1"/>
          <p:nvPr/>
        </p:nvSpPr>
        <p:spPr>
          <a:xfrm>
            <a:off x="1901926" y="5365835"/>
            <a:ext cx="10641637" cy="1200329"/>
          </a:xfrm>
          <a:prstGeom prst="rect">
            <a:avLst/>
          </a:prstGeom>
          <a:solidFill>
            <a:srgbClr val="FFFF00"/>
          </a:solidFill>
        </p:spPr>
        <p:txBody>
          <a:bodyPr wrap="square" rtlCol="0">
            <a:spAutoFit/>
          </a:bodyPr>
          <a:lstStyle/>
          <a:p>
            <a:pPr marL="0" rtl="0" eaLnBrk="1" fontAlgn="ctr" latinLnBrk="0" hangingPunct="1">
              <a:spcBef>
                <a:spcPts val="0"/>
              </a:spcBef>
              <a:spcAft>
                <a:spcPts val="0"/>
              </a:spcAft>
            </a:pPr>
            <a:r>
              <a:rPr lang="en-US" sz="3600" b="1" i="0" u="none" strike="noStrike" kern="1200" dirty="0">
                <a:solidFill>
                  <a:schemeClr val="tx2"/>
                </a:solidFill>
                <a:effectLst/>
                <a:latin typeface="Avenir Next LT Pro" panose="020B0504020202020204" pitchFamily="34" charset="0"/>
              </a:rPr>
              <a:t>BANNERS: CCZS NEUTRALS</a:t>
            </a:r>
          </a:p>
          <a:p>
            <a:pPr marL="0" rtl="0" eaLnBrk="1" fontAlgn="ctr" latinLnBrk="0" hangingPunct="1">
              <a:spcBef>
                <a:spcPts val="0"/>
              </a:spcBef>
              <a:spcAft>
                <a:spcPts val="0"/>
              </a:spcAft>
            </a:pPr>
            <a:endParaRPr lang="en-US" sz="3600" b="1" i="0" u="none" strike="noStrike" dirty="0">
              <a:solidFill>
                <a:schemeClr val="tx2"/>
              </a:solidFill>
              <a:effectLst/>
              <a:latin typeface="Avenir Next LT Pro" panose="020B0504020202020204" pitchFamily="34" charset="0"/>
            </a:endParaRPr>
          </a:p>
        </p:txBody>
      </p:sp>
      <p:pic>
        <p:nvPicPr>
          <p:cNvPr id="5" name="Picture 4" descr="A flag on a button&#10;&#10;Description automatically generated">
            <a:extLst>
              <a:ext uri="{FF2B5EF4-FFF2-40B4-BE49-F238E27FC236}">
                <a16:creationId xmlns:a16="http://schemas.microsoft.com/office/drawing/2014/main" id="{76A9D7D2-64C6-3C0C-E586-E691F0C6A35C}"/>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297551863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E289D3-BBEA-2FD8-0042-07F0836F286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8C52DF4-DF1E-825F-24D5-362999FBA13C}"/>
              </a:ext>
            </a:extLst>
          </p:cNvPr>
          <p:cNvSpPr>
            <a:spLocks noGrp="1"/>
          </p:cNvSpPr>
          <p:nvPr>
            <p:ph type="ctrTitle"/>
          </p:nvPr>
        </p:nvSpPr>
        <p:spPr>
          <a:xfrm>
            <a:off x="415870" y="299953"/>
            <a:ext cx="8268347"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CCZS NEUTRALS</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A25EA102-A7DC-EFD4-D995-1879D4B795CC}"/>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767CF9E4-4FA8-E14B-F7C6-6C1237CFC8EE}"/>
              </a:ext>
            </a:extLst>
          </p:cNvPr>
          <p:cNvGraphicFramePr>
            <a:graphicFrameLocks noGrp="1"/>
          </p:cNvGraphicFramePr>
          <p:nvPr>
            <p:extLst>
              <p:ext uri="{D42A27DB-BD31-4B8C-83A1-F6EECF244321}">
                <p14:modId xmlns:p14="http://schemas.microsoft.com/office/powerpoint/2010/main" val="3244819263"/>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2877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396344">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396344">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7.20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39634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396344">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396344">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683F8EA1-4A60-747C-0F8C-861491654C5B}"/>
              </a:ext>
            </a:extLst>
          </p:cNvPr>
          <p:cNvSpPr/>
          <p:nvPr/>
        </p:nvSpPr>
        <p:spPr>
          <a:xfrm>
            <a:off x="2699888" y="1678388"/>
            <a:ext cx="9230625" cy="604124"/>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(N~356 Per Product)</a:t>
            </a:r>
          </a:p>
        </p:txBody>
      </p:sp>
      <p:sp>
        <p:nvSpPr>
          <p:cNvPr id="35" name="TextBox 34">
            <a:extLst>
              <a:ext uri="{FF2B5EF4-FFF2-40B4-BE49-F238E27FC236}">
                <a16:creationId xmlns:a16="http://schemas.microsoft.com/office/drawing/2014/main" id="{66DB99D9-F2D1-E82C-1CE4-D57B9925C148}"/>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A6C94A65-7E6D-045A-9044-0CD4EB9F7E5A}"/>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9E9EB88A-24DA-5897-05CF-9BC8E32323D3}"/>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5A2FD2F2-BC5C-DEA4-D109-3395689738AA}"/>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DC96FB3B-5102-1E14-2329-DFB193953F0B}"/>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A3B23A23-4F3C-1AE7-E459-80E9FFDEF488}"/>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EE77CF52-5068-33BF-8CC9-A12D9C9BACD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E361A2B6-9F25-6674-D945-E757EFC827A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8817754A-C214-67C3-FF12-FE6EAC3265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045ECEF8-97AD-2608-C7E1-2A3E8FDFC219}"/>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0720824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FD261D-0D6B-B917-118A-8CB11B6650E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2B83F63-D79E-B6A1-66CE-89C8114C3DAE}"/>
              </a:ext>
            </a:extLst>
          </p:cNvPr>
          <p:cNvSpPr>
            <a:spLocks noGrp="1"/>
          </p:cNvSpPr>
          <p:nvPr>
            <p:ph type="sldNum" sz="quarter" idx="14"/>
          </p:nvPr>
        </p:nvSpPr>
        <p:spPr/>
        <p:txBody>
          <a:bodyPr/>
          <a:lstStyle/>
          <a:p>
            <a:fld id="{9BBCFCA3-D307-4DD3-86E3-CC1388E97AC0}" type="slidenum">
              <a:rPr lang="en-US" smtClean="0"/>
              <a:pPr/>
              <a:t>91</a:t>
            </a:fld>
            <a:endParaRPr lang="en-US"/>
          </a:p>
        </p:txBody>
      </p:sp>
      <p:sp>
        <p:nvSpPr>
          <p:cNvPr id="5" name="Text Placeholder 4">
            <a:extLst>
              <a:ext uri="{FF2B5EF4-FFF2-40B4-BE49-F238E27FC236}">
                <a16:creationId xmlns:a16="http://schemas.microsoft.com/office/drawing/2014/main" id="{6B3672B8-2A99-CE70-8E4A-F605F61A6E94}"/>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1A9A906B-1105-E263-4EBA-B6F059D436FA}"/>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7A5867FA-544C-DBA7-1AF9-15B3BE0748C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AE200C91-5388-7E58-7E3F-CC8DF9DF48C6}"/>
                </a:ext>
              </a:extLst>
            </p:cNvPr>
            <p:cNvGraphicFramePr/>
            <p:nvPr>
              <p:extLst>
                <p:ext uri="{D42A27DB-BD31-4B8C-83A1-F6EECF244321}">
                  <p14:modId xmlns:p14="http://schemas.microsoft.com/office/powerpoint/2010/main" val="2641669325"/>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688143EB-5611-50BD-3BC8-98615487CABD}"/>
                </a:ext>
              </a:extLst>
            </p:cNvPr>
            <p:cNvSpPr txBox="1"/>
            <p:nvPr/>
          </p:nvSpPr>
          <p:spPr>
            <a:xfrm>
              <a:off x="1727791" y="2017763"/>
              <a:ext cx="2937917"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First Sip Sensory (Taste) Appeal</a:t>
              </a:r>
              <a:r>
                <a:rPr lang="en-US" sz="1600" b="1" kern="0" dirty="0">
                  <a:solidFill>
                    <a:srgbClr val="000000">
                      <a:lumMod val="50000"/>
                      <a:lumOff val="50000"/>
                    </a:srgbClr>
                  </a:solidFill>
                  <a:latin typeface="Avenir Next LT Pro" panose="020B0504020202020204" pitchFamily="34" charset="0"/>
                </a:rPr>
                <a:t> (Overall Liking)</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 </a:t>
              </a:r>
              <a:endParaRPr kumimoji="0" lang="en-US" sz="1600" b="1" i="0" u="none" strike="noStrike" kern="0" cap="none" spc="0" normalizeH="0" baseline="0" noProof="0" dirty="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C40458E1-3C93-5C50-4449-DC6E817EBE26}"/>
              </a:ext>
            </a:extLst>
          </p:cNvPr>
          <p:cNvGraphicFramePr>
            <a:graphicFrameLocks noGrp="1"/>
          </p:cNvGraphicFramePr>
          <p:nvPr>
            <p:extLst>
              <p:ext uri="{D42A27DB-BD31-4B8C-83A1-F6EECF244321}">
                <p14:modId xmlns:p14="http://schemas.microsoft.com/office/powerpoint/2010/main" val="551114538"/>
              </p:ext>
            </p:extLst>
          </p:nvPr>
        </p:nvGraphicFramePr>
        <p:xfrm>
          <a:off x="810355" y="3321206"/>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7.01</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6.79</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AEADB19B-5E52-C5D8-BA93-79809D315037}"/>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B1F281CB-EAAD-78B0-BA57-CB70CECC8F95}"/>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713D5073-AC58-5972-FD4B-758EF408D8E8}"/>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B6D1177C-715E-AC95-39D5-985E6D98BC40}"/>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B0341549-D1E6-23C7-0729-8C1DBCC55D36}"/>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BB86A245-9ADD-5EB6-8159-1A3BBB621186}"/>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7564EC5E-DDEA-5EAC-E0B8-C5B038542528}"/>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FF1F7126-149A-5D2B-61DB-BA92A9CCCF74}"/>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BB1E32EE-5406-70BA-0318-18124560BE4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F92AEF9D-D195-5061-4D0B-03E032551C48}"/>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B9C873F4-F00E-B49A-19D7-9EF4610F6819}"/>
              </a:ext>
            </a:extLst>
          </p:cNvPr>
          <p:cNvSpPr txBox="1"/>
          <p:nvPr/>
        </p:nvSpPr>
        <p:spPr>
          <a:xfrm>
            <a:off x="6245352" y="2901434"/>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3B482841-22D9-845D-1F81-BB7B74FB17A3}"/>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2B89AF5F-8F63-3BCD-621A-268B2139AF8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26A6C1B8-D2B8-BF3A-FED1-E9344D2F6F6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4" name="Picture 23" descr="A bottle of soda with a red label&#10;&#10;Description automatically generated">
              <a:extLst>
                <a:ext uri="{FF2B5EF4-FFF2-40B4-BE49-F238E27FC236}">
                  <a16:creationId xmlns:a16="http://schemas.microsoft.com/office/drawing/2014/main" id="{1A1642AC-5FC7-7F9D-796D-03D75DCEDA6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1D8B3AEB-56CA-C8D9-844E-8E7E3BFF48D7}"/>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42367763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B4C8BF-6B7D-4373-568F-A2F3A96B97B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628B44C-B76A-03D8-D88A-9B404B40DA4D}"/>
              </a:ext>
            </a:extLst>
          </p:cNvPr>
          <p:cNvSpPr>
            <a:spLocks noGrp="1"/>
          </p:cNvSpPr>
          <p:nvPr>
            <p:ph type="sldNum" sz="quarter" idx="14"/>
          </p:nvPr>
        </p:nvSpPr>
        <p:spPr/>
        <p:txBody>
          <a:bodyPr/>
          <a:lstStyle/>
          <a:p>
            <a:fld id="{9BBCFCA3-D307-4DD3-86E3-CC1388E97AC0}" type="slidenum">
              <a:rPr lang="en-US" smtClean="0"/>
              <a:pPr/>
              <a:t>92</a:t>
            </a:fld>
            <a:endParaRPr lang="en-US"/>
          </a:p>
        </p:txBody>
      </p:sp>
      <p:sp>
        <p:nvSpPr>
          <p:cNvPr id="5" name="Text Placeholder 4">
            <a:extLst>
              <a:ext uri="{FF2B5EF4-FFF2-40B4-BE49-F238E27FC236}">
                <a16:creationId xmlns:a16="http://schemas.microsoft.com/office/drawing/2014/main" id="{C8875295-0191-94DA-A20F-1049E9E907CB}"/>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E4FC80C2-5A63-EBDE-C2B4-3658CD9E0778}"/>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D7C6027A-A756-0667-20C8-6289A099C26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5978C612-8E17-D602-ADA9-3ADAAA8FABF9}"/>
                </a:ext>
              </a:extLst>
            </p:cNvPr>
            <p:cNvGraphicFramePr/>
            <p:nvPr>
              <p:extLst>
                <p:ext uri="{D42A27DB-BD31-4B8C-83A1-F6EECF244321}">
                  <p14:modId xmlns:p14="http://schemas.microsoft.com/office/powerpoint/2010/main" val="30365741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6EC6C594-0601-B0D6-ADAE-175CE2861A07}"/>
                </a:ext>
              </a:extLst>
            </p:cNvPr>
            <p:cNvSpPr txBox="1"/>
            <p:nvPr/>
          </p:nvSpPr>
          <p:spPr>
            <a:xfrm>
              <a:off x="1739177" y="2017763"/>
              <a:ext cx="2915144"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Sip 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796D4B9B-7FEA-D014-F444-08B73C144436}"/>
              </a:ext>
            </a:extLst>
          </p:cNvPr>
          <p:cNvGraphicFramePr>
            <a:graphicFrameLocks noGrp="1"/>
          </p:cNvGraphicFramePr>
          <p:nvPr>
            <p:extLst>
              <p:ext uri="{D42A27DB-BD31-4B8C-83A1-F6EECF244321}">
                <p14:modId xmlns:p14="http://schemas.microsoft.com/office/powerpoint/2010/main" val="2944777369"/>
              </p:ext>
            </p:extLst>
          </p:nvPr>
        </p:nvGraphicFramePr>
        <p:xfrm>
          <a:off x="751837" y="3329644"/>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6.72</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43%</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756E15BF-2EE1-37F2-E22A-021ABB139738}"/>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2E81F51A-D6B6-8895-2DB3-F6802E97E6D2}"/>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9E6F96F9-F624-3BD8-B138-384AAD0EEA6E}"/>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4B5E9969-2BCA-7712-A196-FF34C5DBC5A4}"/>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081D1B5D-F2E5-E3CA-665B-2B173F650FF2}"/>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580AB50E-1F19-B776-A3C0-2F6B68E071A3}"/>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E4AA204E-B663-4098-3F40-9284AA82F742}"/>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9E2CEE43-76E5-F072-7B58-00F630F91942}"/>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D3EB5559-CE88-213D-A814-EC66EA442C6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BD381E0A-AADC-9213-022C-94E150B3973E}"/>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536E1135-0788-B125-1A61-6442D46CB2D7}"/>
              </a:ext>
            </a:extLst>
          </p:cNvPr>
          <p:cNvSpPr txBox="1"/>
          <p:nvPr/>
        </p:nvSpPr>
        <p:spPr>
          <a:xfrm>
            <a:off x="6245352" y="2901434"/>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a:t>
            </a:r>
          </a:p>
        </p:txBody>
      </p:sp>
      <p:grpSp>
        <p:nvGrpSpPr>
          <p:cNvPr id="26" name="Group 25">
            <a:extLst>
              <a:ext uri="{FF2B5EF4-FFF2-40B4-BE49-F238E27FC236}">
                <a16:creationId xmlns:a16="http://schemas.microsoft.com/office/drawing/2014/main" id="{D9022516-1B7A-7616-37BC-0BA0043900EA}"/>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C6EDF760-E9A2-79E8-4C6F-B8286E24981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720CDE08-339E-ACD2-A5ED-3E988D2D5AF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E1C3802A-8F40-7466-C192-4FA51AE3E0A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457B7EA2-A70F-F144-44E1-36E9D6EAFE2A}"/>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2485273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C06733-EBFC-295C-41CF-583203EEFF0F}"/>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C67B7E7A-45EC-6135-F1EC-B216327E3F9B}"/>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9283FDAD-7D50-2916-37B5-16A9EFA593E8}"/>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4F02A8C6-59A0-B1AD-F875-DF6BD564893A}"/>
                </a:ext>
              </a:extLst>
            </p:cNvPr>
            <p:cNvGraphicFramePr/>
            <p:nvPr>
              <p:extLst>
                <p:ext uri="{D42A27DB-BD31-4B8C-83A1-F6EECF244321}">
                  <p14:modId xmlns:p14="http://schemas.microsoft.com/office/powerpoint/2010/main" val="857745850"/>
                </p:ext>
              </p:extLst>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36AF0AFE-AB61-0614-53E8-BF237B89B2A2}"/>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1AC4A1A0-539C-23E4-CA4A-9B0FC479DE77}"/>
              </a:ext>
            </a:extLst>
          </p:cNvPr>
          <p:cNvGraphicFramePr>
            <a:graphicFrameLocks noGrp="1"/>
          </p:cNvGraphicFramePr>
          <p:nvPr>
            <p:extLst>
              <p:ext uri="{D42A27DB-BD31-4B8C-83A1-F6EECF244321}">
                <p14:modId xmlns:p14="http://schemas.microsoft.com/office/powerpoint/2010/main" val="2501406143"/>
              </p:ext>
            </p:extLst>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6.67</a:t>
                      </a:r>
                    </a:p>
                  </a:txBody>
                  <a:tcPr marL="6350" marR="6350"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41%</a:t>
                      </a:r>
                    </a:p>
                  </a:txBody>
                  <a:tcPr marL="6350" marR="6350"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E0792639-F35B-2817-CE39-B5662FB5EAF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1B2CCE2C-4FE8-1BDD-66E3-D93C45ECF2AB}"/>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AB9A318F-C2CF-D162-B7DE-7366F2FC5607}"/>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7B207EAF-D3E2-7639-6B53-A9B4E9E830A1}"/>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CD457FC2-199B-5ED4-8D50-CB46D1D4F0E4}"/>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CFEEDAD7-D216-6F8C-FD40-428BD9543F4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61E89728-B594-5287-8DEF-330FBB5E311C}"/>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9E6E3ADE-54A7-E45D-80C4-78E3A3867CAB}"/>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D249B6F6-16D5-F156-72FA-37AE6E409C9C}"/>
                </a:ext>
              </a:extLst>
            </p:cNvPr>
            <p:cNvGraphicFramePr/>
            <p:nvPr>
              <p:extLst>
                <p:ext uri="{D42A27DB-BD31-4B8C-83A1-F6EECF244321}">
                  <p14:modId xmlns:p14="http://schemas.microsoft.com/office/powerpoint/2010/main" val="1813555509"/>
                </p:ext>
              </p:extLst>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E8AB0F3D-6025-0BC7-EADC-3DB316CE64D4}"/>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6EF7B726-5271-FAD2-3173-5C1CB6229655}"/>
              </a:ext>
            </a:extLst>
          </p:cNvPr>
          <p:cNvSpPr/>
          <p:nvPr/>
        </p:nvSpPr>
        <p:spPr>
          <a:xfrm>
            <a:off x="5203004" y="2131398"/>
            <a:ext cx="4172751" cy="445915"/>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(N=356)</a:t>
            </a:r>
          </a:p>
        </p:txBody>
      </p:sp>
      <p:grpSp>
        <p:nvGrpSpPr>
          <p:cNvPr id="2" name="Group 1">
            <a:extLst>
              <a:ext uri="{FF2B5EF4-FFF2-40B4-BE49-F238E27FC236}">
                <a16:creationId xmlns:a16="http://schemas.microsoft.com/office/drawing/2014/main" id="{F2FAD43C-98C9-9F09-EB73-C1237B205DB0}"/>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D7DE651C-E3A7-B1DB-7C56-AB29666C80C6}"/>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10DB99D4-87FC-F22B-AD01-B0C04709F278}"/>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EEDBF0EA-89CB-4794-2878-AD66E2FFB213}"/>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35671B6F-5F9A-27BB-2068-A71016E7F937}"/>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B5445452-C800-E285-97DB-AB8972B13872}"/>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30EC71DF-E530-E822-E77C-33DDE548E907}"/>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D44BDF9F-3E2B-2986-83F2-65C10F67CFC8}"/>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95453795-2B70-3E3E-27A3-518B23FEC413}"/>
                </a:ext>
              </a:extLst>
            </p:cNvPr>
            <p:cNvGraphicFramePr/>
            <p:nvPr>
              <p:extLst>
                <p:ext uri="{D42A27DB-BD31-4B8C-83A1-F6EECF244321}">
                  <p14:modId xmlns:p14="http://schemas.microsoft.com/office/powerpoint/2010/main" val="1684184148"/>
                </p:ext>
              </p:extLst>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648A00F2-3CA5-DCA3-3CD4-49A4336485C2}"/>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1B32FC20-6877-09D7-0A5A-8FF36AE53079}"/>
              </a:ext>
            </a:extLst>
          </p:cNvPr>
          <p:cNvGraphicFramePr>
            <a:graphicFrameLocks noGrp="1"/>
          </p:cNvGraphicFramePr>
          <p:nvPr>
            <p:extLst>
              <p:ext uri="{D42A27DB-BD31-4B8C-83A1-F6EECF244321}">
                <p14:modId xmlns:p14="http://schemas.microsoft.com/office/powerpoint/2010/main" val="3318465859"/>
              </p:ext>
            </p:extLst>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6.79</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6.72</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43%</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B7DC494D-187B-4CF9-C9BE-524B5DBD509E}"/>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7F59C14A-5274-92FA-F562-D5896B5CF2CE}"/>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F4F4F70B-0638-C445-9DE0-2B212C652B11}"/>
                </a:ext>
              </a:extLst>
            </p:cNvPr>
            <p:cNvGraphicFramePr/>
            <p:nvPr>
              <p:extLst>
                <p:ext uri="{D42A27DB-BD31-4B8C-83A1-F6EECF244321}">
                  <p14:modId xmlns:p14="http://schemas.microsoft.com/office/powerpoint/2010/main" val="1018908212"/>
                </p:ext>
              </p:extLst>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8974D82B-19A3-B678-49C4-C939C3B962C1}"/>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CF9298F1-7B5E-6110-2621-FFB39F477619}"/>
              </a:ext>
            </a:extLst>
          </p:cNvPr>
          <p:cNvGraphicFramePr>
            <a:graphicFrameLocks noGrp="1"/>
          </p:cNvGraphicFramePr>
          <p:nvPr>
            <p:extLst>
              <p:ext uri="{D42A27DB-BD31-4B8C-83A1-F6EECF244321}">
                <p14:modId xmlns:p14="http://schemas.microsoft.com/office/powerpoint/2010/main" val="3531087276"/>
              </p:ext>
            </p:extLst>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7.01</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43A871D5-2D74-970B-97C6-D721904F8C41}"/>
              </a:ext>
            </a:extLst>
          </p:cNvPr>
          <p:cNvGraphicFramePr>
            <a:graphicFrameLocks noGrp="1"/>
          </p:cNvGraphicFramePr>
          <p:nvPr>
            <p:extLst>
              <p:ext uri="{D42A27DB-BD31-4B8C-83A1-F6EECF244321}">
                <p14:modId xmlns:p14="http://schemas.microsoft.com/office/powerpoint/2010/main" val="1637212831"/>
              </p:ext>
            </p:extLst>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3" name="Group 22">
            <a:extLst>
              <a:ext uri="{FF2B5EF4-FFF2-40B4-BE49-F238E27FC236}">
                <a16:creationId xmlns:a16="http://schemas.microsoft.com/office/drawing/2014/main" id="{6DFF49A2-2951-F409-D7DF-5657D0E4C0F5}"/>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0BA08865-305B-3436-447C-87574087DD5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1651D5E1-86C4-23FF-CE18-935AFF3F4BA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76F3909F-0589-4A6E-CE56-DDF8D4AFE355}"/>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1" name="Picture 40" descr="A flag on a button&#10;&#10;Description automatically generated">
              <a:extLst>
                <a:ext uri="{FF2B5EF4-FFF2-40B4-BE49-F238E27FC236}">
                  <a16:creationId xmlns:a16="http://schemas.microsoft.com/office/drawing/2014/main" id="{1FA345B1-6587-72C9-DA08-7FE76EB92DC7}"/>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708334706"/>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0F9FE8-E58B-B0D3-89F0-A808439FFCF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9D0C003-0657-D4A8-731D-C7EAF9CCD85F}"/>
              </a:ext>
            </a:extLst>
          </p:cNvPr>
          <p:cNvSpPr>
            <a:spLocks noGrp="1"/>
          </p:cNvSpPr>
          <p:nvPr>
            <p:ph type="sldNum" sz="quarter" idx="14"/>
          </p:nvPr>
        </p:nvSpPr>
        <p:spPr/>
        <p:txBody>
          <a:bodyPr/>
          <a:lstStyle/>
          <a:p>
            <a:fld id="{9BBCFCA3-D307-4DD3-86E3-CC1388E97AC0}" type="slidenum">
              <a:rPr lang="en-US" smtClean="0"/>
              <a:pPr/>
              <a:t>94</a:t>
            </a:fld>
            <a:endParaRPr lang="en-US"/>
          </a:p>
        </p:txBody>
      </p:sp>
      <p:sp>
        <p:nvSpPr>
          <p:cNvPr id="5" name="Text Placeholder 4">
            <a:extLst>
              <a:ext uri="{FF2B5EF4-FFF2-40B4-BE49-F238E27FC236}">
                <a16:creationId xmlns:a16="http://schemas.microsoft.com/office/drawing/2014/main" id="{0C7EB24D-D7F5-887C-CD68-5E27380D2C11}"/>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Similarly, 4.0 prototypes fall broadly parity vs. Kaizen 4.0 Control across all satisfaction metrics.</a:t>
            </a:r>
          </a:p>
        </p:txBody>
      </p:sp>
      <p:grpSp>
        <p:nvGrpSpPr>
          <p:cNvPr id="13" name="Group 12">
            <a:extLst>
              <a:ext uri="{FF2B5EF4-FFF2-40B4-BE49-F238E27FC236}">
                <a16:creationId xmlns:a16="http://schemas.microsoft.com/office/drawing/2014/main" id="{20FB9C31-5095-2B59-7FB2-9BA3EA9A1092}"/>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BE073E23-5800-30C2-DDAC-ABCFFAAA27E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2D7B47BE-AB06-81D6-BC48-D8E6530147B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743F96E0-C41B-1CB7-462B-191221FCA4A7}"/>
              </a:ext>
            </a:extLst>
          </p:cNvPr>
          <p:cNvGrpSpPr/>
          <p:nvPr/>
        </p:nvGrpSpPr>
        <p:grpSpPr>
          <a:xfrm>
            <a:off x="2815200" y="3155582"/>
            <a:ext cx="9000000" cy="4191933"/>
            <a:chOff x="531863" y="1960270"/>
            <a:chExt cx="5331526" cy="4135983"/>
          </a:xfrm>
        </p:grpSpPr>
        <p:sp>
          <p:nvSpPr>
            <p:cNvPr id="17" name="Rectangle 16">
              <a:extLst>
                <a:ext uri="{FF2B5EF4-FFF2-40B4-BE49-F238E27FC236}">
                  <a16:creationId xmlns:a16="http://schemas.microsoft.com/office/drawing/2014/main" id="{29FF1A7C-B205-D552-D879-DA02DF05244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E84655B1-E448-11E3-5F08-DCC5C53D7F0B}"/>
                </a:ext>
              </a:extLst>
            </p:cNvPr>
            <p:cNvGraphicFramePr/>
            <p:nvPr>
              <p:extLst>
                <p:ext uri="{D42A27DB-BD31-4B8C-83A1-F6EECF244321}">
                  <p14:modId xmlns:p14="http://schemas.microsoft.com/office/powerpoint/2010/main" val="2191793877"/>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52BDF1F1-57A9-7F37-93AF-6CCEBA2C8581}"/>
                </a:ext>
              </a:extLst>
            </p:cNvPr>
            <p:cNvSpPr txBox="1"/>
            <p:nvPr/>
          </p:nvSpPr>
          <p:spPr>
            <a:xfrm>
              <a:off x="2692472" y="1960270"/>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EC32AB6C-68AE-9DE2-6B2B-7FA3F6A9C6FD}"/>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85B97AC0-FB1F-C4D3-178B-19D8F70E9166}"/>
              </a:ext>
            </a:extLst>
          </p:cNvPr>
          <p:cNvPicPr>
            <a:picLocks noChangeAspect="1"/>
          </p:cNvPicPr>
          <p:nvPr/>
        </p:nvPicPr>
        <p:blipFill>
          <a:blip r:embed="rId4"/>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98BB4C12-0765-6506-90E6-D08BE53D8A65}"/>
              </a:ext>
            </a:extLst>
          </p:cNvPr>
          <p:cNvGraphicFramePr>
            <a:graphicFrameLocks noGrp="1"/>
          </p:cNvGraphicFramePr>
          <p:nvPr>
            <p:extLst>
              <p:ext uri="{D42A27DB-BD31-4B8C-83A1-F6EECF244321}">
                <p14:modId xmlns:p14="http://schemas.microsoft.com/office/powerpoint/2010/main" val="3633403105"/>
              </p:ext>
            </p:extLst>
          </p:nvPr>
        </p:nvGraphicFramePr>
        <p:xfrm>
          <a:off x="320041" y="3850908"/>
          <a:ext cx="11127959" cy="609600"/>
        </p:xfrm>
        <a:graphic>
          <a:graphicData uri="http://schemas.openxmlformats.org/drawingml/2006/table">
            <a:tbl>
              <a:tblPr firstRow="1" bandRow="1">
                <a:tableStyleId>{5940675A-B579-460E-94D1-54222C63F5DA}</a:tableStyleId>
              </a:tblPr>
              <a:tblGrid>
                <a:gridCol w="2811959">
                  <a:extLst>
                    <a:ext uri="{9D8B030D-6E8A-4147-A177-3AD203B41FA5}">
                      <a16:colId xmlns:a16="http://schemas.microsoft.com/office/drawing/2014/main" val="1775160107"/>
                    </a:ext>
                  </a:extLst>
                </a:gridCol>
                <a:gridCol w="2262584">
                  <a:extLst>
                    <a:ext uri="{9D8B030D-6E8A-4147-A177-3AD203B41FA5}">
                      <a16:colId xmlns:a16="http://schemas.microsoft.com/office/drawing/2014/main" val="1227359485"/>
                    </a:ext>
                  </a:extLst>
                </a:gridCol>
                <a:gridCol w="1920616">
                  <a:extLst>
                    <a:ext uri="{9D8B030D-6E8A-4147-A177-3AD203B41FA5}">
                      <a16:colId xmlns:a16="http://schemas.microsoft.com/office/drawing/2014/main" val="1183472630"/>
                    </a:ext>
                  </a:extLst>
                </a:gridCol>
                <a:gridCol w="2296555">
                  <a:extLst>
                    <a:ext uri="{9D8B030D-6E8A-4147-A177-3AD203B41FA5}">
                      <a16:colId xmlns:a16="http://schemas.microsoft.com/office/drawing/2014/main" val="2941040911"/>
                    </a:ext>
                  </a:extLst>
                </a:gridCol>
                <a:gridCol w="1836245">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7.14</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7.20</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6.77</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52%</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50%</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4" name="Group 23">
            <a:extLst>
              <a:ext uri="{FF2B5EF4-FFF2-40B4-BE49-F238E27FC236}">
                <a16:creationId xmlns:a16="http://schemas.microsoft.com/office/drawing/2014/main" id="{F16568EB-7F02-32EA-BC2A-A43DCFA768BA}"/>
              </a:ext>
            </a:extLst>
          </p:cNvPr>
          <p:cNvGrpSpPr/>
          <p:nvPr/>
        </p:nvGrpSpPr>
        <p:grpSpPr>
          <a:xfrm>
            <a:off x="9368508" y="7427123"/>
            <a:ext cx="3230077" cy="545303"/>
            <a:chOff x="107157" y="4978029"/>
            <a:chExt cx="2691728" cy="454419"/>
          </a:xfrm>
        </p:grpSpPr>
        <p:sp>
          <p:nvSpPr>
            <p:cNvPr id="25" name="TextBox 24">
              <a:extLst>
                <a:ext uri="{FF2B5EF4-FFF2-40B4-BE49-F238E27FC236}">
                  <a16:creationId xmlns:a16="http://schemas.microsoft.com/office/drawing/2014/main" id="{A3D205AB-ECB9-CF1B-6F42-E201E0CE7280}"/>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6" name="TextBox 25">
              <a:extLst>
                <a:ext uri="{FF2B5EF4-FFF2-40B4-BE49-F238E27FC236}">
                  <a16:creationId xmlns:a16="http://schemas.microsoft.com/office/drawing/2014/main" id="{B8878153-7B9B-1FB5-FE96-4C23FD8C0CBA}"/>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27" name="TextBox 26">
              <a:extLst>
                <a:ext uri="{FF2B5EF4-FFF2-40B4-BE49-F238E27FC236}">
                  <a16:creationId xmlns:a16="http://schemas.microsoft.com/office/drawing/2014/main" id="{F32EA616-45CE-FD57-1BCF-909B59D83035}"/>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28" name="TextBox 27">
              <a:extLst>
                <a:ext uri="{FF2B5EF4-FFF2-40B4-BE49-F238E27FC236}">
                  <a16:creationId xmlns:a16="http://schemas.microsoft.com/office/drawing/2014/main" id="{EEF033A6-1869-0CDC-53D7-2B19A5AD8F5A}"/>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12" name="TextBox 11">
            <a:extLst>
              <a:ext uri="{FF2B5EF4-FFF2-40B4-BE49-F238E27FC236}">
                <a16:creationId xmlns:a16="http://schemas.microsoft.com/office/drawing/2014/main" id="{85888C3F-C2BE-41DB-F3C0-F371E801FF11}"/>
              </a:ext>
            </a:extLst>
          </p:cNvPr>
          <p:cNvSpPr txBox="1"/>
          <p:nvPr/>
        </p:nvSpPr>
        <p:spPr>
          <a:xfrm>
            <a:off x="6245352" y="3524226"/>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a:t>
            </a:r>
          </a:p>
        </p:txBody>
      </p:sp>
      <p:grpSp>
        <p:nvGrpSpPr>
          <p:cNvPr id="2" name="Group 1">
            <a:extLst>
              <a:ext uri="{FF2B5EF4-FFF2-40B4-BE49-F238E27FC236}">
                <a16:creationId xmlns:a16="http://schemas.microsoft.com/office/drawing/2014/main" id="{3054CBEE-45D8-0DAC-8319-DE88EFBB95C4}"/>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BB32C927-82B9-B9D9-3AD9-412733A36F4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8" name="TextBox 7">
              <a:extLst>
                <a:ext uri="{FF2B5EF4-FFF2-40B4-BE49-F238E27FC236}">
                  <a16:creationId xmlns:a16="http://schemas.microsoft.com/office/drawing/2014/main" id="{EC5E87FC-ED45-18AE-4EE6-EC1201318A3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2" name="Picture 31" descr="A bottle of soda with a red label&#10;&#10;Description automatically generated">
              <a:extLst>
                <a:ext uri="{FF2B5EF4-FFF2-40B4-BE49-F238E27FC236}">
                  <a16:creationId xmlns:a16="http://schemas.microsoft.com/office/drawing/2014/main" id="{88765428-D5BC-CA7E-43AE-F33433F3FD8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50155C25-5831-4CBE-E8E8-CB22E3AB3A25}"/>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65422740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0C7514-553D-22A5-A580-EA2C40FB391E}"/>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9AE23086-E305-DD81-AE1D-06A6103769EB}"/>
              </a:ext>
            </a:extLst>
          </p:cNvPr>
          <p:cNvGraphicFramePr>
            <a:graphicFrameLocks/>
          </p:cNvGraphicFramePr>
          <p:nvPr>
            <p:extLst>
              <p:ext uri="{D42A27DB-BD31-4B8C-83A1-F6EECF244321}">
                <p14:modId xmlns:p14="http://schemas.microsoft.com/office/powerpoint/2010/main" val="3759367600"/>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8E8C8289-0070-6677-0801-4415D5BC9AF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D07E8BA4-38A8-90EE-F815-084EE69E438C}"/>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2D78223F-4948-6E92-4921-984FA43C7C2D}"/>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05B2196B-4613-E6E9-1767-CF37F2475987}"/>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A3106158-2263-E2A9-0D9C-1769559369CE}"/>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015D61BC-C685-B35A-008D-59486A454423}"/>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622B8760-68B5-DB98-6F79-70EBE99D4A53}"/>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DD0D2F1C-C7AA-BBD4-AD84-650E1FE7EF11}"/>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3BE5301D-8F8F-63E5-70BF-FB073FB1B11F}"/>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C68B4FC4-3D1D-D912-8FCF-09759B8D33F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8619B956-0458-F166-E0C8-D43C0D615758}"/>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EFED672A-14CF-3E95-57B5-883C7AF63D58}"/>
              </a:ext>
            </a:extLst>
          </p:cNvPr>
          <p:cNvGraphicFramePr>
            <a:graphicFrameLocks noGrp="1"/>
          </p:cNvGraphicFramePr>
          <p:nvPr>
            <p:extLst>
              <p:ext uri="{D42A27DB-BD31-4B8C-83A1-F6EECF244321}">
                <p14:modId xmlns:p14="http://schemas.microsoft.com/office/powerpoint/2010/main" val="440839571"/>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6.67</a:t>
                      </a:r>
                    </a:p>
                    <a:p>
                      <a:pPr algn="ctr"/>
                      <a:r>
                        <a:rPr lang="en-US" sz="1400" dirty="0">
                          <a:latin typeface="Avenir Next LT Pro" panose="020B0504020202020204" pitchFamily="34" charset="0"/>
                        </a:rPr>
                        <a:t>41%</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6.81</a:t>
                      </a:r>
                    </a:p>
                    <a:p>
                      <a:pPr algn="ctr"/>
                      <a:r>
                        <a:rPr lang="en-US" sz="1400" dirty="0">
                          <a:latin typeface="Avenir Next LT Pro" panose="020B0504020202020204" pitchFamily="34" charset="0"/>
                        </a:rPr>
                        <a:t>48%</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6.85</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6.72</a:t>
                      </a:r>
                    </a:p>
                    <a:p>
                      <a:pPr algn="ctr"/>
                      <a:r>
                        <a:rPr lang="en-US" sz="1400" dirty="0">
                          <a:latin typeface="Avenir Next LT Pro" panose="020B0504020202020204" pitchFamily="34" charset="0"/>
                        </a:rPr>
                        <a:t>43%</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7EE41CDD-82A1-BA7D-7E78-1453F15DD3F8}"/>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0CE352FA-1CFB-98D7-2325-710604809AF3}"/>
              </a:ext>
            </a:extLst>
          </p:cNvPr>
          <p:cNvSpPr txBox="1"/>
          <p:nvPr/>
        </p:nvSpPr>
        <p:spPr>
          <a:xfrm>
            <a:off x="2230093" y="1867455"/>
            <a:ext cx="2524182"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a:t>
            </a:r>
          </a:p>
        </p:txBody>
      </p:sp>
      <p:cxnSp>
        <p:nvCxnSpPr>
          <p:cNvPr id="12" name="Straight Connector 11">
            <a:extLst>
              <a:ext uri="{FF2B5EF4-FFF2-40B4-BE49-F238E27FC236}">
                <a16:creationId xmlns:a16="http://schemas.microsoft.com/office/drawing/2014/main" id="{316C91BA-4E82-8398-BB46-AF311EB7D75A}"/>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AC2ECE52-1651-2A14-CB0C-C94F782F726B}"/>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87F551DC-9751-5E15-1158-847BF413D2AF}"/>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5654D637-9C31-2DD7-7066-8F63E9A0306E}"/>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FAFE6731-C3BC-3712-BCB0-BEC3AE9EFD3E}"/>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E46E643A-8D25-CCF5-B21F-6E34175C5B49}"/>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32FF82FE-AE93-1FCE-DA58-AF1A1F37E972}"/>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EFCE5CEA-38C8-FF19-663E-A9EB88D4CCDF}"/>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2" name="Group 1">
            <a:extLst>
              <a:ext uri="{FF2B5EF4-FFF2-40B4-BE49-F238E27FC236}">
                <a16:creationId xmlns:a16="http://schemas.microsoft.com/office/drawing/2014/main" id="{5B735E1F-D794-71DC-D6A7-AAE49DABCB51}"/>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F4867A19-8E69-3BE0-FA5B-00EDC478C5F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1" name="TextBox 10">
              <a:extLst>
                <a:ext uri="{FF2B5EF4-FFF2-40B4-BE49-F238E27FC236}">
                  <a16:creationId xmlns:a16="http://schemas.microsoft.com/office/drawing/2014/main" id="{F09E3813-18C1-70CA-253D-0F992E3E556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5148D577-B01E-61A9-6BCD-2C050396A14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7D0DBE3D-FC1D-A7EA-1E04-BF6A9AC0B087}"/>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066494850"/>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B82DCE-1324-9A2E-8949-38A1EE99316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5A5B8B6-5D1C-C545-18E1-BAB89CC7992C}"/>
              </a:ext>
            </a:extLst>
          </p:cNvPr>
          <p:cNvSpPr>
            <a:spLocks noGrp="1"/>
          </p:cNvSpPr>
          <p:nvPr>
            <p:ph type="sldNum" sz="quarter" idx="14"/>
          </p:nvPr>
        </p:nvSpPr>
        <p:spPr/>
        <p:txBody>
          <a:bodyPr/>
          <a:lstStyle/>
          <a:p>
            <a:fld id="{9BBCFCA3-D307-4DD3-86E3-CC1388E97AC0}" type="slidenum">
              <a:rPr lang="en-US" smtClean="0"/>
              <a:pPr/>
              <a:t>96</a:t>
            </a:fld>
            <a:endParaRPr lang="en-US"/>
          </a:p>
        </p:txBody>
      </p:sp>
      <p:grpSp>
        <p:nvGrpSpPr>
          <p:cNvPr id="10" name="Group 9">
            <a:extLst>
              <a:ext uri="{FF2B5EF4-FFF2-40B4-BE49-F238E27FC236}">
                <a16:creationId xmlns:a16="http://schemas.microsoft.com/office/drawing/2014/main" id="{49547D74-38C5-8FA4-5B93-84E5767189B4}"/>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CCB4BDAE-15EE-CF5C-518F-C0FDA854DBF1}"/>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A543F7D-7F93-09D0-5A8F-6E1DEBD2C10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01157DE8-3AA4-CF55-E96A-3BE804B292E7}"/>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48D5A8FA-F955-F006-059E-57086F61A919}"/>
              </a:ext>
            </a:extLst>
          </p:cNvPr>
          <p:cNvGraphicFramePr>
            <a:graphicFrameLocks noGrp="1"/>
          </p:cNvGraphicFramePr>
          <p:nvPr>
            <p:extLst>
              <p:ext uri="{D42A27DB-BD31-4B8C-83A1-F6EECF244321}">
                <p14:modId xmlns:p14="http://schemas.microsoft.com/office/powerpoint/2010/main" val="854737057"/>
              </p:ext>
            </p:extLst>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7.08</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6.90</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51C8D0A3-F3F2-CAEE-8586-2B2C84D8AE2C}"/>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6B2DD657-49CD-24F4-2BCA-47D1CDB216F3}"/>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46F2C69A-4860-A5CC-278A-733100BDA956}"/>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1A979440-54F7-5C3E-F6F4-2B500A9F1A18}"/>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48E056B5-4D2E-6F7D-7448-B7BE8D0F1E4F}"/>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C18EE178-460E-2D3E-1381-05A5652E4803}"/>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4FD70698-6CBC-8E4E-7EB4-AD657890E73F}"/>
              </a:ext>
            </a:extLst>
          </p:cNvPr>
          <p:cNvSpPr txBox="1"/>
          <p:nvPr/>
        </p:nvSpPr>
        <p:spPr>
          <a:xfrm>
            <a:off x="533731" y="1929311"/>
            <a:ext cx="1635480" cy="646331"/>
          </a:xfrm>
          <a:prstGeom prst="rect">
            <a:avLst/>
          </a:prstGeom>
          <a:solidFill>
            <a:srgbClr val="00B0F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CCZS NEUTRALS</a:t>
            </a:r>
          </a:p>
          <a:p>
            <a:pPr algn="ctr">
              <a:defRPr/>
            </a:pPr>
            <a:r>
              <a:rPr lang="en-US" sz="1400" b="1" kern="0" dirty="0">
                <a:solidFill>
                  <a:prstClr val="white"/>
                </a:solidFill>
                <a:latin typeface="Avenir Next LT Pro" panose="020B0504020202020204" pitchFamily="34" charset="0"/>
              </a:rPr>
              <a:t>N ~ 356 per Product</a:t>
            </a:r>
          </a:p>
        </p:txBody>
      </p:sp>
      <p:sp>
        <p:nvSpPr>
          <p:cNvPr id="30" name="TextBox 29">
            <a:extLst>
              <a:ext uri="{FF2B5EF4-FFF2-40B4-BE49-F238E27FC236}">
                <a16:creationId xmlns:a16="http://schemas.microsoft.com/office/drawing/2014/main" id="{7915288A-2009-8F34-D68A-478BB63D47BC}"/>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8196CEB2-1769-F70A-F48B-1FA9F0A80570}"/>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3996867D-F8B4-46C8-A6B3-63A724735688}"/>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B881491F-FD1C-4682-7C7B-9F3045AD29AC}"/>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A0A6008F-03E6-3C53-0B61-CE0600683EF3}"/>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3E9C0EA2-CE7C-D9DB-CE48-78355750F19E}"/>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2AFB6167-7EC8-3A95-6DFF-53FE4120E3FC}"/>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201D8FEA-A555-D414-2305-B622B4DB86F5}"/>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CA7577CA-5C37-698C-7696-C4BA65A86DF3}"/>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4E887697-8FED-F6F2-8DC3-41C2EE6DD8C8}"/>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73A97D1A-7E7A-9F0F-6F2E-5EC36F19A67C}"/>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CD058445-F358-61D0-4483-6F05A10CE5A4}"/>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EB04C1BB-FC35-5D7D-0396-C62A877CFBFF}"/>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875FCE07-222E-3776-3EAD-E760D8DB98AD}"/>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6A0D12F0-8995-8B99-397F-AE8244A558CE}"/>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 name="Group 1">
            <a:extLst>
              <a:ext uri="{FF2B5EF4-FFF2-40B4-BE49-F238E27FC236}">
                <a16:creationId xmlns:a16="http://schemas.microsoft.com/office/drawing/2014/main" id="{108E8D11-78A8-1A62-EC64-EAF77DDA1950}"/>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1FBA9CE4-4D51-2FA2-7D43-864C8AE57A0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087876BA-C742-1082-F45B-2D140928408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EA90C340-F757-BDE0-E00B-75389CF0EF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82FCA50B-9799-B7C1-F697-B94C391A77D5}"/>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3238661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9E6B92-42AE-2600-B9C5-10B1B1CC283B}"/>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35F8E3F5-1B2D-1C40-4872-59FFF9242A2D}"/>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BF1519C8-FC75-75C7-B05E-78EB15A8BE95}"/>
              </a:ext>
            </a:extLst>
          </p:cNvPr>
          <p:cNvSpPr>
            <a:spLocks noGrp="1"/>
          </p:cNvSpPr>
          <p:nvPr>
            <p:ph type="sldNum" sz="quarter" idx="14"/>
          </p:nvPr>
        </p:nvSpPr>
        <p:spPr/>
        <p:txBody>
          <a:bodyPr/>
          <a:lstStyle/>
          <a:p>
            <a:fld id="{9BBCFCA3-D307-4DD3-86E3-CC1388E97AC0}" type="slidenum">
              <a:rPr lang="en-US" smtClean="0"/>
              <a:pPr/>
              <a:t>97</a:t>
            </a:fld>
            <a:endParaRPr lang="en-US"/>
          </a:p>
        </p:txBody>
      </p:sp>
      <p:grpSp>
        <p:nvGrpSpPr>
          <p:cNvPr id="10" name="Group 9">
            <a:extLst>
              <a:ext uri="{FF2B5EF4-FFF2-40B4-BE49-F238E27FC236}">
                <a16:creationId xmlns:a16="http://schemas.microsoft.com/office/drawing/2014/main" id="{03566D21-5CB1-9FC9-4183-F49421D3CBD9}"/>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8AEC1C23-0688-DE26-31CD-371EAD08A86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BCA7FD7-ECC6-507D-BE35-11D31A8AAA6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DD2531A4-C220-2D7D-27E6-4B64AAA0A29B}"/>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AA26A765-79FB-3DB5-D8D0-01936A34FA2E}"/>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CE0FAA9D-F02D-24BF-13FC-52FFB0E9CCDC}"/>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8F9B49D7-F09D-358E-335E-742C2B76A35D}"/>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BC6C42FE-2C4B-704F-B694-BAD3670B3716}"/>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6299EC7E-43BB-FF81-FBF5-530D41CD6B45}"/>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DB09298D-0C30-5AA6-7DD6-55E81F882E00}"/>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04D61D0F-41A0-A45E-779A-3AC37B51A347}"/>
              </a:ext>
            </a:extLst>
          </p:cNvPr>
          <p:cNvSpPr txBox="1"/>
          <p:nvPr/>
        </p:nvSpPr>
        <p:spPr>
          <a:xfrm>
            <a:off x="273131" y="2129673"/>
            <a:ext cx="2265531"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a:t>
            </a:r>
          </a:p>
        </p:txBody>
      </p:sp>
      <p:cxnSp>
        <p:nvCxnSpPr>
          <p:cNvPr id="7" name="Straight Connector 6">
            <a:extLst>
              <a:ext uri="{FF2B5EF4-FFF2-40B4-BE49-F238E27FC236}">
                <a16:creationId xmlns:a16="http://schemas.microsoft.com/office/drawing/2014/main" id="{9A1E8AF4-BCD5-AB0C-4E7D-4C500A09A2E4}"/>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2859663C-7694-9437-A60F-EB7244B3EDAC}"/>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D40AC365-5365-5931-1245-4A962AB93DA6}"/>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6" name="Group 5">
            <a:extLst>
              <a:ext uri="{FF2B5EF4-FFF2-40B4-BE49-F238E27FC236}">
                <a16:creationId xmlns:a16="http://schemas.microsoft.com/office/drawing/2014/main" id="{7C30841C-F067-1231-4522-308C15EF7C5F}"/>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80A85C03-7D41-4CE6-A798-50E52BED85F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56C26C1A-47BF-F720-935D-4C73CCFA359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97F65E6E-B65D-EC44-3CAF-8BF19A45D36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E42496BF-77C2-23B2-9A2F-58FBE69AEBA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4814645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7BA7A5-C208-BA5D-0422-DD47D3BE3BEE}"/>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03D68D6A-CABA-4473-C9A7-33DD247148E6}"/>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A3EEEF30-81FA-F691-3510-BFA792B99ED3}"/>
              </a:ext>
            </a:extLst>
          </p:cNvPr>
          <p:cNvGraphicFramePr>
            <a:graphicFrameLocks/>
          </p:cNvGraphicFramePr>
          <p:nvPr>
            <p:extLst>
              <p:ext uri="{D42A27DB-BD31-4B8C-83A1-F6EECF244321}">
                <p14:modId xmlns:p14="http://schemas.microsoft.com/office/powerpoint/2010/main" val="3850636886"/>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6B6C6CDA-2427-529D-A0CB-87E76C57D85D}"/>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F6C225FC-58C6-12CF-0877-0F841C70AFCD}"/>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5F86022A-79A9-3AB2-18D3-75BE8B70D908}"/>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A4D76DB1-D2A1-327A-E1AD-19E2E94998FA}"/>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D0D2361C-7717-0BBE-DFD3-C1FDF59A32B7}"/>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73%</a:t>
              </a:r>
            </a:p>
            <a:p>
              <a:pPr defTabSz="548618">
                <a:defRPr/>
              </a:pPr>
              <a:r>
                <a:rPr lang="en-US" sz="1000" dirty="0">
                  <a:solidFill>
                    <a:srgbClr val="FFFFFF"/>
                  </a:solidFill>
                  <a:latin typeface="Avenir Next LT Pro" panose="020B0504020202020204" pitchFamily="34" charset="0"/>
                </a:rPr>
                <a:t>Overall Flavor			61%	</a:t>
              </a:r>
            </a:p>
            <a:p>
              <a:pPr defTabSz="548618">
                <a:defRPr/>
              </a:pPr>
              <a:r>
                <a:rPr lang="en-US" sz="1000" dirty="0">
                  <a:solidFill>
                    <a:srgbClr val="FFFFFF"/>
                  </a:solidFill>
                  <a:latin typeface="Avenir Next LT Pro" panose="020B0504020202020204" pitchFamily="34" charset="0"/>
                </a:rPr>
                <a:t>Cola Flavor			60%</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74%</a:t>
              </a:r>
            </a:p>
            <a:p>
              <a:pPr defTabSz="548618">
                <a:defRPr/>
              </a:pPr>
              <a:r>
                <a:rPr lang="en-US" sz="1000" dirty="0">
                  <a:solidFill>
                    <a:srgbClr val="FFFFFF"/>
                  </a:solidFill>
                  <a:latin typeface="Avenir Next LT Pro" panose="020B0504020202020204" pitchFamily="34" charset="0"/>
                </a:rPr>
                <a:t>Mouthfeel			79%</a:t>
              </a:r>
            </a:p>
            <a:p>
              <a:pPr defTabSz="548618">
                <a:defRPr/>
              </a:pPr>
              <a:r>
                <a:rPr lang="en-US" sz="1000" dirty="0">
                  <a:solidFill>
                    <a:srgbClr val="FFFFFF"/>
                  </a:solidFill>
                  <a:latin typeface="Avenir Next LT Pro" panose="020B0504020202020204" pitchFamily="34" charset="0"/>
                </a:rPr>
                <a:t>Carbonation			66%</a:t>
              </a:r>
            </a:p>
          </p:txBody>
        </p:sp>
      </p:grpSp>
      <p:sp>
        <p:nvSpPr>
          <p:cNvPr id="4" name="Slide Number Placeholder 3">
            <a:extLst>
              <a:ext uri="{FF2B5EF4-FFF2-40B4-BE49-F238E27FC236}">
                <a16:creationId xmlns:a16="http://schemas.microsoft.com/office/drawing/2014/main" id="{229F3F4A-F48C-53DC-EB4C-BDE18B41533D}"/>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98</a:t>
            </a:fld>
            <a:endParaRPr lang="en-US">
              <a:solidFill>
                <a:srgbClr val="52565E"/>
              </a:solidFill>
              <a:latin typeface="Unity"/>
            </a:endParaRPr>
          </a:p>
        </p:txBody>
      </p:sp>
      <p:grpSp>
        <p:nvGrpSpPr>
          <p:cNvPr id="10" name="Group 9">
            <a:extLst>
              <a:ext uri="{FF2B5EF4-FFF2-40B4-BE49-F238E27FC236}">
                <a16:creationId xmlns:a16="http://schemas.microsoft.com/office/drawing/2014/main" id="{05C5028F-41F0-985B-54F3-9E058E241437}"/>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B4B91794-CC99-627E-9172-78B12D7BFEDE}"/>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B6643A37-C96A-5FB9-8924-38AA2CD07F5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A8D2D3EF-6F53-BEAA-9B9E-CF1788DFEA0D}"/>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9093C116-AE1A-ACC1-2D09-C6EDC31B4547}"/>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BAB33BB6-BB70-8019-F375-BC4546D4867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8AEF9ACC-3A22-FFF8-3768-6F7FE1196069}"/>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C6DF6F5F-1FF9-E368-D056-63FBB923DF9B}"/>
              </a:ext>
            </a:extLst>
          </p:cNvPr>
          <p:cNvGrpSpPr/>
          <p:nvPr/>
        </p:nvGrpSpPr>
        <p:grpSpPr>
          <a:xfrm>
            <a:off x="8684218" y="94368"/>
            <a:ext cx="5855930" cy="1551678"/>
            <a:chOff x="8684218" y="94368"/>
            <a:chExt cx="5855930" cy="1551678"/>
          </a:xfrm>
        </p:grpSpPr>
        <p:sp>
          <p:nvSpPr>
            <p:cNvPr id="16" name="Rectangle 15">
              <a:extLst>
                <a:ext uri="{FF2B5EF4-FFF2-40B4-BE49-F238E27FC236}">
                  <a16:creationId xmlns:a16="http://schemas.microsoft.com/office/drawing/2014/main" id="{E20B4B6D-5BD6-F351-4B3A-A4BE2BC2303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B457271E-D861-9BF5-C84F-30D77A1C091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C122699A-BA41-06ED-2D46-4FA11411F5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18566782-F064-177E-3237-0F2C3FBD68A3}"/>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7989227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E75129-A632-C9E5-02DA-CE18D4DC807E}"/>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6541378F-0BF2-4194-9010-DA10166D4F08}"/>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06E7B70B-F405-160E-0CFA-822E0F1A7497}"/>
              </a:ext>
            </a:extLst>
          </p:cNvPr>
          <p:cNvGraphicFramePr>
            <a:graphicFrameLocks/>
          </p:cNvGraphicFramePr>
          <p:nvPr>
            <p:extLst>
              <p:ext uri="{D42A27DB-BD31-4B8C-83A1-F6EECF244321}">
                <p14:modId xmlns:p14="http://schemas.microsoft.com/office/powerpoint/2010/main" val="72334968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AB318197-41E2-8CCC-7B63-00188F5448FE}"/>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92AACAD5-DA46-8713-90FF-8A901A15303B}"/>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AA9BF4C1-4EDE-99D1-CB20-DCAE50A4E6E2}"/>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20D802CE-9A7E-79BB-4AEB-832EE812A0B8}"/>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B1073E36-81CE-7A4C-AB44-BD033F5B9F71}"/>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72%</a:t>
              </a:r>
            </a:p>
            <a:p>
              <a:pPr defTabSz="548618">
                <a:defRPr/>
              </a:pPr>
              <a:r>
                <a:rPr lang="en-US" sz="1000" dirty="0">
                  <a:solidFill>
                    <a:srgbClr val="FFFFFF"/>
                  </a:solidFill>
                  <a:latin typeface="Avenir Next LT Pro" panose="020B0504020202020204" pitchFamily="34" charset="0"/>
                </a:rPr>
                <a:t>Overall Flavor			64%	</a:t>
              </a:r>
            </a:p>
            <a:p>
              <a:pPr defTabSz="548618">
                <a:defRPr/>
              </a:pPr>
              <a:r>
                <a:rPr lang="en-US" sz="1000" dirty="0">
                  <a:solidFill>
                    <a:srgbClr val="FFFFFF"/>
                  </a:solidFill>
                  <a:latin typeface="Avenir Next LT Pro" panose="020B0504020202020204" pitchFamily="34" charset="0"/>
                </a:rPr>
                <a:t>Cola Flavor			63%</a:t>
              </a:r>
            </a:p>
            <a:p>
              <a:pPr defTabSz="548618">
                <a:defRPr/>
              </a:pPr>
              <a:r>
                <a:rPr lang="en-US" sz="1000" dirty="0">
                  <a:solidFill>
                    <a:srgbClr val="FFFFFF"/>
                  </a:solidFill>
                  <a:latin typeface="Avenir Next LT Pro" panose="020B0504020202020204" pitchFamily="34" charset="0"/>
                </a:rPr>
                <a:t>Sweetness			69%</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71%</a:t>
              </a:r>
            </a:p>
          </p:txBody>
        </p:sp>
      </p:grpSp>
      <p:sp>
        <p:nvSpPr>
          <p:cNvPr id="4" name="Slide Number Placeholder 3">
            <a:extLst>
              <a:ext uri="{FF2B5EF4-FFF2-40B4-BE49-F238E27FC236}">
                <a16:creationId xmlns:a16="http://schemas.microsoft.com/office/drawing/2014/main" id="{32FE74AE-C2F0-936E-B73E-D54498A9A7C0}"/>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99</a:t>
            </a:fld>
            <a:endParaRPr lang="en-US">
              <a:solidFill>
                <a:srgbClr val="52565E"/>
              </a:solidFill>
              <a:latin typeface="Unity"/>
            </a:endParaRPr>
          </a:p>
        </p:txBody>
      </p:sp>
      <p:grpSp>
        <p:nvGrpSpPr>
          <p:cNvPr id="10" name="Group 9">
            <a:extLst>
              <a:ext uri="{FF2B5EF4-FFF2-40B4-BE49-F238E27FC236}">
                <a16:creationId xmlns:a16="http://schemas.microsoft.com/office/drawing/2014/main" id="{F81F9A47-2603-622F-E2F8-194C80ECF6A0}"/>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585A1992-E713-45BA-DF12-03A30C5F6067}"/>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E92945B2-88A3-6A44-F903-63C15116CCC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3F11ED0C-D72B-2D91-B7C6-BE481F36594E}"/>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6C59E3B-27EC-CC30-8A81-E2742AB8F8E2}"/>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538C7D3C-DE93-7519-2790-2F5CD3ADD6AE}"/>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E54D0B38-2251-BF55-0C4A-13DB8C4518E5}"/>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023E5F99-C2F1-A865-E428-A2B27A237C36}"/>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871B39C2-3541-0847-88AF-0FDACC781EF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9945BA83-33F0-83BD-A23C-2165A46D315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DB9B382D-860C-64B6-9629-582C861631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AFAAA14-DBDD-DA77-9E29-33B1B2D93170}"/>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94973837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082B58-FA6D-EEDE-FD03-E966AF3A21B0}"/>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98CD0417-8B95-3EB9-A5A0-63BF7B844CD2}"/>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4C71F5B9-6FE2-42DA-0E78-10DBCA62E7C0}"/>
              </a:ext>
            </a:extLst>
          </p:cNvPr>
          <p:cNvGraphicFramePr>
            <a:graphicFrameLocks/>
          </p:cNvGraphicFramePr>
          <p:nvPr>
            <p:extLst>
              <p:ext uri="{D42A27DB-BD31-4B8C-83A1-F6EECF244321}">
                <p14:modId xmlns:p14="http://schemas.microsoft.com/office/powerpoint/2010/main" val="381409616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97F9A28D-356A-DFB8-9AE9-DECA3BDB5381}"/>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74536F2B-B9F3-C77D-8C6F-E2089FEA1279}"/>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B5236778-A52D-A1F1-BC81-C09C3572B12D}"/>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F7B21F87-218A-81E6-92E0-AA8FDA5436AE}"/>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27731B37-7A8E-5B31-394B-2FA3F5443D5F}"/>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65%	</a:t>
              </a:r>
            </a:p>
            <a:p>
              <a:pPr defTabSz="548618">
                <a:defRPr/>
              </a:pPr>
              <a:r>
                <a:rPr lang="en-US" sz="1000" dirty="0">
                  <a:solidFill>
                    <a:srgbClr val="FFFFFF"/>
                  </a:solidFill>
                  <a:latin typeface="Avenir Next LT Pro" panose="020B0504020202020204" pitchFamily="34" charset="0"/>
                </a:rPr>
                <a:t>Cola Flavor			62%</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67%</a:t>
              </a:r>
            </a:p>
          </p:txBody>
        </p:sp>
      </p:grpSp>
      <p:sp>
        <p:nvSpPr>
          <p:cNvPr id="4" name="Slide Number Placeholder 3">
            <a:extLst>
              <a:ext uri="{FF2B5EF4-FFF2-40B4-BE49-F238E27FC236}">
                <a16:creationId xmlns:a16="http://schemas.microsoft.com/office/drawing/2014/main" id="{C13CA32B-7408-31E7-BCEB-F106F95D323E}"/>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100</a:t>
            </a:fld>
            <a:endParaRPr lang="en-US">
              <a:solidFill>
                <a:srgbClr val="52565E"/>
              </a:solidFill>
              <a:latin typeface="Unity"/>
            </a:endParaRPr>
          </a:p>
        </p:txBody>
      </p:sp>
      <p:grpSp>
        <p:nvGrpSpPr>
          <p:cNvPr id="10" name="Group 9">
            <a:extLst>
              <a:ext uri="{FF2B5EF4-FFF2-40B4-BE49-F238E27FC236}">
                <a16:creationId xmlns:a16="http://schemas.microsoft.com/office/drawing/2014/main" id="{994E5249-89F2-6732-3688-ED00F1B384A2}"/>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F9CC2A2C-13CA-2B55-2850-8E91034C7AE6}"/>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CFD759E-1A78-7478-8C45-9F5BDF305AC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9BC83844-2DDF-F6F7-AF6E-613EA8CE8936}"/>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74B3B80B-6AB9-5E29-3798-775ABF3242FC}"/>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8C189798-18A3-A421-9B7E-B61302D01F30}"/>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2D6FEA23-C382-169A-FF6E-08D91560C02A}"/>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0C6FF7AD-6549-3F1C-D432-759F89DDD47F}"/>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C00A7C34-3642-0164-5DD4-724A35B1592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E5E0E72A-F45E-A61A-30BF-E5E446F4DC3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5D9D03BB-219C-BDCA-809D-5F9D3404A59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D574EEA3-BE24-7CFA-6064-1BE174A633CC}"/>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12920041"/>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206D32-D921-CD39-8CD6-27424462E5D2}"/>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DD3F4D20-CFEE-ACFB-B7D5-0435C88E3344}"/>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76F00E56-70DF-2E71-2E88-7CCFD9D8CA76}"/>
              </a:ext>
            </a:extLst>
          </p:cNvPr>
          <p:cNvGraphicFramePr>
            <a:graphicFrameLocks/>
          </p:cNvGraphicFramePr>
          <p:nvPr>
            <p:extLst>
              <p:ext uri="{D42A27DB-BD31-4B8C-83A1-F6EECF244321}">
                <p14:modId xmlns:p14="http://schemas.microsoft.com/office/powerpoint/2010/main" val="97672019"/>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23C37B96-924F-D0EB-AB34-9C26E7927D14}"/>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F19891F5-D61D-BAEE-22E9-3C450957B697}"/>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557CEB19-866D-CDB7-CFF5-413E879DAB6F}"/>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B71EB293-7BE5-CA19-4DAB-49A1135FE242}"/>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4C1971B3-1EA7-44CC-1F11-482565C7BBA7}"/>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70%</a:t>
              </a:r>
            </a:p>
            <a:p>
              <a:pPr defTabSz="548618">
                <a:defRPr/>
              </a:pPr>
              <a:r>
                <a:rPr lang="en-US" sz="1000" dirty="0">
                  <a:solidFill>
                    <a:srgbClr val="FFFFFF"/>
                  </a:solidFill>
                  <a:latin typeface="Avenir Next LT Pro" panose="020B0504020202020204" pitchFamily="34" charset="0"/>
                </a:rPr>
                <a:t>Overall Flavor			57%	</a:t>
              </a:r>
            </a:p>
            <a:p>
              <a:pPr defTabSz="548618">
                <a:defRPr/>
              </a:pPr>
              <a:r>
                <a:rPr lang="en-US" sz="1000" dirty="0">
                  <a:solidFill>
                    <a:srgbClr val="FFFFFF"/>
                  </a:solidFill>
                  <a:latin typeface="Avenir Next LT Pro" panose="020B0504020202020204" pitchFamily="34" charset="0"/>
                </a:rPr>
                <a:t>Cola Flavor			56%</a:t>
              </a:r>
            </a:p>
            <a:p>
              <a:pPr defTabSz="548618">
                <a:defRPr/>
              </a:pPr>
              <a:r>
                <a:rPr lang="en-US" sz="1000" dirty="0">
                  <a:solidFill>
                    <a:srgbClr val="FFFFFF"/>
                  </a:solidFill>
                  <a:latin typeface="Avenir Next LT Pro" panose="020B0504020202020204" pitchFamily="34" charset="0"/>
                </a:rPr>
                <a:t>Sweetness			59%</a:t>
              </a:r>
            </a:p>
            <a:p>
              <a:pPr defTabSz="548618">
                <a:defRPr/>
              </a:pPr>
              <a:r>
                <a:rPr lang="en-US" sz="1000" dirty="0">
                  <a:solidFill>
                    <a:srgbClr val="FFFFFF"/>
                  </a:solidFill>
                  <a:latin typeface="Avenir Next LT Pro" panose="020B0504020202020204" pitchFamily="34" charset="0"/>
                </a:rPr>
                <a:t>Sourness 			78%</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61%</a:t>
              </a:r>
            </a:p>
          </p:txBody>
        </p:sp>
      </p:grpSp>
      <p:sp>
        <p:nvSpPr>
          <p:cNvPr id="4" name="Slide Number Placeholder 3">
            <a:extLst>
              <a:ext uri="{FF2B5EF4-FFF2-40B4-BE49-F238E27FC236}">
                <a16:creationId xmlns:a16="http://schemas.microsoft.com/office/drawing/2014/main" id="{D30D1F2A-376C-6C18-6CA0-D26DDD991506}"/>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101</a:t>
            </a:fld>
            <a:endParaRPr lang="en-US">
              <a:solidFill>
                <a:srgbClr val="52565E"/>
              </a:solidFill>
              <a:latin typeface="Unity"/>
            </a:endParaRPr>
          </a:p>
        </p:txBody>
      </p:sp>
      <p:grpSp>
        <p:nvGrpSpPr>
          <p:cNvPr id="10" name="Group 9">
            <a:extLst>
              <a:ext uri="{FF2B5EF4-FFF2-40B4-BE49-F238E27FC236}">
                <a16:creationId xmlns:a16="http://schemas.microsoft.com/office/drawing/2014/main" id="{49169677-BEB7-B409-898F-6E38DDFE815B}"/>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10B64A70-0C33-287F-3ED3-5E30EEECDC38}"/>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C4AB3E8-1158-8ACE-05D9-56FD490AB02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C480189B-AB81-E301-C7A8-BB6F8081AA8F}"/>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2D0EA6C7-55C5-DD8D-2065-9F3CD2F9DAE5}"/>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7C9B7688-D8DF-3361-067D-FBD13C96067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F6EBD028-7119-5FD8-A787-734A454EEAB2}"/>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59F48C03-1DAF-731D-B9D4-992DF6A098CF}"/>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D9C67577-71AE-0443-AC38-C684C4E1DB5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20C055DC-A79D-27EF-338A-452B9608639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6F682C8A-9796-CE7D-2AD0-103FDBE0964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50321FC8-349E-82C8-5124-C376CD241C94}"/>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2381654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1243B6-0EC5-EDD8-5DC7-0F4D7E70C51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450D6A6-5AFD-1F58-929F-1132C97B9F1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C129B72B-00FF-4D03-23A8-87D508A044F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C8CC3B62-E1D5-F0E3-94A7-36A66E64AEA5}"/>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F92C544-5BB9-8BB8-E231-0AB445055A6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F9690591-DC22-24E4-BB2B-D6DF90A7EFBE}"/>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B3DB6A98-F5C3-2730-489B-D78943226809}"/>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951E8F59-A063-775D-8424-0EBFC3911ED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46C2DAD8-81BA-F69B-D606-3272A02C3D4D}"/>
                </a:ext>
              </a:extLst>
            </p:cNvPr>
            <p:cNvGraphicFramePr/>
            <p:nvPr>
              <p:extLst>
                <p:ext uri="{D42A27DB-BD31-4B8C-83A1-F6EECF244321}">
                  <p14:modId xmlns:p14="http://schemas.microsoft.com/office/powerpoint/2010/main" val="625908666"/>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FDAE60DB-7EEC-9208-8407-6F80B1AB72BC}"/>
                </a:ext>
              </a:extLst>
            </p:cNvPr>
            <p:cNvSpPr txBox="1"/>
            <p:nvPr/>
          </p:nvSpPr>
          <p:spPr>
            <a:xfrm>
              <a:off x="2902880" y="2112425"/>
              <a:ext cx="1055441"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(First Sip)</a:t>
              </a:r>
            </a:p>
          </p:txBody>
        </p:sp>
      </p:grpSp>
      <p:pic>
        <p:nvPicPr>
          <p:cNvPr id="15" name="Picture 14">
            <a:extLst>
              <a:ext uri="{FF2B5EF4-FFF2-40B4-BE49-F238E27FC236}">
                <a16:creationId xmlns:a16="http://schemas.microsoft.com/office/drawing/2014/main" id="{CFC931D3-B166-181F-E729-41DF243084DC}"/>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308FDFF2-C65F-0FF7-7BBB-08C5489C2AAE}"/>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1600D9DC-F583-5913-5E51-A13462863D9F}"/>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4900EC22-880C-B853-1F09-A27DFD26FFE6}"/>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B27DD4F9-7657-6DA3-DEC1-5DFD61C63BB2}"/>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79479611-646E-7C3B-4120-366FD98A1072}"/>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0B646B92-AA8C-D43C-A7F0-AEB2F9D55853}"/>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D8FB8F63-A389-E62B-986C-0C639A0970D6}"/>
              </a:ext>
            </a:extLst>
          </p:cNvPr>
          <p:cNvSpPr txBox="1"/>
          <p:nvPr/>
        </p:nvSpPr>
        <p:spPr>
          <a:xfrm>
            <a:off x="6245352" y="2520962"/>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11C44756-9836-EA1F-1C44-0307F4B757EF}"/>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D64E84AA-9132-FE6B-471D-11C3850DCD1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BDF879BD-9011-B491-8316-89DC6EFA48F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B58D8A18-0A80-6BBD-79D8-CE0B709BBB7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B408DBD0-301A-DF07-4DDC-2AAE9D940CAB}"/>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09626949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2AAFF4-54C1-7CF2-6EC9-5B46C85CBE44}"/>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A0960B9-D1A8-BC1D-EAEB-4FE0458094B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9CED7677-FBCD-E13F-4201-9980B0B76049}"/>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41BE2417-9177-1FB6-439B-4D4B22BFBC78}"/>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DCD3D9E3-CAD7-A3D7-9C94-47F4D2E7D10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C2C02667-2473-6D4C-7903-59FC9A419F4A}"/>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E513A7B4-2C29-F99A-E0B9-CE90BBA44C16}"/>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8DEC3870-94CC-6666-AC28-AAE9C8121C2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105040EC-79C0-4373-42AF-090CC256D18C}"/>
                </a:ext>
              </a:extLst>
            </p:cNvPr>
            <p:cNvGraphicFramePr/>
            <p:nvPr>
              <p:extLst>
                <p:ext uri="{D42A27DB-BD31-4B8C-83A1-F6EECF244321}">
                  <p14:modId xmlns:p14="http://schemas.microsoft.com/office/powerpoint/2010/main" val="3323089322"/>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70AB5882-63B9-0713-9FE0-9E0F4FA13BC7}"/>
                </a:ext>
              </a:extLst>
            </p:cNvPr>
            <p:cNvSpPr txBox="1"/>
            <p:nvPr/>
          </p:nvSpPr>
          <p:spPr>
            <a:xfrm>
              <a:off x="2911965" y="2112425"/>
              <a:ext cx="1037270"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(Last Sip)</a:t>
              </a:r>
            </a:p>
          </p:txBody>
        </p:sp>
      </p:grpSp>
      <p:pic>
        <p:nvPicPr>
          <p:cNvPr id="15" name="Picture 14">
            <a:extLst>
              <a:ext uri="{FF2B5EF4-FFF2-40B4-BE49-F238E27FC236}">
                <a16:creationId xmlns:a16="http://schemas.microsoft.com/office/drawing/2014/main" id="{C887B15F-F6A6-DF47-22FD-FA54C9F0BC6B}"/>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277BA4AB-659C-CF14-A7C9-2643F5707398}"/>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0D5FA437-D27E-0AA7-5CC0-6CC7B0483B71}"/>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F9D172B3-4236-A2B2-CDE3-ADACA388E501}"/>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7B83883D-5E45-FFCD-9AD9-05ECA7C28B79}"/>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4472D23E-F123-1C09-ADAC-6E456A256A93}"/>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3B2DF36A-35C7-A7B7-83EB-FC0B1DA6482A}"/>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2F634229-D272-CAE8-7D0D-0C27E781F467}"/>
              </a:ext>
            </a:extLst>
          </p:cNvPr>
          <p:cNvSpPr txBox="1"/>
          <p:nvPr/>
        </p:nvSpPr>
        <p:spPr>
          <a:xfrm>
            <a:off x="6245352" y="2520962"/>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EE485FC8-B18A-138B-F9F7-341D2DF2CDA9}"/>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A5AECA9B-02AB-BFBB-DADA-DF5E359BC12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F26DD43D-04DF-5D61-C8A1-A3254C7D3D4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8E842E85-AE55-75B5-75A9-117D1BE432C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B10C3620-1D1C-F8B4-4540-FF05EEE88870}"/>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81193812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6C68DA-CF66-A2F5-EEA5-5939C466779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4DD9043-3DD7-DF3A-BC70-7E813072139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79CAE9AA-A991-095E-F7CD-0FA6BE95CD59}"/>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6EE20BC6-165A-03F7-4160-7F7F1024CBB8}"/>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069D6FEF-9891-A02F-5F93-83EE9F8920B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EA9CB5AA-F7FF-03CE-6D4B-27F06F21F840}"/>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D0637F7E-D903-9BD7-10DD-6EE8596A3DA7}"/>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8E363F4A-9BBB-45F3-323A-D452354481A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5DA10A51-CB24-7640-4FFF-5BF1F8EDC1B3}"/>
                </a:ext>
              </a:extLst>
            </p:cNvPr>
            <p:cNvGraphicFramePr/>
            <p:nvPr>
              <p:extLst>
                <p:ext uri="{D42A27DB-BD31-4B8C-83A1-F6EECF244321}">
                  <p14:modId xmlns:p14="http://schemas.microsoft.com/office/powerpoint/2010/main" val="2920843685"/>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C29D1D9C-3147-D638-063B-E623E948D92F}"/>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C2718E9E-3873-42B9-25DD-9433CE7F3324}"/>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0463A1EC-DC7F-8D8F-91EB-EC0F44B3345E}"/>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AAFADA6D-7840-6892-6C52-29680062A378}"/>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F8820792-B421-9572-B2ED-7F9C3551BEAF}"/>
                </a:ext>
              </a:extLst>
            </p:cNvPr>
            <p:cNvGraphicFramePr/>
            <p:nvPr>
              <p:extLst>
                <p:ext uri="{D42A27DB-BD31-4B8C-83A1-F6EECF244321}">
                  <p14:modId xmlns:p14="http://schemas.microsoft.com/office/powerpoint/2010/main" val="1196764329"/>
                </p:ext>
              </p:extLst>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ED21505D-B618-7A41-8783-A4075FFACE9E}"/>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A0217B3A-FC42-D926-7976-B8A79454EBC1}"/>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935B77D0-BF5B-A7EB-DF6B-7614F271B3F8}"/>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98450E57-4889-900C-C67E-467544760B97}"/>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1E026303-8955-C419-2B31-1E01ED4487C1}"/>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57E6C311-2F92-CC13-3D9C-8B2816D82BA1}"/>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45A61B8D-65C1-EF7B-82D8-7235BF65ED19}"/>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ADFA7329-7752-4BC6-C4C1-6D49074A1D8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1CCE0EAF-1B1D-BEB2-096E-56A2CEB4777D}"/>
                </a:ext>
              </a:extLst>
            </p:cNvPr>
            <p:cNvGraphicFramePr/>
            <p:nvPr>
              <p:extLst>
                <p:ext uri="{D42A27DB-BD31-4B8C-83A1-F6EECF244321}">
                  <p14:modId xmlns:p14="http://schemas.microsoft.com/office/powerpoint/2010/main" val="1556468984"/>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B4A6ED4B-72F3-12A9-8B79-2BA707C37188}"/>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A9F7681E-B67A-9B54-284F-1FA8DAFB0A89}"/>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E3B9606E-EECE-64F1-0A83-294D7167ACF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88C5ECF6-E70A-6A84-4FDB-FFE2321AB0BB}"/>
                </a:ext>
              </a:extLst>
            </p:cNvPr>
            <p:cNvGraphicFramePr/>
            <p:nvPr>
              <p:extLst>
                <p:ext uri="{D42A27DB-BD31-4B8C-83A1-F6EECF244321}">
                  <p14:modId xmlns:p14="http://schemas.microsoft.com/office/powerpoint/2010/main" val="2923220933"/>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C541337D-C5CE-CF15-0504-2A5993629BAF}"/>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6" name="Group 5">
            <a:extLst>
              <a:ext uri="{FF2B5EF4-FFF2-40B4-BE49-F238E27FC236}">
                <a16:creationId xmlns:a16="http://schemas.microsoft.com/office/drawing/2014/main" id="{6AB7AC0F-2256-2D57-7C38-5DD420D261E6}"/>
              </a:ext>
            </a:extLst>
          </p:cNvPr>
          <p:cNvGrpSpPr/>
          <p:nvPr/>
        </p:nvGrpSpPr>
        <p:grpSpPr>
          <a:xfrm>
            <a:off x="8684218" y="94368"/>
            <a:ext cx="5855930" cy="1551678"/>
            <a:chOff x="8684218" y="94368"/>
            <a:chExt cx="5855930" cy="1551678"/>
          </a:xfrm>
        </p:grpSpPr>
        <p:sp>
          <p:nvSpPr>
            <p:cNvPr id="17" name="Rectangle 16">
              <a:extLst>
                <a:ext uri="{FF2B5EF4-FFF2-40B4-BE49-F238E27FC236}">
                  <a16:creationId xmlns:a16="http://schemas.microsoft.com/office/drawing/2014/main" id="{A122466A-47FB-0532-EA00-F1B66E6BEE3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4" name="TextBox 23">
              <a:extLst>
                <a:ext uri="{FF2B5EF4-FFF2-40B4-BE49-F238E27FC236}">
                  <a16:creationId xmlns:a16="http://schemas.microsoft.com/office/drawing/2014/main" id="{63051D52-D22C-594B-CEDC-74990712221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787C8C41-8BAD-5E55-1F98-8CADDF58D5C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2CCF7B5B-578A-67ED-5EEE-D587E249401C}"/>
                </a:ext>
              </a:extLst>
            </p:cNvPr>
            <p:cNvPicPr>
              <a:picLocks noChangeAspect="1"/>
            </p:cNvPicPr>
            <p:nvPr/>
          </p:nvPicPr>
          <p:blipFill>
            <a:blip r:embed="rId9"/>
            <a:stretch>
              <a:fillRect/>
            </a:stretch>
          </p:blipFill>
          <p:spPr>
            <a:xfrm>
              <a:off x="8976350" y="421300"/>
              <a:ext cx="1404000" cy="1051290"/>
            </a:xfrm>
            <a:prstGeom prst="rect">
              <a:avLst/>
            </a:prstGeom>
          </p:spPr>
        </p:pic>
      </p:grpSp>
      <p:sp>
        <p:nvSpPr>
          <p:cNvPr id="38" name="Rectangle: Rounded Corners 37">
            <a:extLst>
              <a:ext uri="{FF2B5EF4-FFF2-40B4-BE49-F238E27FC236}">
                <a16:creationId xmlns:a16="http://schemas.microsoft.com/office/drawing/2014/main" id="{2DE9DCE3-FCF4-D92D-C277-32CD1D93B63B}"/>
              </a:ext>
            </a:extLst>
          </p:cNvPr>
          <p:cNvSpPr/>
          <p:nvPr/>
        </p:nvSpPr>
        <p:spPr>
          <a:xfrm>
            <a:off x="4300035" y="1762921"/>
            <a:ext cx="4389120" cy="327535"/>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 (N=356)</a:t>
            </a:r>
          </a:p>
        </p:txBody>
      </p:sp>
    </p:spTree>
    <p:extLst>
      <p:ext uri="{BB962C8B-B14F-4D97-AF65-F5344CB8AC3E}">
        <p14:creationId xmlns:p14="http://schemas.microsoft.com/office/powerpoint/2010/main" val="409648396"/>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A59A3A-0025-5E18-E224-4B359D950FDC}"/>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D45EB6AE-B929-0357-8243-60374D62E120}"/>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306FC707-90A7-5B67-623A-4F79EE4FDE07}"/>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53" name="Group 52">
            <a:extLst>
              <a:ext uri="{FF2B5EF4-FFF2-40B4-BE49-F238E27FC236}">
                <a16:creationId xmlns:a16="http://schemas.microsoft.com/office/drawing/2014/main" id="{64ECC067-1CD3-B300-16A8-BA330D20D1C1}"/>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1295FA6E-38DC-F126-68E5-2A6039D8BD4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28A0318C-50A4-FF09-FBD6-07DC2AE26051}"/>
                </a:ext>
              </a:extLst>
            </p:cNvPr>
            <p:cNvGraphicFramePr/>
            <p:nvPr>
              <p:extLst>
                <p:ext uri="{D42A27DB-BD31-4B8C-83A1-F6EECF244321}">
                  <p14:modId xmlns:p14="http://schemas.microsoft.com/office/powerpoint/2010/main" val="3796296477"/>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56" name="TextBox 55">
              <a:extLst>
                <a:ext uri="{FF2B5EF4-FFF2-40B4-BE49-F238E27FC236}">
                  <a16:creationId xmlns:a16="http://schemas.microsoft.com/office/drawing/2014/main" id="{073A982E-A72A-BF8B-D3CF-F2A2F48C7E31}"/>
                </a:ext>
              </a:extLst>
            </p:cNvPr>
            <p:cNvSpPr txBox="1"/>
            <p:nvPr/>
          </p:nvSpPr>
          <p:spPr>
            <a:xfrm>
              <a:off x="2738928" y="205132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57" name="Table 56">
            <a:extLst>
              <a:ext uri="{FF2B5EF4-FFF2-40B4-BE49-F238E27FC236}">
                <a16:creationId xmlns:a16="http://schemas.microsoft.com/office/drawing/2014/main" id="{F25FA883-76A7-D98A-A53F-4CA8403AB6E2}"/>
              </a:ext>
            </a:extLst>
          </p:cNvPr>
          <p:cNvGraphicFramePr>
            <a:graphicFrameLocks noGrp="1"/>
          </p:cNvGraphicFramePr>
          <p:nvPr>
            <p:extLst>
              <p:ext uri="{D42A27DB-BD31-4B8C-83A1-F6EECF244321}">
                <p14:modId xmlns:p14="http://schemas.microsoft.com/office/powerpoint/2010/main" val="1095216616"/>
              </p:ext>
            </p:extLst>
          </p:nvPr>
        </p:nvGraphicFramePr>
        <p:xfrm>
          <a:off x="646199" y="2875125"/>
          <a:ext cx="10402768" cy="658368"/>
        </p:xfrm>
        <a:graphic>
          <a:graphicData uri="http://schemas.openxmlformats.org/drawingml/2006/table">
            <a:tbl>
              <a:tblPr firstRow="1" bandRow="1">
                <a:tableStyleId>{5940675A-B579-460E-94D1-54222C63F5DA}</a:tableStyleId>
              </a:tblPr>
              <a:tblGrid>
                <a:gridCol w="2017801">
                  <a:extLst>
                    <a:ext uri="{9D8B030D-6E8A-4147-A177-3AD203B41FA5}">
                      <a16:colId xmlns:a16="http://schemas.microsoft.com/office/drawing/2014/main" val="1775160107"/>
                    </a:ext>
                  </a:extLst>
                </a:gridCol>
                <a:gridCol w="2030400">
                  <a:extLst>
                    <a:ext uri="{9D8B030D-6E8A-4147-A177-3AD203B41FA5}">
                      <a16:colId xmlns:a16="http://schemas.microsoft.com/office/drawing/2014/main" val="1116568623"/>
                    </a:ext>
                  </a:extLst>
                </a:gridCol>
                <a:gridCol w="2073600">
                  <a:extLst>
                    <a:ext uri="{9D8B030D-6E8A-4147-A177-3AD203B41FA5}">
                      <a16:colId xmlns:a16="http://schemas.microsoft.com/office/drawing/2014/main" val="2398132556"/>
                    </a:ext>
                  </a:extLst>
                </a:gridCol>
                <a:gridCol w="1975474">
                  <a:extLst>
                    <a:ext uri="{9D8B030D-6E8A-4147-A177-3AD203B41FA5}">
                      <a16:colId xmlns:a16="http://schemas.microsoft.com/office/drawing/2014/main" val="831300297"/>
                    </a:ext>
                  </a:extLst>
                </a:gridCol>
                <a:gridCol w="2305493">
                  <a:extLst>
                    <a:ext uri="{9D8B030D-6E8A-4147-A177-3AD203B41FA5}">
                      <a16:colId xmlns:a16="http://schemas.microsoft.com/office/drawing/2014/main" val="278717131"/>
                    </a:ext>
                  </a:extLst>
                </a:gridCol>
              </a:tblGrid>
              <a:tr h="329184">
                <a:tc>
                  <a:txBody>
                    <a:bodyPr/>
                    <a:lstStyle/>
                    <a:p>
                      <a:r>
                        <a:rPr lang="en-US" sz="1400" b="1">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60%</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64%</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a:solidFill>
                            <a:srgbClr val="000000"/>
                          </a:solidFill>
                          <a:latin typeface="Avenir Next LT Pro" panose="020B0504020202020204" pitchFamily="34" charset="0"/>
                          <a:ea typeface="+mn-ea"/>
                          <a:cs typeface="+mn-cs"/>
                        </a:rPr>
                        <a:t>65%</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59%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29184">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22%</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16%</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15%</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20%</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64" name="Rectangle 63">
            <a:extLst>
              <a:ext uri="{FF2B5EF4-FFF2-40B4-BE49-F238E27FC236}">
                <a16:creationId xmlns:a16="http://schemas.microsoft.com/office/drawing/2014/main" id="{505247FD-7084-AF12-627F-E1A311BB563E}"/>
              </a:ext>
            </a:extLst>
          </p:cNvPr>
          <p:cNvSpPr/>
          <p:nvPr/>
        </p:nvSpPr>
        <p:spPr>
          <a:xfrm>
            <a:off x="11777634" y="2211029"/>
            <a:ext cx="219456" cy="219456"/>
          </a:xfrm>
          <a:prstGeom prst="rect">
            <a:avLst/>
          </a:prstGeom>
          <a:solidFill>
            <a:srgbClr val="3DA95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37AADDF5-9A7B-DFAF-58A3-8F77F9F1F6F5}"/>
              </a:ext>
            </a:extLst>
          </p:cNvPr>
          <p:cNvSpPr/>
          <p:nvPr/>
        </p:nvSpPr>
        <p:spPr>
          <a:xfrm>
            <a:off x="11777634"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1263E0A8-35F5-3912-D5B9-A4A0F70AF8F3}"/>
              </a:ext>
            </a:extLst>
          </p:cNvPr>
          <p:cNvSpPr/>
          <p:nvPr/>
        </p:nvSpPr>
        <p:spPr>
          <a:xfrm>
            <a:off x="11777634" y="2872496"/>
            <a:ext cx="219456" cy="219456"/>
          </a:xfrm>
          <a:prstGeom prst="rect">
            <a:avLst/>
          </a:prstGeom>
          <a:solidFill>
            <a:srgbClr val="FFEB9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526A3D5D-758A-66BE-64EF-2831A6194FA0}"/>
              </a:ext>
            </a:extLst>
          </p:cNvPr>
          <p:cNvSpPr/>
          <p:nvPr/>
        </p:nvSpPr>
        <p:spPr>
          <a:xfrm>
            <a:off x="11777634" y="3201412"/>
            <a:ext cx="219456" cy="219456"/>
          </a:xfrm>
          <a:prstGeom prst="rect">
            <a:avLst/>
          </a:prstGeom>
          <a:solidFill>
            <a:srgbClr val="FFC7C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2BC97849-FCDD-76AF-D300-AE96651A508A}"/>
              </a:ext>
            </a:extLst>
          </p:cNvPr>
          <p:cNvSpPr/>
          <p:nvPr/>
        </p:nvSpPr>
        <p:spPr>
          <a:xfrm>
            <a:off x="11776729"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66058D53-BD10-DB26-E2A8-265AEB2FA852}"/>
              </a:ext>
            </a:extLst>
          </p:cNvPr>
          <p:cNvSpPr txBox="1"/>
          <p:nvPr/>
        </p:nvSpPr>
        <p:spPr>
          <a:xfrm>
            <a:off x="5739064" y="2297712"/>
            <a:ext cx="2287336" cy="326898"/>
          </a:xfrm>
          <a:prstGeom prst="roundRect">
            <a:avLst/>
          </a:prstGeom>
          <a:solidFill>
            <a:srgbClr val="00B0F0"/>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CCZS NEUTRALS </a:t>
            </a:r>
          </a:p>
        </p:txBody>
      </p:sp>
      <p:sp>
        <p:nvSpPr>
          <p:cNvPr id="70" name="Rectangle 69">
            <a:extLst>
              <a:ext uri="{FF2B5EF4-FFF2-40B4-BE49-F238E27FC236}">
                <a16:creationId xmlns:a16="http://schemas.microsoft.com/office/drawing/2014/main" id="{65A37855-8F04-6433-8739-C1D8D0AD9AF1}"/>
              </a:ext>
            </a:extLst>
          </p:cNvPr>
          <p:cNvSpPr/>
          <p:nvPr/>
        </p:nvSpPr>
        <p:spPr>
          <a:xfrm>
            <a:off x="11776729" y="3530327"/>
            <a:ext cx="219456" cy="219456"/>
          </a:xfrm>
          <a:prstGeom prst="rect">
            <a:avLst/>
          </a:prstGeom>
          <a:solidFill>
            <a:srgbClr val="DE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7E6CA013-5D81-B217-BBA0-F3115FF47A79}"/>
              </a:ext>
            </a:extLst>
          </p:cNvPr>
          <p:cNvSpPr txBox="1"/>
          <p:nvPr/>
        </p:nvSpPr>
        <p:spPr>
          <a:xfrm>
            <a:off x="11948481" y="2188055"/>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Buy</a:t>
            </a:r>
          </a:p>
        </p:txBody>
      </p:sp>
      <p:sp>
        <p:nvSpPr>
          <p:cNvPr id="72" name="TextBox 71">
            <a:extLst>
              <a:ext uri="{FF2B5EF4-FFF2-40B4-BE49-F238E27FC236}">
                <a16:creationId xmlns:a16="http://schemas.microsoft.com/office/drawing/2014/main" id="{D85BA4E0-BB48-A78E-8273-D7196559577C}"/>
              </a:ext>
            </a:extLst>
          </p:cNvPr>
          <p:cNvSpPr txBox="1"/>
          <p:nvPr/>
        </p:nvSpPr>
        <p:spPr>
          <a:xfrm>
            <a:off x="11948481" y="2519019"/>
            <a:ext cx="2141551" cy="258532"/>
          </a:xfrm>
          <a:prstGeom prst="rect">
            <a:avLst/>
          </a:prstGeom>
          <a:noFill/>
        </p:spPr>
        <p:txBody>
          <a:bodyPr wrap="square" rtlCol="0">
            <a:spAutoFit/>
          </a:bodyPr>
          <a:lstStyle/>
          <a:p>
            <a:r>
              <a:rPr lang="en-US" sz="1080">
                <a:latin typeface="Avenir Next LT Pro" panose="020B0504020202020204" pitchFamily="34" charset="0"/>
              </a:rPr>
              <a:t>Probably Would Buy</a:t>
            </a:r>
          </a:p>
        </p:txBody>
      </p:sp>
      <p:sp>
        <p:nvSpPr>
          <p:cNvPr id="73" name="TextBox 72">
            <a:extLst>
              <a:ext uri="{FF2B5EF4-FFF2-40B4-BE49-F238E27FC236}">
                <a16:creationId xmlns:a16="http://schemas.microsoft.com/office/drawing/2014/main" id="{625BA5E5-E81E-DBC0-E2D1-5C8FAEE08E67}"/>
              </a:ext>
            </a:extLst>
          </p:cNvPr>
          <p:cNvSpPr txBox="1"/>
          <p:nvPr/>
        </p:nvSpPr>
        <p:spPr>
          <a:xfrm>
            <a:off x="11948481" y="2847396"/>
            <a:ext cx="2141551" cy="258532"/>
          </a:xfrm>
          <a:prstGeom prst="rect">
            <a:avLst/>
          </a:prstGeom>
          <a:noFill/>
        </p:spPr>
        <p:txBody>
          <a:bodyPr wrap="square" rtlCol="0">
            <a:spAutoFit/>
          </a:bodyPr>
          <a:lstStyle/>
          <a:p>
            <a:r>
              <a:rPr lang="en-US" sz="1080">
                <a:latin typeface="Avenir Next LT Pro" panose="020B0504020202020204" pitchFamily="34" charset="0"/>
              </a:rPr>
              <a:t>Maybe Would Buy</a:t>
            </a:r>
          </a:p>
        </p:txBody>
      </p:sp>
      <p:sp>
        <p:nvSpPr>
          <p:cNvPr id="74" name="TextBox 73">
            <a:extLst>
              <a:ext uri="{FF2B5EF4-FFF2-40B4-BE49-F238E27FC236}">
                <a16:creationId xmlns:a16="http://schemas.microsoft.com/office/drawing/2014/main" id="{9500171A-7BFB-824B-EF2C-CD1AD7E12031}"/>
              </a:ext>
            </a:extLst>
          </p:cNvPr>
          <p:cNvSpPr txBox="1"/>
          <p:nvPr/>
        </p:nvSpPr>
        <p:spPr>
          <a:xfrm>
            <a:off x="11948481" y="3190800"/>
            <a:ext cx="2141551" cy="258532"/>
          </a:xfrm>
          <a:prstGeom prst="rect">
            <a:avLst/>
          </a:prstGeom>
          <a:noFill/>
        </p:spPr>
        <p:txBody>
          <a:bodyPr wrap="square" rtlCol="0">
            <a:spAutoFit/>
          </a:bodyPr>
          <a:lstStyle/>
          <a:p>
            <a:r>
              <a:rPr lang="en-US" sz="1080">
                <a:latin typeface="Avenir Next LT Pro" panose="020B0504020202020204" pitchFamily="34" charset="0"/>
              </a:rPr>
              <a:t>Probably Would Not Buy</a:t>
            </a:r>
          </a:p>
        </p:txBody>
      </p:sp>
      <p:sp>
        <p:nvSpPr>
          <p:cNvPr id="75" name="TextBox 74">
            <a:extLst>
              <a:ext uri="{FF2B5EF4-FFF2-40B4-BE49-F238E27FC236}">
                <a16:creationId xmlns:a16="http://schemas.microsoft.com/office/drawing/2014/main" id="{127D3780-E8DB-045D-9E56-FDCA91A6548A}"/>
              </a:ext>
            </a:extLst>
          </p:cNvPr>
          <p:cNvSpPr txBox="1"/>
          <p:nvPr/>
        </p:nvSpPr>
        <p:spPr>
          <a:xfrm>
            <a:off x="11948481" y="3516677"/>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Not Buy</a:t>
            </a:r>
          </a:p>
        </p:txBody>
      </p:sp>
      <p:sp>
        <p:nvSpPr>
          <p:cNvPr id="76" name="Rectangle 75">
            <a:extLst>
              <a:ext uri="{FF2B5EF4-FFF2-40B4-BE49-F238E27FC236}">
                <a16:creationId xmlns:a16="http://schemas.microsoft.com/office/drawing/2014/main" id="{1BD2B753-761D-8A62-AC31-4B126C833ABB}"/>
              </a:ext>
            </a:extLst>
          </p:cNvPr>
          <p:cNvSpPr/>
          <p:nvPr/>
        </p:nvSpPr>
        <p:spPr>
          <a:xfrm>
            <a:off x="11711157" y="1832706"/>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Purchase Intent</a:t>
            </a:r>
          </a:p>
        </p:txBody>
      </p:sp>
      <p:sp>
        <p:nvSpPr>
          <p:cNvPr id="11" name="TextBox 10">
            <a:extLst>
              <a:ext uri="{FF2B5EF4-FFF2-40B4-BE49-F238E27FC236}">
                <a16:creationId xmlns:a16="http://schemas.microsoft.com/office/drawing/2014/main" id="{306E367C-CC78-326D-C02D-331091EE933E}"/>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EAC5C742-89A9-03C1-1A7A-34EA4C664D46}"/>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105</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76917273-E0A6-5EFA-C3E8-D51C8DC7BADD}"/>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600">
                <a:solidFill>
                  <a:srgbClr val="0070C0"/>
                </a:solidFill>
                <a:latin typeface="Avenir Next LT Pro" panose="020B0504020202020204" pitchFamily="34" charset="0"/>
              </a:rPr>
              <a:t>Among Total sample, 4.0 prototypes receive consistent rating on purchase intent compared to 4.0 control.</a:t>
            </a:r>
          </a:p>
        </p:txBody>
      </p:sp>
      <p:grpSp>
        <p:nvGrpSpPr>
          <p:cNvPr id="61" name="Group 60">
            <a:extLst>
              <a:ext uri="{FF2B5EF4-FFF2-40B4-BE49-F238E27FC236}">
                <a16:creationId xmlns:a16="http://schemas.microsoft.com/office/drawing/2014/main" id="{DB8DA74A-F473-775A-0063-1FE2BD1305A9}"/>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2A3D6589-BB00-ACDC-B7C5-C453FB419B92}"/>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8B227CDF-7D35-FACC-E0B8-61A3E41F621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EB59C572-5D2E-71AD-B730-06DCD121C63D}"/>
              </a:ext>
            </a:extLst>
          </p:cNvPr>
          <p:cNvGrpSpPr/>
          <p:nvPr/>
        </p:nvGrpSpPr>
        <p:grpSpPr>
          <a:xfrm>
            <a:off x="11170452" y="3976351"/>
            <a:ext cx="3230077" cy="545303"/>
            <a:chOff x="107157" y="4978029"/>
            <a:chExt cx="2691728" cy="454419"/>
          </a:xfrm>
        </p:grpSpPr>
        <p:sp>
          <p:nvSpPr>
            <p:cNvPr id="78" name="TextBox 77">
              <a:extLst>
                <a:ext uri="{FF2B5EF4-FFF2-40B4-BE49-F238E27FC236}">
                  <a16:creationId xmlns:a16="http://schemas.microsoft.com/office/drawing/2014/main" id="{4AFD3D36-19B8-2E6F-76DB-1BC4CE5065C5}"/>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76F26AEE-C2E5-5BD8-7128-8E875BAF7BD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E122399D-4201-5FCC-18FA-B7FA815D723A}"/>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9303535E-64B8-E321-9C1F-78AAE8643573}"/>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2" name="Group 1">
            <a:extLst>
              <a:ext uri="{FF2B5EF4-FFF2-40B4-BE49-F238E27FC236}">
                <a16:creationId xmlns:a16="http://schemas.microsoft.com/office/drawing/2014/main" id="{DF6DB635-3400-A4DA-69C4-FB8C4A68F889}"/>
              </a:ext>
            </a:extLst>
          </p:cNvPr>
          <p:cNvGrpSpPr/>
          <p:nvPr/>
        </p:nvGrpSpPr>
        <p:grpSpPr>
          <a:xfrm>
            <a:off x="8684218" y="94368"/>
            <a:ext cx="5855930" cy="1551678"/>
            <a:chOff x="8684218" y="94368"/>
            <a:chExt cx="5855930" cy="1551678"/>
          </a:xfrm>
        </p:grpSpPr>
        <p:sp>
          <p:nvSpPr>
            <p:cNvPr id="4" name="Rectangle 3">
              <a:extLst>
                <a:ext uri="{FF2B5EF4-FFF2-40B4-BE49-F238E27FC236}">
                  <a16:creationId xmlns:a16="http://schemas.microsoft.com/office/drawing/2014/main" id="{18C8D78C-46D9-887E-CED7-A986A620804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1D5BAEAB-CF38-F0C0-2A34-DBEB41D06B7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13998680-3B7D-10BD-9CF0-F09A3B73C02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9E67EB61-5A7D-ECA3-2E87-1B9F216A9895}"/>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72925727"/>
      </p:ext>
    </p:extLst>
  </p:cSld>
  <p:clrMapOvr>
    <a:masterClrMapping/>
  </p:clrMapOvr>
  <p:extLst>
    <p:ext uri="{6950BFC3-D8DA-4A85-94F7-54DA5524770B}">
      <p188:commentRel xmlns:p188="http://schemas.microsoft.com/office/powerpoint/2018/8/main" r:id="rId3"/>
    </p:ext>
  </p:extLs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E582EC-238B-800D-3D73-3B34516A8B0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14C85D2-0071-E116-711C-C71531F1930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098963FA-8904-CD9E-2132-FB8D6C5E6DCF}"/>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62B78F05-99E3-C40D-2ACA-96FF61FCB294}"/>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AA38181A-AC99-44FF-9DAE-26B8B3815EE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8644D5CB-661D-CC9F-F76C-C7D3EA4A2D02}"/>
              </a:ext>
            </a:extLst>
          </p:cNvPr>
          <p:cNvSpPr>
            <a:spLocks noGrp="1"/>
          </p:cNvSpPr>
          <p:nvPr>
            <p:ph type="body" sz="quarter" idx="15"/>
          </p:nvPr>
        </p:nvSpPr>
        <p:spPr>
          <a:xfrm>
            <a:off x="666391" y="807158"/>
            <a:ext cx="7860574" cy="842904"/>
          </a:xfrm>
          <a:ln>
            <a:solidFill>
              <a:schemeClr val="tx1"/>
            </a:solidFill>
          </a:ln>
        </p:spPr>
        <p:txBody>
          <a:bodyPr>
            <a:normAutofit/>
          </a:bodyPr>
          <a:lstStyle/>
          <a:p>
            <a:r>
              <a:rPr lang="en-US" sz="1800" b="0">
                <a:solidFill>
                  <a:srgbClr val="0070C0"/>
                </a:solidFill>
                <a:latin typeface="Avenir Next LT Pro" panose="020B0504020202020204" pitchFamily="34" charset="0"/>
              </a:rPr>
              <a:t>Among the total sample, a similar likelihood to recommend is seen across the 4.0 prototypes and Control.</a:t>
            </a:r>
          </a:p>
        </p:txBody>
      </p:sp>
      <p:graphicFrame>
        <p:nvGraphicFramePr>
          <p:cNvPr id="40" name="Table 10">
            <a:extLst>
              <a:ext uri="{FF2B5EF4-FFF2-40B4-BE49-F238E27FC236}">
                <a16:creationId xmlns:a16="http://schemas.microsoft.com/office/drawing/2014/main" id="{9ACBDB14-E71A-E879-8731-96D26FBC6CF6}"/>
              </a:ext>
            </a:extLst>
          </p:cNvPr>
          <p:cNvGraphicFramePr>
            <a:graphicFrameLocks noGrp="1"/>
          </p:cNvGraphicFramePr>
          <p:nvPr>
            <p:extLst>
              <p:ext uri="{D42A27DB-BD31-4B8C-83A1-F6EECF244321}">
                <p14:modId xmlns:p14="http://schemas.microsoft.com/office/powerpoint/2010/main" val="167541172"/>
              </p:ext>
            </p:extLst>
          </p:nvPr>
        </p:nvGraphicFramePr>
        <p:xfrm>
          <a:off x="1168400" y="2963840"/>
          <a:ext cx="10286799" cy="762000"/>
        </p:xfrm>
        <a:graphic>
          <a:graphicData uri="http://schemas.openxmlformats.org/drawingml/2006/table">
            <a:tbl>
              <a:tblPr firstRow="1" bandRow="1"/>
              <a:tblGrid>
                <a:gridCol w="2495550">
                  <a:extLst>
                    <a:ext uri="{9D8B030D-6E8A-4147-A177-3AD203B41FA5}">
                      <a16:colId xmlns:a16="http://schemas.microsoft.com/office/drawing/2014/main" val="1775160107"/>
                    </a:ext>
                  </a:extLst>
                </a:gridCol>
                <a:gridCol w="1638300">
                  <a:extLst>
                    <a:ext uri="{9D8B030D-6E8A-4147-A177-3AD203B41FA5}">
                      <a16:colId xmlns:a16="http://schemas.microsoft.com/office/drawing/2014/main" val="1227359485"/>
                    </a:ext>
                  </a:extLst>
                </a:gridCol>
                <a:gridCol w="2251075">
                  <a:extLst>
                    <a:ext uri="{9D8B030D-6E8A-4147-A177-3AD203B41FA5}">
                      <a16:colId xmlns:a16="http://schemas.microsoft.com/office/drawing/2014/main" val="1183472630"/>
                    </a:ext>
                  </a:extLst>
                </a:gridCol>
                <a:gridCol w="1536523">
                  <a:extLst>
                    <a:ext uri="{9D8B030D-6E8A-4147-A177-3AD203B41FA5}">
                      <a16:colId xmlns:a16="http://schemas.microsoft.com/office/drawing/2014/main" val="2941040911"/>
                    </a:ext>
                  </a:extLst>
                </a:gridCol>
                <a:gridCol w="2365351">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a:solidFill>
                            <a:srgbClr val="000000"/>
                          </a:solidFill>
                          <a:latin typeface="Avenir Next LT Pro" panose="020B0504020202020204" pitchFamily="34" charset="0"/>
                        </a:rPr>
                        <a:t>NPS Score </a:t>
                      </a:r>
                      <a:br>
                        <a:rPr lang="en-GB" sz="1600" b="1">
                          <a:solidFill>
                            <a:srgbClr val="000000"/>
                          </a:solidFill>
                          <a:latin typeface="Avenir Next LT Pro" panose="020B0504020202020204" pitchFamily="34" charset="0"/>
                        </a:rPr>
                      </a:br>
                      <a:r>
                        <a:rPr lang="en-GB" sz="1400" b="1">
                          <a:solidFill>
                            <a:srgbClr val="000000"/>
                          </a:solidFill>
                          <a:latin typeface="Avenir Next LT Pro" panose="020B0504020202020204" pitchFamily="34" charset="0"/>
                        </a:rPr>
                        <a:t>(Promoters minus Detractors)</a:t>
                      </a:r>
                      <a:endParaRPr lang="en-GB" sz="1600" b="1">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-7</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42" name="TextBox 41">
            <a:extLst>
              <a:ext uri="{FF2B5EF4-FFF2-40B4-BE49-F238E27FC236}">
                <a16:creationId xmlns:a16="http://schemas.microsoft.com/office/drawing/2014/main" id="{25096112-4C19-491D-F3F5-E8540D4C971D}"/>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43" name="Group 42">
            <a:extLst>
              <a:ext uri="{FF2B5EF4-FFF2-40B4-BE49-F238E27FC236}">
                <a16:creationId xmlns:a16="http://schemas.microsoft.com/office/drawing/2014/main" id="{7F085A03-E460-BCEB-7267-CF2465666C7C}"/>
              </a:ext>
            </a:extLst>
          </p:cNvPr>
          <p:cNvGrpSpPr/>
          <p:nvPr/>
        </p:nvGrpSpPr>
        <p:grpSpPr>
          <a:xfrm>
            <a:off x="7760381" y="7522648"/>
            <a:ext cx="3230077" cy="545303"/>
            <a:chOff x="107157" y="4978029"/>
            <a:chExt cx="2691728" cy="454419"/>
          </a:xfrm>
        </p:grpSpPr>
        <p:sp>
          <p:nvSpPr>
            <p:cNvPr id="44" name="TextBox 43">
              <a:extLst>
                <a:ext uri="{FF2B5EF4-FFF2-40B4-BE49-F238E27FC236}">
                  <a16:creationId xmlns:a16="http://schemas.microsoft.com/office/drawing/2014/main" id="{BD051BE3-3E60-B904-C54B-161A351C3B28}"/>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441B529F-3213-2386-DFB4-59E7B9D85A3A}"/>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46" name="TextBox 45">
              <a:extLst>
                <a:ext uri="{FF2B5EF4-FFF2-40B4-BE49-F238E27FC236}">
                  <a16:creationId xmlns:a16="http://schemas.microsoft.com/office/drawing/2014/main" id="{5B037F2D-6B02-5F4E-83BC-8EEE59F14646}"/>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9C8191CF-05D5-F30D-0B75-847515FD4EF8}"/>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pic>
        <p:nvPicPr>
          <p:cNvPr id="14" name="Picture 13">
            <a:extLst>
              <a:ext uri="{FF2B5EF4-FFF2-40B4-BE49-F238E27FC236}">
                <a16:creationId xmlns:a16="http://schemas.microsoft.com/office/drawing/2014/main" id="{AE3E4F78-434D-BD11-C367-4E48BA4F1BC8}"/>
              </a:ext>
            </a:extLst>
          </p:cNvPr>
          <p:cNvPicPr>
            <a:picLocks noChangeAspect="1"/>
          </p:cNvPicPr>
          <p:nvPr/>
        </p:nvPicPr>
        <p:blipFill>
          <a:blip r:embed="rId3"/>
          <a:stretch>
            <a:fillRect/>
          </a:stretch>
        </p:blipFill>
        <p:spPr>
          <a:xfrm>
            <a:off x="12758453" y="1432802"/>
            <a:ext cx="1273589" cy="949455"/>
          </a:xfrm>
          <a:prstGeom prst="rect">
            <a:avLst/>
          </a:prstGeom>
        </p:spPr>
      </p:pic>
      <p:grpSp>
        <p:nvGrpSpPr>
          <p:cNvPr id="6" name="Group 5">
            <a:extLst>
              <a:ext uri="{FF2B5EF4-FFF2-40B4-BE49-F238E27FC236}">
                <a16:creationId xmlns:a16="http://schemas.microsoft.com/office/drawing/2014/main" id="{C5C87703-C3D0-5B0D-B78D-26793D70F92E}"/>
              </a:ext>
            </a:extLst>
          </p:cNvPr>
          <p:cNvGrpSpPr/>
          <p:nvPr/>
        </p:nvGrpSpPr>
        <p:grpSpPr>
          <a:xfrm>
            <a:off x="3175200" y="2443566"/>
            <a:ext cx="8280000" cy="5118838"/>
            <a:chOff x="2298001" y="2443566"/>
            <a:chExt cx="11749787" cy="5118838"/>
          </a:xfrm>
        </p:grpSpPr>
        <p:sp>
          <p:nvSpPr>
            <p:cNvPr id="2" name="Rectangle 1">
              <a:extLst>
                <a:ext uri="{FF2B5EF4-FFF2-40B4-BE49-F238E27FC236}">
                  <a16:creationId xmlns:a16="http://schemas.microsoft.com/office/drawing/2014/main" id="{B06A4FF2-8EAD-5870-6E90-F5F4B1429938}"/>
                </a:ext>
              </a:extLst>
            </p:cNvPr>
            <p:cNvSpPr/>
            <p:nvPr/>
          </p:nvSpPr>
          <p:spPr>
            <a:xfrm>
              <a:off x="2414934" y="2443566"/>
              <a:ext cx="11632854"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1504B0A0-33F1-FA54-74F2-C37CC2B9639B}"/>
                </a:ext>
              </a:extLst>
            </p:cNvPr>
            <p:cNvGraphicFramePr/>
            <p:nvPr>
              <p:extLst>
                <p:ext uri="{D42A27DB-BD31-4B8C-83A1-F6EECF244321}">
                  <p14:modId xmlns:p14="http://schemas.microsoft.com/office/powerpoint/2010/main" val="805856409"/>
                </p:ext>
              </p:extLst>
            </p:nvPr>
          </p:nvGraphicFramePr>
          <p:xfrm>
            <a:off x="2298001" y="3421273"/>
            <a:ext cx="11641837" cy="3962470"/>
          </p:xfrm>
          <a:graphic>
            <a:graphicData uri="http://schemas.openxmlformats.org/drawingml/2006/chart">
              <c:chart xmlns:c="http://schemas.openxmlformats.org/drawingml/2006/chart" xmlns:r="http://schemas.openxmlformats.org/officeDocument/2006/relationships" r:id="rId4"/>
            </a:graphicData>
          </a:graphic>
        </p:graphicFrame>
        <p:sp>
          <p:nvSpPr>
            <p:cNvPr id="39" name="TextBox 38">
              <a:extLst>
                <a:ext uri="{FF2B5EF4-FFF2-40B4-BE49-F238E27FC236}">
                  <a16:creationId xmlns:a16="http://schemas.microsoft.com/office/drawing/2014/main" id="{23A9B3DE-0468-7C94-2F5A-E37A54A26410}"/>
                </a:ext>
              </a:extLst>
            </p:cNvPr>
            <p:cNvSpPr txBox="1"/>
            <p:nvPr/>
          </p:nvSpPr>
          <p:spPr>
            <a:xfrm>
              <a:off x="6845515" y="2486381"/>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sp>
          <p:nvSpPr>
            <p:cNvPr id="5" name="TextBox 4">
              <a:extLst>
                <a:ext uri="{FF2B5EF4-FFF2-40B4-BE49-F238E27FC236}">
                  <a16:creationId xmlns:a16="http://schemas.microsoft.com/office/drawing/2014/main" id="{E91B07A1-97AA-FE61-D6F9-51D99F57DD7C}"/>
                </a:ext>
              </a:extLst>
            </p:cNvPr>
            <p:cNvSpPr txBox="1"/>
            <p:nvPr/>
          </p:nvSpPr>
          <p:spPr>
            <a:xfrm>
              <a:off x="7145464" y="2853205"/>
              <a:ext cx="30007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p>
          </p:txBody>
        </p:sp>
      </p:grpSp>
      <p:grpSp>
        <p:nvGrpSpPr>
          <p:cNvPr id="3" name="Group 2">
            <a:extLst>
              <a:ext uri="{FF2B5EF4-FFF2-40B4-BE49-F238E27FC236}">
                <a16:creationId xmlns:a16="http://schemas.microsoft.com/office/drawing/2014/main" id="{CD919BB2-241F-E181-FC02-6BFFAD20F1EA}"/>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4E27B895-BAED-9B69-FE2E-B8D2FFE5536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6" name="TextBox 15">
              <a:extLst>
                <a:ext uri="{FF2B5EF4-FFF2-40B4-BE49-F238E27FC236}">
                  <a16:creationId xmlns:a16="http://schemas.microsoft.com/office/drawing/2014/main" id="{7F359C08-805E-1909-3DA6-88A44A072EE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C6459A05-5054-926E-8A4C-B37D44770CE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9F5973EC-733C-D393-B0AC-14387331FCF4}"/>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81123929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582788-F5B4-6D36-C72E-236151C66EB2}"/>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493DF96-4409-ADB5-007D-22D48F1F4CFE}"/>
              </a:ext>
            </a:extLst>
          </p:cNvPr>
          <p:cNvSpPr>
            <a:spLocks noGrp="1"/>
          </p:cNvSpPr>
          <p:nvPr>
            <p:ph type="sldNum" sz="quarter" idx="14"/>
          </p:nvPr>
        </p:nvSpPr>
        <p:spPr/>
        <p:txBody>
          <a:bodyPr/>
          <a:lstStyle/>
          <a:p>
            <a:fld id="{9BBCFCA3-D307-4DD3-86E3-CC1388E97AC0}" type="slidenum">
              <a:rPr lang="en-US" smtClean="0"/>
              <a:pPr/>
              <a:t>107</a:t>
            </a:fld>
            <a:endParaRPr lang="en-US"/>
          </a:p>
        </p:txBody>
      </p:sp>
      <p:grpSp>
        <p:nvGrpSpPr>
          <p:cNvPr id="10" name="Group 9">
            <a:extLst>
              <a:ext uri="{FF2B5EF4-FFF2-40B4-BE49-F238E27FC236}">
                <a16:creationId xmlns:a16="http://schemas.microsoft.com/office/drawing/2014/main" id="{FABB0E36-2A7D-A994-9756-AAFC8026B147}"/>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309A3592-CE75-E5A0-ABC7-08520AE4499B}"/>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22AFD51-7408-9157-C0B2-1CA5CE656E6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3035F318-B1B3-7E2B-3FE6-A2E1C6E4A30A}"/>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C63429C4-4C4E-C5BF-66F2-99E5FB0CAF95}"/>
              </a:ext>
            </a:extLst>
          </p:cNvPr>
          <p:cNvGraphicFramePr>
            <a:graphicFrameLocks noGrp="1"/>
          </p:cNvGraphicFramePr>
          <p:nvPr>
            <p:extLst>
              <p:ext uri="{D42A27DB-BD31-4B8C-83A1-F6EECF244321}">
                <p14:modId xmlns:p14="http://schemas.microsoft.com/office/powerpoint/2010/main" val="4047909024"/>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cold</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refreshing</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feeling thirsty</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crisp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to enjoy on its own</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great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delicious</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balanced taste with bubbles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70815756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goes well with my food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75817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bold taste/</a:t>
                      </a:r>
                      <a:r>
                        <a:rPr lang="en-IN" sz="1000" kern="0" dirty="0" err="1">
                          <a:solidFill>
                            <a:srgbClr val="000000"/>
                          </a:solidFill>
                          <a:effectLst/>
                          <a:latin typeface="Avenir Next LT Pro" panose="020B0504020202020204" pitchFamily="34" charset="0"/>
                          <a:cs typeface="Times New Roman" panose="02020603050405020304" pitchFamily="18" charset="0"/>
                        </a:rPr>
                        <a:t>flavor</a:t>
                      </a:r>
                      <a:endParaRPr lang="en-IN" sz="1000" kern="0" dirty="0">
                        <a:solidFill>
                          <a:srgbClr val="000000"/>
                        </a:solidFill>
                        <a:effectLst/>
                        <a:latin typeface="Avenir Next LT Pro" panose="020B0504020202020204" pitchFamily="34" charset="0"/>
                        <a:cs typeface="Times New Roman" panose="02020603050405020304" pitchFamily="18" charset="0"/>
                      </a:endParaRP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40909561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sugary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633521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treat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109959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taking a break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0390000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for someone like 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6254444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watching tv/mobile phone or playing a video game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693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for sharing with family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7119912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have a craving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93314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reward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2658358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brings me happiness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774107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spend time with friends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6234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improve my mood / cheers me up</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7664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stimulate / awaken my senses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40257577"/>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boost my energy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139096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snack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7926274"/>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It's my habit / routine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1464365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a beverage </a:t>
                      </a:r>
                      <a:r>
                        <a:rPr lang="en-IN" sz="1000" kern="0" dirty="0" err="1">
                          <a:solidFill>
                            <a:srgbClr val="000000"/>
                          </a:solidFill>
                          <a:effectLst/>
                          <a:latin typeface="Avenir Next LT Pro" panose="020B0504020202020204" pitchFamily="34" charset="0"/>
                          <a:cs typeface="Times New Roman" panose="02020603050405020304" pitchFamily="18" charset="0"/>
                        </a:rPr>
                        <a:t>i'd</a:t>
                      </a:r>
                      <a:r>
                        <a:rPr lang="en-IN" sz="1000" kern="0" dirty="0">
                          <a:solidFill>
                            <a:srgbClr val="000000"/>
                          </a:solidFill>
                          <a:effectLst/>
                          <a:latin typeface="Avenir Next LT Pro" panose="020B0504020202020204" pitchFamily="34" charset="0"/>
                          <a:cs typeface="Times New Roman" panose="02020603050405020304" pitchFamily="18" charset="0"/>
                        </a:rPr>
                        <a:t> be proud to be seen drinking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0095090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provides a morning and/or afternoon boost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9052722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self-care / relaxing moment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990168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doing homework or working late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754748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me stay awake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18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608549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try something new / different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8868630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clear my mind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16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18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19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17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1"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1"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1"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FD4A1958-87FC-92B6-80E8-D06E99D95056}"/>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77590618-4D10-1B37-130C-70322B849341}"/>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DDCBC102-213E-E3C3-15CF-FDF54EB25498}"/>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973DF46F-1162-5CAC-3D4E-9A024D180D91}"/>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C1803C51-BCD8-2016-6B85-CB52D5F6CD77}"/>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1E3C2F92-DFED-80D5-27F8-323404A9F407}"/>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EAAC1703-032D-3DB7-30A5-027B236B0D1E}"/>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6E9A94F5-3732-F29D-DD98-90586B8ED986}"/>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8381DE27-00C1-74A8-2137-D8D34B8713C5}"/>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7F1596CA-D330-7A8B-9D09-64F64019D0CC}"/>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E39F9038-991A-D7A4-B517-552FD3E1FA13}"/>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607120B3-5B26-E6DD-60C4-74B0A3DFC6C4}"/>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BEA1CF5C-0B48-6B89-A37C-5F6DE47126EA}"/>
              </a:ext>
            </a:extLst>
          </p:cNvPr>
          <p:cNvSpPr txBox="1"/>
          <p:nvPr/>
        </p:nvSpPr>
        <p:spPr>
          <a:xfrm>
            <a:off x="582632" y="1764867"/>
            <a:ext cx="1716068" cy="215444"/>
          </a:xfrm>
          <a:prstGeom prst="rect">
            <a:avLst/>
          </a:prstGeom>
          <a:solidFill>
            <a:srgbClr val="00B0F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CCZS NEUTRALS </a:t>
            </a:r>
          </a:p>
        </p:txBody>
      </p:sp>
      <p:grpSp>
        <p:nvGrpSpPr>
          <p:cNvPr id="25" name="Group 24">
            <a:extLst>
              <a:ext uri="{FF2B5EF4-FFF2-40B4-BE49-F238E27FC236}">
                <a16:creationId xmlns:a16="http://schemas.microsoft.com/office/drawing/2014/main" id="{5FAA633C-3697-CACA-3B50-93DA8BB2EC3C}"/>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A6F9D95E-0E3D-C9AE-5D37-950A36BD7A5E}"/>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41C6DAFC-E869-B258-33DC-6AAE60F5E008}"/>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BDA6EBC5-9676-2263-1B48-690D6AEB4A4B}"/>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CE7E742B-9D25-B162-E1A5-BE28351E3E43}"/>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6" name="Group 5">
            <a:extLst>
              <a:ext uri="{FF2B5EF4-FFF2-40B4-BE49-F238E27FC236}">
                <a16:creationId xmlns:a16="http://schemas.microsoft.com/office/drawing/2014/main" id="{2B609DBA-1D23-744C-1C33-38B254D38FCA}"/>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3372C419-588C-29CC-2F1A-4D5DE45CA4B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CC77A0FE-F313-6725-FCC1-62E240B4D47E}"/>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164B5F5E-4799-0A18-11C1-5E9E653C7BC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1C87471E-2B55-30FD-A0CD-90AF42DDE744}"/>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498894085"/>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4C336F-7503-72CB-6F13-8ED5FCB115A6}"/>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D0F39543-F918-A893-5276-436A0376F03C}"/>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B6A82562-AB4B-DE1D-7CCF-C792D3B7034F}"/>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E7F2C8B1-0702-5D41-DA4C-43D8835DADC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DC39C681-97E0-9571-D8F5-CB465879D209}"/>
                </a:ext>
              </a:extLst>
            </p:cNvPr>
            <p:cNvGraphicFramePr/>
            <p:nvPr>
              <p:extLst>
                <p:ext uri="{D42A27DB-BD31-4B8C-83A1-F6EECF244321}">
                  <p14:modId xmlns:p14="http://schemas.microsoft.com/office/powerpoint/2010/main" val="3578948268"/>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A1266278-F850-DBB8-3E57-01A3C2FDFE5C}"/>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4" name="Rectangle 63">
            <a:extLst>
              <a:ext uri="{FF2B5EF4-FFF2-40B4-BE49-F238E27FC236}">
                <a16:creationId xmlns:a16="http://schemas.microsoft.com/office/drawing/2014/main" id="{6D011E5B-FD6E-340C-ACA2-CDF5B2B66D3E}"/>
              </a:ext>
            </a:extLst>
          </p:cNvPr>
          <p:cNvSpPr/>
          <p:nvPr/>
        </p:nvSpPr>
        <p:spPr>
          <a:xfrm>
            <a:off x="11701785" y="4194143"/>
            <a:ext cx="219456" cy="219456"/>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4331B2BD-4FE0-7968-50C9-2A7A0A8835A7}"/>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166CD33C-4FAB-78B3-1059-3130892026D2}"/>
              </a:ext>
            </a:extLst>
          </p:cNvPr>
          <p:cNvSpPr/>
          <p:nvPr/>
        </p:nvSpPr>
        <p:spPr>
          <a:xfrm>
            <a:off x="11701785" y="4855610"/>
            <a:ext cx="219456" cy="219456"/>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AFE226BE-D218-D3D4-A6BD-CF7EC3FC94AC}"/>
              </a:ext>
            </a:extLst>
          </p:cNvPr>
          <p:cNvSpPr/>
          <p:nvPr/>
        </p:nvSpPr>
        <p:spPr>
          <a:xfrm>
            <a:off x="11701785" y="5184526"/>
            <a:ext cx="219456" cy="219456"/>
          </a:xfrm>
          <a:prstGeom prst="rect">
            <a:avLst/>
          </a:prstGeom>
          <a:solidFill>
            <a:srgbClr val="E581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FA8665A8-77E9-190E-EC2B-63E1C01DB1C4}"/>
              </a:ext>
            </a:extLst>
          </p:cNvPr>
          <p:cNvSpPr/>
          <p:nvPr/>
        </p:nvSpPr>
        <p:spPr>
          <a:xfrm>
            <a:off x="11700880" y="4517393"/>
            <a:ext cx="219456" cy="219456"/>
          </a:xfrm>
          <a:prstGeom prst="rect">
            <a:avLst/>
          </a:prstGeom>
          <a:solidFill>
            <a:srgbClr val="0070C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A6DBE8EC-43F8-5A8A-61D1-CAA057F17A3A}"/>
              </a:ext>
            </a:extLst>
          </p:cNvPr>
          <p:cNvSpPr txBox="1"/>
          <p:nvPr/>
        </p:nvSpPr>
        <p:spPr>
          <a:xfrm>
            <a:off x="5866278" y="2297712"/>
            <a:ext cx="2312522" cy="326898"/>
          </a:xfrm>
          <a:prstGeom prst="roundRect">
            <a:avLst/>
          </a:prstGeom>
          <a:solidFill>
            <a:srgbClr val="00B0F0"/>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CCZS NEUTRALS </a:t>
            </a:r>
          </a:p>
        </p:txBody>
      </p:sp>
      <p:sp>
        <p:nvSpPr>
          <p:cNvPr id="70" name="Rectangle 69">
            <a:extLst>
              <a:ext uri="{FF2B5EF4-FFF2-40B4-BE49-F238E27FC236}">
                <a16:creationId xmlns:a16="http://schemas.microsoft.com/office/drawing/2014/main" id="{2D0E6A99-20EC-E36C-6DD6-1E2C79C29A11}"/>
              </a:ext>
            </a:extLst>
          </p:cNvPr>
          <p:cNvSpPr/>
          <p:nvPr/>
        </p:nvSpPr>
        <p:spPr>
          <a:xfrm>
            <a:off x="11700880" y="5513441"/>
            <a:ext cx="219456" cy="21945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6A45D2D6-7A71-FA9E-BE39-3895548DFD61}"/>
              </a:ext>
            </a:extLst>
          </p:cNvPr>
          <p:cNvSpPr txBox="1"/>
          <p:nvPr/>
        </p:nvSpPr>
        <p:spPr>
          <a:xfrm>
            <a:off x="11872632" y="4171169"/>
            <a:ext cx="2141551" cy="258532"/>
          </a:xfrm>
          <a:prstGeom prst="rect">
            <a:avLst/>
          </a:prstGeom>
          <a:noFill/>
        </p:spPr>
        <p:txBody>
          <a:bodyPr wrap="square" rtlCol="0">
            <a:spAutoFit/>
          </a:bodyPr>
          <a:lstStyle/>
          <a:p>
            <a:r>
              <a:rPr lang="en-US" sz="1080">
                <a:latin typeface="Avenir Next LT Pro" panose="020B0504020202020204" pitchFamily="34" charset="0"/>
              </a:rPr>
              <a:t>Coca-Cola</a:t>
            </a:r>
          </a:p>
        </p:txBody>
      </p:sp>
      <p:sp>
        <p:nvSpPr>
          <p:cNvPr id="72" name="TextBox 71">
            <a:extLst>
              <a:ext uri="{FF2B5EF4-FFF2-40B4-BE49-F238E27FC236}">
                <a16:creationId xmlns:a16="http://schemas.microsoft.com/office/drawing/2014/main" id="{EA869E29-B1EA-5C75-5353-5779F3B79B92}"/>
              </a:ext>
            </a:extLst>
          </p:cNvPr>
          <p:cNvSpPr txBox="1"/>
          <p:nvPr/>
        </p:nvSpPr>
        <p:spPr>
          <a:xfrm>
            <a:off x="11872632" y="4502133"/>
            <a:ext cx="2141551" cy="258532"/>
          </a:xfrm>
          <a:prstGeom prst="rect">
            <a:avLst/>
          </a:prstGeom>
          <a:noFill/>
        </p:spPr>
        <p:txBody>
          <a:bodyPr wrap="square" rtlCol="0">
            <a:spAutoFit/>
          </a:bodyPr>
          <a:lstStyle/>
          <a:p>
            <a:r>
              <a:rPr lang="en-US" sz="1080">
                <a:latin typeface="Avenir Next LT Pro" panose="020B0504020202020204" pitchFamily="34" charset="0"/>
              </a:rPr>
              <a:t>Pepsi</a:t>
            </a:r>
          </a:p>
        </p:txBody>
      </p:sp>
      <p:sp>
        <p:nvSpPr>
          <p:cNvPr id="73" name="TextBox 72">
            <a:extLst>
              <a:ext uri="{FF2B5EF4-FFF2-40B4-BE49-F238E27FC236}">
                <a16:creationId xmlns:a16="http://schemas.microsoft.com/office/drawing/2014/main" id="{CF625CF8-79CD-F8D7-057F-7ADDF0C5C65C}"/>
              </a:ext>
            </a:extLst>
          </p:cNvPr>
          <p:cNvSpPr txBox="1"/>
          <p:nvPr/>
        </p:nvSpPr>
        <p:spPr>
          <a:xfrm>
            <a:off x="11872632" y="4830510"/>
            <a:ext cx="2141551" cy="258532"/>
          </a:xfrm>
          <a:prstGeom prst="rect">
            <a:avLst/>
          </a:prstGeom>
          <a:noFill/>
        </p:spPr>
        <p:txBody>
          <a:bodyPr wrap="square" rtlCol="0">
            <a:spAutoFit/>
          </a:bodyPr>
          <a:lstStyle/>
          <a:p>
            <a:r>
              <a:rPr lang="en-US" sz="1080" dirty="0" err="1">
                <a:latin typeface="Avenir Next LT Pro" panose="020B0504020202020204" pitchFamily="34" charset="0"/>
              </a:rPr>
              <a:t>Fentimans</a:t>
            </a:r>
            <a:endParaRPr lang="en-US" sz="1080" dirty="0">
              <a:latin typeface="Avenir Next LT Pro" panose="020B0504020202020204" pitchFamily="34" charset="0"/>
            </a:endParaRPr>
          </a:p>
        </p:txBody>
      </p:sp>
      <p:sp>
        <p:nvSpPr>
          <p:cNvPr id="74" name="TextBox 73">
            <a:extLst>
              <a:ext uri="{FF2B5EF4-FFF2-40B4-BE49-F238E27FC236}">
                <a16:creationId xmlns:a16="http://schemas.microsoft.com/office/drawing/2014/main" id="{AE6C05F4-7EE6-9DE0-D919-3E435BB89217}"/>
              </a:ext>
            </a:extLst>
          </p:cNvPr>
          <p:cNvSpPr txBox="1"/>
          <p:nvPr/>
        </p:nvSpPr>
        <p:spPr>
          <a:xfrm>
            <a:off x="11872632" y="5173914"/>
            <a:ext cx="2141551" cy="258532"/>
          </a:xfrm>
          <a:prstGeom prst="rect">
            <a:avLst/>
          </a:prstGeom>
          <a:noFill/>
        </p:spPr>
        <p:txBody>
          <a:bodyPr wrap="square" rtlCol="0">
            <a:spAutoFit/>
          </a:bodyPr>
          <a:lstStyle/>
          <a:p>
            <a:r>
              <a:rPr lang="en-US" sz="1080" dirty="0">
                <a:latin typeface="Avenir Next LT Pro" panose="020B0504020202020204" pitchFamily="34" charset="0"/>
              </a:rPr>
              <a:t>Green Cola</a:t>
            </a:r>
          </a:p>
        </p:txBody>
      </p:sp>
      <p:sp>
        <p:nvSpPr>
          <p:cNvPr id="75" name="TextBox 74">
            <a:extLst>
              <a:ext uri="{FF2B5EF4-FFF2-40B4-BE49-F238E27FC236}">
                <a16:creationId xmlns:a16="http://schemas.microsoft.com/office/drawing/2014/main" id="{78F77DBF-19F3-0B62-ABFA-315EB2FF60C6}"/>
              </a:ext>
            </a:extLst>
          </p:cNvPr>
          <p:cNvSpPr txBox="1"/>
          <p:nvPr/>
        </p:nvSpPr>
        <p:spPr>
          <a:xfrm>
            <a:off x="11872632" y="5499791"/>
            <a:ext cx="2141551" cy="258532"/>
          </a:xfrm>
          <a:prstGeom prst="rect">
            <a:avLst/>
          </a:prstGeom>
          <a:noFill/>
        </p:spPr>
        <p:txBody>
          <a:bodyPr wrap="square" rtlCol="0">
            <a:spAutoFit/>
          </a:bodyPr>
          <a:lstStyle/>
          <a:p>
            <a:r>
              <a:rPr lang="en-US" sz="1080">
                <a:latin typeface="Avenir Next LT Pro" panose="020B0504020202020204" pitchFamily="34" charset="0"/>
              </a:rPr>
              <a:t>Other Mentions</a:t>
            </a:r>
          </a:p>
        </p:txBody>
      </p:sp>
      <p:sp>
        <p:nvSpPr>
          <p:cNvPr id="76" name="Rectangle 75">
            <a:extLst>
              <a:ext uri="{FF2B5EF4-FFF2-40B4-BE49-F238E27FC236}">
                <a16:creationId xmlns:a16="http://schemas.microsoft.com/office/drawing/2014/main" id="{FDD0A661-29B6-7239-4AEE-7F0EA898C318}"/>
              </a:ext>
            </a:extLst>
          </p:cNvPr>
          <p:cNvSpPr/>
          <p:nvPr/>
        </p:nvSpPr>
        <p:spPr>
          <a:xfrm>
            <a:off x="11635308" y="3815820"/>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Brand</a:t>
            </a:r>
          </a:p>
        </p:txBody>
      </p:sp>
      <p:sp>
        <p:nvSpPr>
          <p:cNvPr id="11" name="TextBox 10">
            <a:extLst>
              <a:ext uri="{FF2B5EF4-FFF2-40B4-BE49-F238E27FC236}">
                <a16:creationId xmlns:a16="http://schemas.microsoft.com/office/drawing/2014/main" id="{34979849-2E75-859E-CC12-62764A3CA06D}"/>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5AD06FA4-628A-2163-9A8E-677CC2452BAC}"/>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108</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7E8B9964-A34B-A628-68E6-67937038F7AE}"/>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A4292C10-DF83-BC80-E553-DF64F7C6D7B1}"/>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DC1CDE0E-3B52-9865-D093-2711AAEAB6CD}"/>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4E4F9B0A-9B80-17CC-3DE6-BF5EF54176B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FDEBB2A2-C2D4-6CFA-78DE-1A41503E04D5}"/>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9FF64D54-BB68-10C8-D0A3-7A5E4E4C7C0D}"/>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0FD7BBF2-34FD-EE64-61DF-D2C992A1F940}"/>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CDF88B40-0CA5-7D7A-DE26-AAD936607471}"/>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CD39E4EB-3025-377A-4A9E-0462A90270D0}"/>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4" name="TextBox 3">
            <a:extLst>
              <a:ext uri="{FF2B5EF4-FFF2-40B4-BE49-F238E27FC236}">
                <a16:creationId xmlns:a16="http://schemas.microsoft.com/office/drawing/2014/main" id="{AC0DF1FE-AEC4-A531-257D-C4AFF927D049}"/>
              </a:ext>
            </a:extLst>
          </p:cNvPr>
          <p:cNvSpPr txBox="1"/>
          <p:nvPr/>
        </p:nvSpPr>
        <p:spPr>
          <a:xfrm>
            <a:off x="4969464" y="2848428"/>
            <a:ext cx="3572501" cy="326898"/>
          </a:xfrm>
          <a:prstGeom prst="roundRect">
            <a:avLst/>
          </a:prstGeom>
          <a:noFill/>
        </p:spPr>
        <p:txBody>
          <a:bodyPr wrap="square" lIns="0" tIns="0" rIns="0" bIns="0" rtlCol="0" anchor="ctr">
            <a:spAutoFit/>
          </a:bodyPr>
          <a:lstStyle/>
          <a:p>
            <a:pPr algn="ctr" defTabSz="1097280">
              <a:defRPr/>
            </a:pPr>
            <a:r>
              <a:rPr lang="en-US" sz="1920" b="1" kern="0">
                <a:latin typeface="Avenir Next LT Pro" panose="020B0504020202020204" pitchFamily="34" charset="0"/>
              </a:rPr>
              <a:t>“Has a Real_______Taste”</a:t>
            </a:r>
          </a:p>
        </p:txBody>
      </p:sp>
      <p:grpSp>
        <p:nvGrpSpPr>
          <p:cNvPr id="5" name="Group 4">
            <a:extLst>
              <a:ext uri="{FF2B5EF4-FFF2-40B4-BE49-F238E27FC236}">
                <a16:creationId xmlns:a16="http://schemas.microsoft.com/office/drawing/2014/main" id="{82220CE8-6E53-877F-CAB4-F28AAD1D16CE}"/>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31E8ECE9-C6B6-5B6F-AC9A-CB4A6E546B0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3539DAB4-4147-AF69-BF6F-D600F2D324A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9" name="Picture 8" descr="A bottle of soda with a red label&#10;&#10;Description automatically generated">
              <a:extLst>
                <a:ext uri="{FF2B5EF4-FFF2-40B4-BE49-F238E27FC236}">
                  <a16:creationId xmlns:a16="http://schemas.microsoft.com/office/drawing/2014/main" id="{80ACCE07-102E-FD13-782B-2790803AFAC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D9F7FE6B-9242-416D-0151-BFCDEE71DA4C}"/>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1193560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A73ECD-F6D2-F914-7621-5FD784E89375}"/>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E08B7E2A-4E22-5DCD-FB3E-DC475AEB06B5}"/>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1544660C-D976-517D-92B4-F4E59D1978D9}"/>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6E388286-C1EA-586E-92D2-D6B88E63141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5E8349FF-CB57-5C75-013D-D02491AB9711}"/>
                </a:ext>
              </a:extLst>
            </p:cNvPr>
            <p:cNvGraphicFramePr/>
            <p:nvPr>
              <p:extLst>
                <p:ext uri="{D42A27DB-BD31-4B8C-83A1-F6EECF244321}">
                  <p14:modId xmlns:p14="http://schemas.microsoft.com/office/powerpoint/2010/main" val="969028031"/>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1AD353C5-1F56-0678-C091-5B6E1374D728}"/>
                </a:ext>
              </a:extLst>
            </p:cNvPr>
            <p:cNvSpPr txBox="1"/>
            <p:nvPr/>
          </p:nvSpPr>
          <p:spPr>
            <a:xfrm>
              <a:off x="2678096" y="2051329"/>
              <a:ext cx="1244956"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BD180C49-2D3A-3E13-31BE-E8E2225AF70C}"/>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FA0B3895-7CA4-7FF1-8BD7-9C755087CA38}"/>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5541E225-A6F5-386D-7347-DD510D21119D}"/>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0E6CEE45-CD26-6EE4-E6F8-A705C6CCA90B}"/>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7A19B19C-CD77-2753-B239-1345120F7FAF}"/>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72" name="TextBox 71">
            <a:extLst>
              <a:ext uri="{FF2B5EF4-FFF2-40B4-BE49-F238E27FC236}">
                <a16:creationId xmlns:a16="http://schemas.microsoft.com/office/drawing/2014/main" id="{CBA4F747-45C0-B792-BD07-A47C22594A57}"/>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73" name="TextBox 72">
            <a:extLst>
              <a:ext uri="{FF2B5EF4-FFF2-40B4-BE49-F238E27FC236}">
                <a16:creationId xmlns:a16="http://schemas.microsoft.com/office/drawing/2014/main" id="{F651A658-CD54-AD71-EC60-EC0D888BA8F3}"/>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6" name="Rectangle 75">
            <a:extLst>
              <a:ext uri="{FF2B5EF4-FFF2-40B4-BE49-F238E27FC236}">
                <a16:creationId xmlns:a16="http://schemas.microsoft.com/office/drawing/2014/main" id="{C0E53312-3612-C71E-AE28-CEFF152C1DEB}"/>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419B0F67-A1F9-3EE6-4B5E-447722060A28}"/>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033630D2-F8C4-4090-D6D4-0E3FCBCEEDC7}"/>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051DA413-CFF0-CE87-81D9-FE911A5D01F1}"/>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Prototypes 222</a:t>
            </a:r>
            <a:r>
              <a:rPr lang="en-US" sz="1600">
                <a:solidFill>
                  <a:srgbClr val="0070C0"/>
                </a:solidFill>
                <a:latin typeface="Avenir Next LT Pro" panose="020B0504020202020204" pitchFamily="34" charset="0"/>
              </a:rPr>
              <a:t>, 107</a:t>
            </a: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 and 577 show weaker association with “Coca-Cola Zero Sugar” compared to 4.0 Control.</a:t>
            </a:r>
          </a:p>
        </p:txBody>
      </p:sp>
      <p:grpSp>
        <p:nvGrpSpPr>
          <p:cNvPr id="61" name="Group 60">
            <a:extLst>
              <a:ext uri="{FF2B5EF4-FFF2-40B4-BE49-F238E27FC236}">
                <a16:creationId xmlns:a16="http://schemas.microsoft.com/office/drawing/2014/main" id="{D0FAC7C4-99E8-D365-9031-CA1737DB30B0}"/>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B969D3FC-7D8D-7239-A09A-D9B9B9AA304A}"/>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73FE21F3-3B2D-FB8C-DDF9-6B353D93706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9E22C94E-1429-465C-6547-580F99CFAC93}"/>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DA4E5825-70F9-EDA3-65AF-D41115756247}"/>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72F5A67A-C222-D8D2-19C6-D3B2100A3F2C}"/>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B09F7BF0-C960-9D88-C03E-B19FBB20865E}"/>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D2A87BE8-C361-5347-3D74-0EDA36B66400}"/>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9364E82A-B162-37B4-0A52-4B0C9B5900CD}"/>
              </a:ext>
            </a:extLst>
          </p:cNvPr>
          <p:cNvSpPr txBox="1"/>
          <p:nvPr/>
        </p:nvSpPr>
        <p:spPr>
          <a:xfrm>
            <a:off x="5875851" y="2746381"/>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Coca-Cola</a:t>
            </a:r>
          </a:p>
        </p:txBody>
      </p:sp>
      <p:graphicFrame>
        <p:nvGraphicFramePr>
          <p:cNvPr id="25" name="Table 24">
            <a:extLst>
              <a:ext uri="{FF2B5EF4-FFF2-40B4-BE49-F238E27FC236}">
                <a16:creationId xmlns:a16="http://schemas.microsoft.com/office/drawing/2014/main" id="{B5992F66-B18C-BDCE-6F6B-04F6C76AFE98}"/>
              </a:ext>
            </a:extLst>
          </p:cNvPr>
          <p:cNvGraphicFramePr>
            <a:graphicFrameLocks noGrp="1"/>
          </p:cNvGraphicFramePr>
          <p:nvPr>
            <p:extLst>
              <p:ext uri="{D42A27DB-BD31-4B8C-83A1-F6EECF244321}">
                <p14:modId xmlns:p14="http://schemas.microsoft.com/office/powerpoint/2010/main" val="381511854"/>
              </p:ext>
            </p:extLst>
          </p:nvPr>
        </p:nvGraphicFramePr>
        <p:xfrm>
          <a:off x="646199" y="3192117"/>
          <a:ext cx="10125001" cy="323088"/>
        </p:xfrm>
        <a:graphic>
          <a:graphicData uri="http://schemas.openxmlformats.org/drawingml/2006/table">
            <a:tbl>
              <a:tblPr firstRow="1" bandRow="1">
                <a:tableStyleId>{5940675A-B579-460E-94D1-54222C63F5DA}</a:tableStyleId>
              </a:tblPr>
              <a:tblGrid>
                <a:gridCol w="2032201">
                  <a:extLst>
                    <a:ext uri="{9D8B030D-6E8A-4147-A177-3AD203B41FA5}">
                      <a16:colId xmlns:a16="http://schemas.microsoft.com/office/drawing/2014/main" val="1775160107"/>
                    </a:ext>
                  </a:extLst>
                </a:gridCol>
                <a:gridCol w="2296800">
                  <a:extLst>
                    <a:ext uri="{9D8B030D-6E8A-4147-A177-3AD203B41FA5}">
                      <a16:colId xmlns:a16="http://schemas.microsoft.com/office/drawing/2014/main" val="1116568623"/>
                    </a:ext>
                  </a:extLst>
                </a:gridCol>
                <a:gridCol w="1648800">
                  <a:extLst>
                    <a:ext uri="{9D8B030D-6E8A-4147-A177-3AD203B41FA5}">
                      <a16:colId xmlns:a16="http://schemas.microsoft.com/office/drawing/2014/main" val="2398132556"/>
                    </a:ext>
                  </a:extLst>
                </a:gridCol>
                <a:gridCol w="2309815">
                  <a:extLst>
                    <a:ext uri="{9D8B030D-6E8A-4147-A177-3AD203B41FA5}">
                      <a16:colId xmlns:a16="http://schemas.microsoft.com/office/drawing/2014/main" val="831300297"/>
                    </a:ext>
                  </a:extLst>
                </a:gridCol>
                <a:gridCol w="1837385">
                  <a:extLst>
                    <a:ext uri="{9D8B030D-6E8A-4147-A177-3AD203B41FA5}">
                      <a16:colId xmlns:a16="http://schemas.microsoft.com/office/drawing/2014/main" val="278717131"/>
                    </a:ext>
                  </a:extLst>
                </a:gridCol>
              </a:tblGrid>
              <a:tr h="198783">
                <a:tc>
                  <a:txBody>
                    <a:bodyPr/>
                    <a:lstStyle/>
                    <a:p>
                      <a:r>
                        <a:rPr lang="en-US" sz="1400" b="1">
                          <a:latin typeface="Avenir Next LT Pro" panose="020B0504020202020204" pitchFamily="34" charset="0"/>
                        </a:rPr>
                        <a:t>Coca-Cola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66%</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60%</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5" name="TextBox 14">
            <a:extLst>
              <a:ext uri="{FF2B5EF4-FFF2-40B4-BE49-F238E27FC236}">
                <a16:creationId xmlns:a16="http://schemas.microsoft.com/office/drawing/2014/main" id="{52A375F2-D786-3779-C3F1-2E624A8140CF}"/>
              </a:ext>
            </a:extLst>
          </p:cNvPr>
          <p:cNvSpPr txBox="1"/>
          <p:nvPr/>
        </p:nvSpPr>
        <p:spPr>
          <a:xfrm>
            <a:off x="5654841" y="2230412"/>
            <a:ext cx="2435059" cy="340519"/>
          </a:xfrm>
          <a:prstGeom prst="roundRect">
            <a:avLst/>
          </a:prstGeom>
          <a:solidFill>
            <a:srgbClr val="00B0F0"/>
          </a:solidFill>
        </p:spPr>
        <p:txBody>
          <a:bodyPr wrap="square" lIns="0" tIns="0" rIns="0" bIns="0" rtlCol="0" anchor="ctr">
            <a:spAutoFit/>
          </a:bodyPr>
          <a:lstStyle/>
          <a:p>
            <a:pPr algn="ctr">
              <a:defRPr/>
            </a:pPr>
            <a:r>
              <a:rPr lang="en-US" sz="2000" b="1" kern="0" dirty="0">
                <a:solidFill>
                  <a:prstClr val="white"/>
                </a:solidFill>
                <a:latin typeface="Avenir Next LT Pro" panose="020B0504020202020204" pitchFamily="34" charset="0"/>
              </a:rPr>
              <a:t>CCZS NEUTRALS </a:t>
            </a:r>
          </a:p>
        </p:txBody>
      </p:sp>
      <p:grpSp>
        <p:nvGrpSpPr>
          <p:cNvPr id="5" name="Group 4">
            <a:extLst>
              <a:ext uri="{FF2B5EF4-FFF2-40B4-BE49-F238E27FC236}">
                <a16:creationId xmlns:a16="http://schemas.microsoft.com/office/drawing/2014/main" id="{8DD08351-9C18-AF5D-E114-EB6B82A7599E}"/>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278FA7FC-8161-45CF-9081-27FA418F2DC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D8E63B4C-9598-F4A6-B348-ED2AB4716B3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DD3B177D-2B2E-2E4E-FE16-1BB09C9296D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9F3F2064-5F9B-D3B8-5BB9-3E6D42D12AF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52693690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175F2A-5095-71CD-02ED-55802C0F3255}"/>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9616170B-8608-93AA-C72C-9435AE5F100F}"/>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4F7C7736-186C-1FA1-38B7-3B4049286EB9}"/>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71C97E97-E230-86D7-A437-A12D53EEAB0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C3703D7B-B8D7-6C86-3E57-776E9CD1B0F8}"/>
                </a:ext>
              </a:extLst>
            </p:cNvPr>
            <p:cNvGraphicFramePr/>
            <p:nvPr>
              <p:extLst>
                <p:ext uri="{D42A27DB-BD31-4B8C-83A1-F6EECF244321}">
                  <p14:modId xmlns:p14="http://schemas.microsoft.com/office/powerpoint/2010/main" val="177604561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FA5BACD1-AABE-7457-5B99-E0D4AB8BFEAB}"/>
                </a:ext>
              </a:extLst>
            </p:cNvPr>
            <p:cNvSpPr txBox="1"/>
            <p:nvPr/>
          </p:nvSpPr>
          <p:spPr>
            <a:xfrm>
              <a:off x="2678090" y="2051329"/>
              <a:ext cx="1244957"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49345516-F108-27A8-DB4D-D42736672737}"/>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17A836B8-6A7A-F4B8-8F67-3D79CA4333B2}"/>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F4727770-3028-F7E3-80EA-73892AA4E669}"/>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81F62A6D-7E10-123D-2ABA-D36A4723B4A5}"/>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89A80897-2062-8F3C-75A4-0BBDC58DBB6B}"/>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72" name="TextBox 71">
            <a:extLst>
              <a:ext uri="{FF2B5EF4-FFF2-40B4-BE49-F238E27FC236}">
                <a16:creationId xmlns:a16="http://schemas.microsoft.com/office/drawing/2014/main" id="{47E69D23-E9D9-44B4-8899-C277B377A64D}"/>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73" name="TextBox 72">
            <a:extLst>
              <a:ext uri="{FF2B5EF4-FFF2-40B4-BE49-F238E27FC236}">
                <a16:creationId xmlns:a16="http://schemas.microsoft.com/office/drawing/2014/main" id="{5DA686BC-EE94-6DA9-F937-0CFA05ECD0E1}"/>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76" name="Rectangle 75">
            <a:extLst>
              <a:ext uri="{FF2B5EF4-FFF2-40B4-BE49-F238E27FC236}">
                <a16:creationId xmlns:a16="http://schemas.microsoft.com/office/drawing/2014/main" id="{56E00462-1B7F-4C28-9CC0-98345CAD6BD6}"/>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CAE6036E-E312-6654-6C2B-9D5E00CE68E6}"/>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FEB5DCE3-0544-687A-1CF8-61138A55E53C}"/>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0225EF51-215D-7644-A6C4-457AA108B7B5}"/>
              </a:ext>
            </a:extLst>
          </p:cNvPr>
          <p:cNvSpPr txBox="1">
            <a:spLocks/>
          </p:cNvSpPr>
          <p:nvPr/>
        </p:nvSpPr>
        <p:spPr>
          <a:xfrm>
            <a:off x="666391" y="676995"/>
            <a:ext cx="7812140" cy="971237"/>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lang="en-US" sz="1600">
                <a:solidFill>
                  <a:srgbClr val="0070C0"/>
                </a:solidFill>
                <a:latin typeface="Avenir Next LT Pro" panose="020B0504020202020204" pitchFamily="34" charset="0"/>
              </a:rPr>
              <a:t>Prototype 107 has significantly higher perceptions of Pepsi brand than Control. Rest of the prototypes are on par with the Control.</a:t>
            </a:r>
            <a:endPar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endParaRPr>
          </a:p>
        </p:txBody>
      </p:sp>
      <p:grpSp>
        <p:nvGrpSpPr>
          <p:cNvPr id="61" name="Group 60">
            <a:extLst>
              <a:ext uri="{FF2B5EF4-FFF2-40B4-BE49-F238E27FC236}">
                <a16:creationId xmlns:a16="http://schemas.microsoft.com/office/drawing/2014/main" id="{D618D2B9-6BB4-16C8-D9EC-B77D7F3A2BF3}"/>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7BF16336-CB15-D235-7A24-35A7D5274A58}"/>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BA163527-50BC-E45E-05E7-8F6067311B3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68AA1D7B-25BD-9057-FF0D-A69A853A650B}"/>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515D4951-E87A-145F-5A2E-90AA812C774C}"/>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D4A38CE2-B7F2-5298-1077-1CC251DB0D12}"/>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18D79050-CE75-88B9-FA15-53D5FF7BB2E3}"/>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450D51A3-B373-837A-D508-5F8CB30F495E}"/>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5785DAE5-DA54-BCFE-F3C6-B9A7A91883B4}"/>
              </a:ext>
            </a:extLst>
          </p:cNvPr>
          <p:cNvSpPr txBox="1"/>
          <p:nvPr/>
        </p:nvSpPr>
        <p:spPr>
          <a:xfrm>
            <a:off x="5875851" y="2762726"/>
            <a:ext cx="1833258" cy="326898"/>
          </a:xfrm>
          <a:prstGeom prst="roundRect">
            <a:avLst/>
          </a:prstGeom>
          <a:noFill/>
          <a:ln>
            <a:solidFill>
              <a:srgbClr val="002060"/>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Pepsi</a:t>
            </a:r>
          </a:p>
        </p:txBody>
      </p:sp>
      <p:graphicFrame>
        <p:nvGraphicFramePr>
          <p:cNvPr id="5" name="Table 4">
            <a:extLst>
              <a:ext uri="{FF2B5EF4-FFF2-40B4-BE49-F238E27FC236}">
                <a16:creationId xmlns:a16="http://schemas.microsoft.com/office/drawing/2014/main" id="{ACC2849C-2BBB-E507-E72E-31FED5B97787}"/>
              </a:ext>
            </a:extLst>
          </p:cNvPr>
          <p:cNvGraphicFramePr>
            <a:graphicFrameLocks noGrp="1"/>
          </p:cNvGraphicFramePr>
          <p:nvPr>
            <p:extLst>
              <p:ext uri="{D42A27DB-BD31-4B8C-83A1-F6EECF244321}">
                <p14:modId xmlns:p14="http://schemas.microsoft.com/office/powerpoint/2010/main" val="162726005"/>
              </p:ext>
            </p:extLst>
          </p:nvPr>
        </p:nvGraphicFramePr>
        <p:xfrm>
          <a:off x="646199" y="3192117"/>
          <a:ext cx="10067401" cy="323088"/>
        </p:xfrm>
        <a:graphic>
          <a:graphicData uri="http://schemas.openxmlformats.org/drawingml/2006/table">
            <a:tbl>
              <a:tblPr firstRow="1" bandRow="1">
                <a:tableStyleId>{5940675A-B579-460E-94D1-54222C63F5DA}</a:tableStyleId>
              </a:tblPr>
              <a:tblGrid>
                <a:gridCol w="2003401">
                  <a:extLst>
                    <a:ext uri="{9D8B030D-6E8A-4147-A177-3AD203B41FA5}">
                      <a16:colId xmlns:a16="http://schemas.microsoft.com/office/drawing/2014/main" val="1775160107"/>
                    </a:ext>
                  </a:extLst>
                </a:gridCol>
                <a:gridCol w="2152800">
                  <a:extLst>
                    <a:ext uri="{9D8B030D-6E8A-4147-A177-3AD203B41FA5}">
                      <a16:colId xmlns:a16="http://schemas.microsoft.com/office/drawing/2014/main" val="1116568623"/>
                    </a:ext>
                  </a:extLst>
                </a:gridCol>
                <a:gridCol w="1951200">
                  <a:extLst>
                    <a:ext uri="{9D8B030D-6E8A-4147-A177-3AD203B41FA5}">
                      <a16:colId xmlns:a16="http://schemas.microsoft.com/office/drawing/2014/main" val="2398132556"/>
                    </a:ext>
                  </a:extLst>
                </a:gridCol>
                <a:gridCol w="2133068">
                  <a:extLst>
                    <a:ext uri="{9D8B030D-6E8A-4147-A177-3AD203B41FA5}">
                      <a16:colId xmlns:a16="http://schemas.microsoft.com/office/drawing/2014/main" val="831300297"/>
                    </a:ext>
                  </a:extLst>
                </a:gridCol>
                <a:gridCol w="1826932">
                  <a:extLst>
                    <a:ext uri="{9D8B030D-6E8A-4147-A177-3AD203B41FA5}">
                      <a16:colId xmlns:a16="http://schemas.microsoft.com/office/drawing/2014/main" val="278717131"/>
                    </a:ext>
                  </a:extLst>
                </a:gridCol>
              </a:tblGrid>
              <a:tr h="0">
                <a:tc>
                  <a:txBody>
                    <a:bodyPr/>
                    <a:lstStyle/>
                    <a:p>
                      <a:r>
                        <a:rPr lang="en-US" sz="1400" b="1">
                          <a:latin typeface="Avenir Next LT Pro" panose="020B0504020202020204" pitchFamily="34" charset="0"/>
                        </a:rPr>
                        <a:t>Pepsi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31%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35%</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37%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3" name="TextBox 12">
            <a:extLst>
              <a:ext uri="{FF2B5EF4-FFF2-40B4-BE49-F238E27FC236}">
                <a16:creationId xmlns:a16="http://schemas.microsoft.com/office/drawing/2014/main" id="{62A8BB40-EC83-DBF4-3F43-47733BF8C860}"/>
              </a:ext>
            </a:extLst>
          </p:cNvPr>
          <p:cNvSpPr txBox="1"/>
          <p:nvPr/>
        </p:nvSpPr>
        <p:spPr>
          <a:xfrm>
            <a:off x="5654841" y="2249255"/>
            <a:ext cx="2409659" cy="326898"/>
          </a:xfrm>
          <a:prstGeom prst="roundRect">
            <a:avLst/>
          </a:prstGeom>
          <a:solidFill>
            <a:srgbClr val="00B0F0"/>
          </a:solidFill>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CCZS NEUTRALS </a:t>
            </a:r>
          </a:p>
        </p:txBody>
      </p:sp>
      <p:grpSp>
        <p:nvGrpSpPr>
          <p:cNvPr id="7" name="Group 6">
            <a:extLst>
              <a:ext uri="{FF2B5EF4-FFF2-40B4-BE49-F238E27FC236}">
                <a16:creationId xmlns:a16="http://schemas.microsoft.com/office/drawing/2014/main" id="{DEB3ACBF-1BDB-3C05-78A4-77400B5131CB}"/>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0E48E514-4FF1-FC3C-7229-45C8A505681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1163CF64-9CA0-C1C7-28F6-9FE67A437C7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310A8BE3-9C02-E305-93C3-60D4A222008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3BE25D93-CC89-4300-BB03-0CA9A2AEB770}"/>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83968137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1F2E56-4322-8C65-811D-F1C81CF48815}"/>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321086EE-08CF-8D24-574F-A1E91CEB47E9}"/>
              </a:ext>
            </a:extLst>
          </p:cNvPr>
          <p:cNvSpPr>
            <a:spLocks noGrp="1"/>
          </p:cNvSpPr>
          <p:nvPr>
            <p:ph type="ctrTitle"/>
          </p:nvPr>
        </p:nvSpPr>
        <p:spPr>
          <a:xfrm>
            <a:off x="601852" y="2865842"/>
            <a:ext cx="13716000" cy="1354217"/>
          </a:xfrm>
        </p:spPr>
        <p:txBody>
          <a:bodyPr/>
          <a:lstStyle/>
          <a:p>
            <a:r>
              <a:rPr lang="en-US" sz="4400" dirty="0"/>
              <a:t>CCZS NEUTRALS Results</a:t>
            </a:r>
            <a:br>
              <a:rPr lang="en-US" sz="4400" dirty="0"/>
            </a:br>
            <a:r>
              <a:rPr lang="en-US" sz="4400" dirty="0"/>
              <a:t>(4.0 Prototypes vs. Each Other)</a:t>
            </a:r>
          </a:p>
        </p:txBody>
      </p:sp>
      <p:sp>
        <p:nvSpPr>
          <p:cNvPr id="4" name="Slide Number Placeholder 3">
            <a:extLst>
              <a:ext uri="{FF2B5EF4-FFF2-40B4-BE49-F238E27FC236}">
                <a16:creationId xmlns:a16="http://schemas.microsoft.com/office/drawing/2014/main" id="{F93B3E0E-E0FF-4FA1-5EDE-3080C1084A40}"/>
              </a:ext>
            </a:extLst>
          </p:cNvPr>
          <p:cNvSpPr>
            <a:spLocks noGrp="1"/>
          </p:cNvSpPr>
          <p:nvPr>
            <p:ph type="sldNum" sz="quarter" idx="14"/>
          </p:nvPr>
        </p:nvSpPr>
        <p:spPr/>
        <p:txBody>
          <a:bodyPr/>
          <a:lstStyle/>
          <a:p>
            <a:fld id="{9BBCFCA3-D307-4DD3-86E3-CC1388E97AC0}" type="slidenum">
              <a:rPr lang="en-US" smtClean="0"/>
              <a:pPr/>
              <a:t>111</a:t>
            </a:fld>
            <a:endParaRPr lang="en-US"/>
          </a:p>
        </p:txBody>
      </p:sp>
      <p:grpSp>
        <p:nvGrpSpPr>
          <p:cNvPr id="2" name="Group 1">
            <a:extLst>
              <a:ext uri="{FF2B5EF4-FFF2-40B4-BE49-F238E27FC236}">
                <a16:creationId xmlns:a16="http://schemas.microsoft.com/office/drawing/2014/main" id="{9926A466-5012-7CAA-98AB-B54B61A4C554}"/>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C9DDFCA4-9F5D-A342-8EF6-B07B3D57EBC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0" name="TextBox 9">
              <a:extLst>
                <a:ext uri="{FF2B5EF4-FFF2-40B4-BE49-F238E27FC236}">
                  <a16:creationId xmlns:a16="http://schemas.microsoft.com/office/drawing/2014/main" id="{76C52C27-6EBE-F67B-0338-1E8A7ECF4C9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1" name="Picture 10" descr="A bottle of soda with a red label&#10;&#10;Description automatically generated">
              <a:extLst>
                <a:ext uri="{FF2B5EF4-FFF2-40B4-BE49-F238E27FC236}">
                  <a16:creationId xmlns:a16="http://schemas.microsoft.com/office/drawing/2014/main" id="{58DC39BB-8970-6114-AE21-EE18311D99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2" name="Picture 11" descr="A flag on a button&#10;&#10;Description automatically generated">
              <a:extLst>
                <a:ext uri="{FF2B5EF4-FFF2-40B4-BE49-F238E27FC236}">
                  <a16:creationId xmlns:a16="http://schemas.microsoft.com/office/drawing/2014/main" id="{8D2D5164-41DE-81AA-38D5-1333B8D65CE3}"/>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12107690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D7D5D1-A6BD-41B0-C4F8-2C90E8FF959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C8A2C5D-3FC5-7843-6662-B5BF687384FB}"/>
              </a:ext>
            </a:extLst>
          </p:cNvPr>
          <p:cNvSpPr>
            <a:spLocks noGrp="1"/>
          </p:cNvSpPr>
          <p:nvPr>
            <p:ph type="sldNum" sz="quarter" idx="14"/>
          </p:nvPr>
        </p:nvSpPr>
        <p:spPr/>
        <p:txBody>
          <a:bodyPr/>
          <a:lstStyle/>
          <a:p>
            <a:fld id="{9BBCFCA3-D307-4DD3-86E3-CC1388E97AC0}" type="slidenum">
              <a:rPr lang="en-US" smtClean="0"/>
              <a:pPr/>
              <a:t>112</a:t>
            </a:fld>
            <a:endParaRPr lang="en-US"/>
          </a:p>
        </p:txBody>
      </p:sp>
      <p:grpSp>
        <p:nvGrpSpPr>
          <p:cNvPr id="10" name="Group 9">
            <a:extLst>
              <a:ext uri="{FF2B5EF4-FFF2-40B4-BE49-F238E27FC236}">
                <a16:creationId xmlns:a16="http://schemas.microsoft.com/office/drawing/2014/main" id="{828FD62D-1C77-5D5B-03DD-A6674DC054E0}"/>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75200B2E-4114-CAC4-2235-9D0DD64030F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D0298EC8-B69B-3DD0-D033-20E4C4F1942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6DEF0E09-CC75-C165-E1F8-EB8ED962A8B6}"/>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3EFB2721-3051-60F8-DA22-BFA0441FC9DE}"/>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E91079BD-47EA-805D-613D-AD1F07BF94AF}"/>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BA119300-89CB-6E92-A02C-6B25626D0EF9}"/>
              </a:ext>
            </a:extLst>
          </p:cNvPr>
          <p:cNvGraphicFramePr>
            <a:graphicFrameLocks noGrp="1"/>
          </p:cNvGraphicFramePr>
          <p:nvPr>
            <p:extLst>
              <p:ext uri="{D42A27DB-BD31-4B8C-83A1-F6EECF244321}">
                <p14:modId xmlns:p14="http://schemas.microsoft.com/office/powerpoint/2010/main" val="1671409931"/>
              </p:ext>
            </p:extLst>
          </p:nvPr>
        </p:nvGraphicFramePr>
        <p:xfrm>
          <a:off x="3571726" y="2397542"/>
          <a:ext cx="7486948" cy="3566160"/>
        </p:xfrm>
        <a:graphic>
          <a:graphicData uri="http://schemas.openxmlformats.org/drawingml/2006/table">
            <a:tbl>
              <a:tblPr firstRow="1" bandRow="1">
                <a:tableStyleId>{5C22544A-7EE6-4342-B048-85BDC9FD1C3A}</a:tableStyleId>
              </a:tblPr>
              <a:tblGrid>
                <a:gridCol w="2458402">
                  <a:extLst>
                    <a:ext uri="{9D8B030D-6E8A-4147-A177-3AD203B41FA5}">
                      <a16:colId xmlns:a16="http://schemas.microsoft.com/office/drawing/2014/main" val="665467437"/>
                    </a:ext>
                  </a:extLst>
                </a:gridCol>
                <a:gridCol w="1676182">
                  <a:extLst>
                    <a:ext uri="{9D8B030D-6E8A-4147-A177-3AD203B41FA5}">
                      <a16:colId xmlns:a16="http://schemas.microsoft.com/office/drawing/2014/main" val="2678574176"/>
                    </a:ext>
                  </a:extLst>
                </a:gridCol>
                <a:gridCol w="1676182">
                  <a:extLst>
                    <a:ext uri="{9D8B030D-6E8A-4147-A177-3AD203B41FA5}">
                      <a16:colId xmlns:a16="http://schemas.microsoft.com/office/drawing/2014/main" val="364985952"/>
                    </a:ext>
                  </a:extLst>
                </a:gridCol>
                <a:gridCol w="1676182">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6.67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6.85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6.87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7.20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0080">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6.99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7.09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0080">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7FB384A4-38C6-CE75-A4E5-A2192972225B}"/>
              </a:ext>
            </a:extLst>
          </p:cNvPr>
          <p:cNvSpPr txBox="1"/>
          <p:nvPr/>
        </p:nvSpPr>
        <p:spPr>
          <a:xfrm>
            <a:off x="3771900" y="2486208"/>
            <a:ext cx="2119916" cy="276999"/>
          </a:xfrm>
          <a:prstGeom prst="rect">
            <a:avLst/>
          </a:prstGeom>
          <a:noFill/>
        </p:spPr>
        <p:txBody>
          <a:bodyPr wrap="square" lIns="0" tIns="0" rIns="0" bIns="0" rtlCol="0">
            <a:spAutoFit/>
          </a:bodyPr>
          <a:lstStyle/>
          <a:p>
            <a:pPr algn="ctr" defTabSz="548640">
              <a:defRPr/>
            </a:pPr>
            <a:r>
              <a:rPr lang="en-US" b="1" kern="0" dirty="0">
                <a:solidFill>
                  <a:srgbClr val="00B0F0"/>
                </a:solidFill>
                <a:latin typeface="Avenir Next LT Pro" panose="020B0504020202020204" pitchFamily="34" charset="0"/>
              </a:rPr>
              <a:t>CCZS NEUTRALS </a:t>
            </a:r>
          </a:p>
        </p:txBody>
      </p:sp>
      <p:grpSp>
        <p:nvGrpSpPr>
          <p:cNvPr id="3" name="Group 2">
            <a:extLst>
              <a:ext uri="{FF2B5EF4-FFF2-40B4-BE49-F238E27FC236}">
                <a16:creationId xmlns:a16="http://schemas.microsoft.com/office/drawing/2014/main" id="{7FE2C680-E8B2-1F10-72C5-1D624FFB180A}"/>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65521BB8-E232-9B00-C51E-01D4F7771BD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EF713242-6A5D-75F3-12E5-4408945227A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3C77EA9D-8F54-5D22-C948-0869B106C90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9DD3B20D-8EAC-9473-7311-BE5B5E705916}"/>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618417387"/>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35F6BA-533C-E854-4E9E-E75837578A1B}"/>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3C878D49-E354-2951-E2E8-3B807E4B0635}"/>
              </a:ext>
            </a:extLst>
          </p:cNvPr>
          <p:cNvGraphicFramePr>
            <a:graphicFrameLocks noGrp="1"/>
          </p:cNvGraphicFramePr>
          <p:nvPr>
            <p:extLst>
              <p:ext uri="{D42A27DB-BD31-4B8C-83A1-F6EECF244321}">
                <p14:modId xmlns:p14="http://schemas.microsoft.com/office/powerpoint/2010/main" val="2623529621"/>
              </p:ext>
            </p:extLst>
          </p:nvPr>
        </p:nvGraphicFramePr>
        <p:xfrm>
          <a:off x="4459842" y="2883129"/>
          <a:ext cx="5710717" cy="2926080"/>
        </p:xfrm>
        <a:graphic>
          <a:graphicData uri="http://schemas.openxmlformats.org/drawingml/2006/table">
            <a:tbl>
              <a:tblPr firstRow="1" bandRow="1">
                <a:tableStyleId>{5C22544A-7EE6-4342-B048-85BDC9FD1C3A}</a:tableStyleId>
              </a:tblPr>
              <a:tblGrid>
                <a:gridCol w="2039542">
                  <a:extLst>
                    <a:ext uri="{9D8B030D-6E8A-4147-A177-3AD203B41FA5}">
                      <a16:colId xmlns:a16="http://schemas.microsoft.com/office/drawing/2014/main" val="665467437"/>
                    </a:ext>
                  </a:extLst>
                </a:gridCol>
                <a:gridCol w="1223725">
                  <a:extLst>
                    <a:ext uri="{9D8B030D-6E8A-4147-A177-3AD203B41FA5}">
                      <a16:colId xmlns:a16="http://schemas.microsoft.com/office/drawing/2014/main" val="2678574176"/>
                    </a:ext>
                  </a:extLst>
                </a:gridCol>
                <a:gridCol w="1223725">
                  <a:extLst>
                    <a:ext uri="{9D8B030D-6E8A-4147-A177-3AD203B41FA5}">
                      <a16:colId xmlns:a16="http://schemas.microsoft.com/office/drawing/2014/main" val="364985952"/>
                    </a:ext>
                  </a:extLst>
                </a:gridCol>
                <a:gridCol w="1223725">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5242264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Meeting Expectation</a:t>
                      </a:r>
                      <a:br>
                        <a:rPr lang="en-GB" sz="1200" b="1">
                          <a:latin typeface="Avenir Next LT Pro" panose="020B0504020202020204" pitchFamily="34" charset="0"/>
                        </a:rPr>
                      </a:br>
                      <a:r>
                        <a:rPr lang="en-GB" sz="1200" b="1">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r h="640080">
                <a:tc>
                  <a:txBody>
                    <a:bodyPr/>
                    <a:lstStyle/>
                    <a:p>
                      <a:pPr algn="ctr"/>
                      <a:r>
                        <a:rPr lang="en-GB" sz="1200" b="1">
                          <a:latin typeface="Avenir Next LT Pro" panose="020B0504020202020204" pitchFamily="34" charset="0"/>
                        </a:rPr>
                        <a:t>Net Promoter Score</a:t>
                      </a:r>
                      <a:br>
                        <a:rPr lang="en-GB" sz="1200" b="1">
                          <a:latin typeface="Avenir Next LT Pro" panose="020B0504020202020204" pitchFamily="34" charset="0"/>
                        </a:rPr>
                      </a:br>
                      <a:r>
                        <a:rPr lang="en-GB" sz="1200" b="1">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535708962"/>
                  </a:ext>
                </a:extLst>
              </a:tr>
            </a:tbl>
          </a:graphicData>
        </a:graphic>
      </p:graphicFrame>
      <p:sp>
        <p:nvSpPr>
          <p:cNvPr id="4" name="Slide Number Placeholder 3">
            <a:extLst>
              <a:ext uri="{FF2B5EF4-FFF2-40B4-BE49-F238E27FC236}">
                <a16:creationId xmlns:a16="http://schemas.microsoft.com/office/drawing/2014/main" id="{CEE4D691-1148-731F-4775-99E090EC9FAF}"/>
              </a:ext>
            </a:extLst>
          </p:cNvPr>
          <p:cNvSpPr>
            <a:spLocks noGrp="1"/>
          </p:cNvSpPr>
          <p:nvPr>
            <p:ph type="sldNum" sz="quarter" idx="14"/>
          </p:nvPr>
        </p:nvSpPr>
        <p:spPr/>
        <p:txBody>
          <a:bodyPr/>
          <a:lstStyle/>
          <a:p>
            <a:fld id="{9BBCFCA3-D307-4DD3-86E3-CC1388E97AC0}" type="slidenum">
              <a:rPr lang="en-US" smtClean="0"/>
              <a:pPr/>
              <a:t>113</a:t>
            </a:fld>
            <a:endParaRPr lang="en-US"/>
          </a:p>
        </p:txBody>
      </p:sp>
      <p:grpSp>
        <p:nvGrpSpPr>
          <p:cNvPr id="10" name="Group 9">
            <a:extLst>
              <a:ext uri="{FF2B5EF4-FFF2-40B4-BE49-F238E27FC236}">
                <a16:creationId xmlns:a16="http://schemas.microsoft.com/office/drawing/2014/main" id="{12C65987-119C-37C3-00AB-D166E17D8E5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6D43A37-5730-3221-AA15-544DA69411CA}"/>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EE0B3A9-3DD8-53E8-BB8B-6F81057D16B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3965C48F-2B5C-2882-B578-3EB776D54BC3}"/>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9245F750-63B5-B8C8-A696-C8D5B0F80584}"/>
              </a:ext>
            </a:extLst>
          </p:cNvPr>
          <p:cNvSpPr txBox="1"/>
          <p:nvPr/>
        </p:nvSpPr>
        <p:spPr>
          <a:xfrm>
            <a:off x="4089400" y="2893809"/>
            <a:ext cx="2357821" cy="307777"/>
          </a:xfrm>
          <a:prstGeom prst="rect">
            <a:avLst/>
          </a:prstGeom>
          <a:noFill/>
        </p:spPr>
        <p:txBody>
          <a:bodyPr wrap="square" lIns="0" tIns="0" rIns="0" bIns="0" rtlCol="0">
            <a:spAutoFit/>
          </a:bodyPr>
          <a:lstStyle/>
          <a:p>
            <a:pPr algn="ctr" defTabSz="548640">
              <a:defRPr/>
            </a:pPr>
            <a:r>
              <a:rPr lang="en-US" sz="2000" b="1" kern="0" dirty="0">
                <a:solidFill>
                  <a:srgbClr val="00B0F0"/>
                </a:solidFill>
                <a:latin typeface="Avenir Next LT Pro" panose="020B0504020202020204" pitchFamily="34" charset="0"/>
              </a:rPr>
              <a:t>CCZS NEUTRALS </a:t>
            </a:r>
          </a:p>
        </p:txBody>
      </p:sp>
      <p:sp>
        <p:nvSpPr>
          <p:cNvPr id="25" name="TextBox 24">
            <a:extLst>
              <a:ext uri="{FF2B5EF4-FFF2-40B4-BE49-F238E27FC236}">
                <a16:creationId xmlns:a16="http://schemas.microsoft.com/office/drawing/2014/main" id="{41ABA2E9-3DA1-A524-4E03-CFCDBED27309}"/>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sp>
        <p:nvSpPr>
          <p:cNvPr id="3" name="TextBox 2">
            <a:extLst>
              <a:ext uri="{FF2B5EF4-FFF2-40B4-BE49-F238E27FC236}">
                <a16:creationId xmlns:a16="http://schemas.microsoft.com/office/drawing/2014/main" id="{C1A15B26-F231-6F74-32C9-A74B54812526}"/>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A453B742-A926-77DC-1A58-1360CE03BFE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46156663-444E-B38D-624D-0EF4CB03554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D18FA482-6C6C-1F31-A070-DBD58956AA5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C68E56FC-F556-E166-8274-C4BF2F3BFAD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3B877F28-F567-27D8-9CDE-535DEAD228F2}"/>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152280320"/>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948D00-C19C-96B5-78BB-0380F7D08B4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3F13BEF-86F2-6983-E958-7688D9888F75}"/>
              </a:ext>
            </a:extLst>
          </p:cNvPr>
          <p:cNvSpPr>
            <a:spLocks noGrp="1"/>
          </p:cNvSpPr>
          <p:nvPr>
            <p:ph type="sldNum" sz="quarter" idx="14"/>
          </p:nvPr>
        </p:nvSpPr>
        <p:spPr/>
        <p:txBody>
          <a:bodyPr/>
          <a:lstStyle/>
          <a:p>
            <a:fld id="{9BBCFCA3-D307-4DD3-86E3-CC1388E97AC0}" type="slidenum">
              <a:rPr lang="en-US" smtClean="0"/>
              <a:pPr/>
              <a:t>114</a:t>
            </a:fld>
            <a:endParaRPr lang="en-US"/>
          </a:p>
        </p:txBody>
      </p:sp>
      <p:sp>
        <p:nvSpPr>
          <p:cNvPr id="5" name="Text Placeholder 4">
            <a:extLst>
              <a:ext uri="{FF2B5EF4-FFF2-40B4-BE49-F238E27FC236}">
                <a16:creationId xmlns:a16="http://schemas.microsoft.com/office/drawing/2014/main" id="{337FD72C-302C-E613-77B1-8F3768B0D89F}"/>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No significant differences emerge across the 4.0 Prototypes for Sensory Appeal.</a:t>
            </a:r>
          </a:p>
        </p:txBody>
      </p:sp>
      <p:grpSp>
        <p:nvGrpSpPr>
          <p:cNvPr id="2" name="Group 1">
            <a:extLst>
              <a:ext uri="{FF2B5EF4-FFF2-40B4-BE49-F238E27FC236}">
                <a16:creationId xmlns:a16="http://schemas.microsoft.com/office/drawing/2014/main" id="{DECA317E-31DE-D0C6-8E15-9D4CE69B37AD}"/>
              </a:ext>
            </a:extLst>
          </p:cNvPr>
          <p:cNvGrpSpPr/>
          <p:nvPr/>
        </p:nvGrpSpPr>
        <p:grpSpPr>
          <a:xfrm>
            <a:off x="3288492" y="2421215"/>
            <a:ext cx="8028000" cy="4924646"/>
            <a:chOff x="531863" y="1967463"/>
            <a:chExt cx="5331526" cy="4128790"/>
          </a:xfrm>
        </p:grpSpPr>
        <p:sp>
          <p:nvSpPr>
            <p:cNvPr id="3" name="Rectangle 2">
              <a:extLst>
                <a:ext uri="{FF2B5EF4-FFF2-40B4-BE49-F238E27FC236}">
                  <a16:creationId xmlns:a16="http://schemas.microsoft.com/office/drawing/2014/main" id="{A55D76AB-3FB2-78A0-7BCC-A3E80B1F8662}"/>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60A8BDB7-B0AC-971B-75A2-539B29E24696}"/>
                </a:ext>
              </a:extLst>
            </p:cNvPr>
            <p:cNvGraphicFramePr/>
            <p:nvPr>
              <p:extLst>
                <p:ext uri="{D42A27DB-BD31-4B8C-83A1-F6EECF244321}">
                  <p14:modId xmlns:p14="http://schemas.microsoft.com/office/powerpoint/2010/main" val="1735214916"/>
                </p:ext>
              </p:extLst>
            </p:nvPr>
          </p:nvGraphicFramePr>
          <p:xfrm>
            <a:off x="572170" y="3163078"/>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669381DD-4498-47C9-834E-E42D2C856A15}"/>
                </a:ext>
              </a:extLst>
            </p:cNvPr>
            <p:cNvSpPr txBox="1"/>
            <p:nvPr/>
          </p:nvSpPr>
          <p:spPr>
            <a:xfrm>
              <a:off x="1675052" y="2049369"/>
              <a:ext cx="3260283"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a:t>
              </a:r>
              <a:r>
                <a:rPr lang="en-US" sz="1600" b="1" kern="0">
                  <a:solidFill>
                    <a:srgbClr val="000000">
                      <a:lumMod val="50000"/>
                      <a:lumOff val="50000"/>
                    </a:srgbClr>
                  </a:solidFill>
                  <a:latin typeface="Avenir Next LT Pro" panose="020B0504020202020204" pitchFamily="34" charset="0"/>
                </a:rPr>
                <a:t>Sip </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E08A2B73-2184-546E-9295-CF94C5F21BA5}"/>
              </a:ext>
            </a:extLst>
          </p:cNvPr>
          <p:cNvGraphicFramePr>
            <a:graphicFrameLocks noGrp="1"/>
          </p:cNvGraphicFramePr>
          <p:nvPr>
            <p:extLst>
              <p:ext uri="{D42A27DB-BD31-4B8C-83A1-F6EECF244321}">
                <p14:modId xmlns:p14="http://schemas.microsoft.com/office/powerpoint/2010/main" val="4112937707"/>
              </p:ext>
            </p:extLst>
          </p:nvPr>
        </p:nvGraphicFramePr>
        <p:xfrm>
          <a:off x="1386776" y="3341771"/>
          <a:ext cx="9821016" cy="609600"/>
        </p:xfrm>
        <a:graphic>
          <a:graphicData uri="http://schemas.openxmlformats.org/drawingml/2006/table">
            <a:tbl>
              <a:tblPr firstRow="1" bandRow="1">
                <a:tableStyleId>{5940675A-B579-460E-94D1-54222C63F5DA}</a:tableStyleId>
              </a:tblPr>
              <a:tblGrid>
                <a:gridCol w="2303434">
                  <a:extLst>
                    <a:ext uri="{9D8B030D-6E8A-4147-A177-3AD203B41FA5}">
                      <a16:colId xmlns:a16="http://schemas.microsoft.com/office/drawing/2014/main" val="1775160107"/>
                    </a:ext>
                  </a:extLst>
                </a:gridCol>
                <a:gridCol w="2529576">
                  <a:extLst>
                    <a:ext uri="{9D8B030D-6E8A-4147-A177-3AD203B41FA5}">
                      <a16:colId xmlns:a16="http://schemas.microsoft.com/office/drawing/2014/main" val="1227359485"/>
                    </a:ext>
                  </a:extLst>
                </a:gridCol>
                <a:gridCol w="2423288">
                  <a:extLst>
                    <a:ext uri="{9D8B030D-6E8A-4147-A177-3AD203B41FA5}">
                      <a16:colId xmlns:a16="http://schemas.microsoft.com/office/drawing/2014/main" val="1183472630"/>
                    </a:ext>
                  </a:extLst>
                </a:gridCol>
                <a:gridCol w="2564718">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6.67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a:solidFill>
                            <a:schemeClr val="tx1"/>
                          </a:solidFill>
                          <a:latin typeface="Avenir Next LT Pro" panose="020B0504020202020204" pitchFamily="34" charset="0"/>
                          <a:ea typeface="+mn-ea"/>
                          <a:cs typeface="+mn-cs"/>
                        </a:rPr>
                        <a:t>6.81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6.85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41%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81345425-546D-AF57-35E0-3E47645F5FB2}"/>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6A63C655-3035-198E-3DB8-807C38962AE8}"/>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5803680E-88C0-D48D-B1A5-997CEE2B2F99}"/>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E0D272DE-1B8D-2E77-1963-0587E97DDF1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14D73B9B-1E07-4047-9C98-F22ED287EE51}"/>
              </a:ext>
            </a:extLst>
          </p:cNvPr>
          <p:cNvPicPr>
            <a:picLocks noChangeAspect="1"/>
          </p:cNvPicPr>
          <p:nvPr/>
        </p:nvPicPr>
        <p:blipFill>
          <a:blip r:embed="rId5"/>
          <a:stretch>
            <a:fillRect/>
          </a:stretch>
        </p:blipFill>
        <p:spPr>
          <a:xfrm>
            <a:off x="12338113" y="1411893"/>
            <a:ext cx="1523800" cy="961166"/>
          </a:xfrm>
          <a:prstGeom prst="rect">
            <a:avLst/>
          </a:prstGeom>
        </p:spPr>
      </p:pic>
      <p:sp>
        <p:nvSpPr>
          <p:cNvPr id="24" name="TextBox 23">
            <a:extLst>
              <a:ext uri="{FF2B5EF4-FFF2-40B4-BE49-F238E27FC236}">
                <a16:creationId xmlns:a16="http://schemas.microsoft.com/office/drawing/2014/main" id="{8FD2E9B6-C0ED-22A5-8061-A6317FD02ED4}"/>
              </a:ext>
            </a:extLst>
          </p:cNvPr>
          <p:cNvSpPr txBox="1"/>
          <p:nvPr/>
        </p:nvSpPr>
        <p:spPr>
          <a:xfrm>
            <a:off x="6366797" y="2888621"/>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p>
        </p:txBody>
      </p:sp>
      <p:sp>
        <p:nvSpPr>
          <p:cNvPr id="11" name="TextBox 10">
            <a:extLst>
              <a:ext uri="{FF2B5EF4-FFF2-40B4-BE49-F238E27FC236}">
                <a16:creationId xmlns:a16="http://schemas.microsoft.com/office/drawing/2014/main" id="{AAC587EC-BF93-A1F2-EE53-C29A0BA23F68}"/>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7D75EB0C-E777-2DAD-87E4-EFF15712203D}"/>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71DFE232-E773-9956-4189-E4EC0B8F055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0" name="TextBox 19">
              <a:extLst>
                <a:ext uri="{FF2B5EF4-FFF2-40B4-BE49-F238E27FC236}">
                  <a16:creationId xmlns:a16="http://schemas.microsoft.com/office/drawing/2014/main" id="{58C4C3D8-A8CA-AB7D-7A0E-A840AB44387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6B68CE08-53F1-5E3F-0820-20EDA178887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6663D4C2-9841-9E1F-2BC3-00F190C06D66}"/>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8343126"/>
      </p:ext>
    </p:extLst>
  </p:cSld>
  <p:clrMapOvr>
    <a:masterClrMapping/>
  </p:clrMapOvr>
  <p:extLst>
    <p:ext uri="{6950BFC3-D8DA-4A85-94F7-54DA5524770B}">
      <p188:commentRel xmlns:p188="http://schemas.microsoft.com/office/powerpoint/2018/8/main" r:id="rId3"/>
    </p:ext>
  </p:extLs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A69B11-CFEB-AC5F-4DB9-B3BFF8AE7CF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4980345-EE30-5AD1-4F97-F61C8238A4DA}"/>
              </a:ext>
            </a:extLst>
          </p:cNvPr>
          <p:cNvSpPr>
            <a:spLocks noGrp="1"/>
          </p:cNvSpPr>
          <p:nvPr>
            <p:ph type="sldNum" sz="quarter" idx="14"/>
          </p:nvPr>
        </p:nvSpPr>
        <p:spPr/>
        <p:txBody>
          <a:bodyPr/>
          <a:lstStyle/>
          <a:p>
            <a:fld id="{9BBCFCA3-D307-4DD3-86E3-CC1388E97AC0}" type="slidenum">
              <a:rPr lang="en-US" smtClean="0"/>
              <a:pPr/>
              <a:t>115</a:t>
            </a:fld>
            <a:endParaRPr lang="en-US"/>
          </a:p>
        </p:txBody>
      </p:sp>
      <p:sp>
        <p:nvSpPr>
          <p:cNvPr id="5" name="Text Placeholder 4">
            <a:extLst>
              <a:ext uri="{FF2B5EF4-FFF2-40B4-BE49-F238E27FC236}">
                <a16:creationId xmlns:a16="http://schemas.microsoft.com/office/drawing/2014/main" id="{6EF14BD2-BC53-1A60-CB7E-BC1C234F883A}"/>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3.0 Prototypes 107, 222 &amp; 922 are directionally stronger than other Prototypes for full bottle satisfaction.</a:t>
            </a:r>
          </a:p>
          <a:p>
            <a:endParaRPr lang="en-US" sz="1800" b="0">
              <a:solidFill>
                <a:srgbClr val="0070C0"/>
              </a:solidFill>
              <a:latin typeface="Avenir Next LT Pro" panose="020B0504020202020204" pitchFamily="34" charset="0"/>
            </a:endParaRPr>
          </a:p>
        </p:txBody>
      </p:sp>
      <p:grpSp>
        <p:nvGrpSpPr>
          <p:cNvPr id="13" name="Group 12">
            <a:extLst>
              <a:ext uri="{FF2B5EF4-FFF2-40B4-BE49-F238E27FC236}">
                <a16:creationId xmlns:a16="http://schemas.microsoft.com/office/drawing/2014/main" id="{4721811C-8845-9683-47F7-02DBC36D7265}"/>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56CA0713-0667-43AB-850D-15622D61C3A2}"/>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0145CBB1-F6B1-D79E-BE95-AAF2A89446E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03520F22-8DAB-C9AC-1ECF-BE33816CB198}"/>
              </a:ext>
            </a:extLst>
          </p:cNvPr>
          <p:cNvGrpSpPr/>
          <p:nvPr/>
        </p:nvGrpSpPr>
        <p:grpSpPr>
          <a:xfrm>
            <a:off x="3715200" y="3162872"/>
            <a:ext cx="7200000" cy="4184643"/>
            <a:chOff x="531863" y="1967463"/>
            <a:chExt cx="5331526" cy="4128790"/>
          </a:xfrm>
        </p:grpSpPr>
        <p:sp>
          <p:nvSpPr>
            <p:cNvPr id="17" name="Rectangle 16">
              <a:extLst>
                <a:ext uri="{FF2B5EF4-FFF2-40B4-BE49-F238E27FC236}">
                  <a16:creationId xmlns:a16="http://schemas.microsoft.com/office/drawing/2014/main" id="{F50E723A-73E8-DEBA-3363-F622B058350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E82D4312-4724-5F08-41E4-CBA57DDC2812}"/>
                </a:ext>
              </a:extLst>
            </p:cNvPr>
            <p:cNvGraphicFramePr/>
            <p:nvPr>
              <p:extLst>
                <p:ext uri="{D42A27DB-BD31-4B8C-83A1-F6EECF244321}">
                  <p14:modId xmlns:p14="http://schemas.microsoft.com/office/powerpoint/2010/main" val="603028068"/>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a:extLst>
                <a:ext uri="{FF2B5EF4-FFF2-40B4-BE49-F238E27FC236}">
                  <a16:creationId xmlns:a16="http://schemas.microsoft.com/office/drawing/2014/main" id="{5740D563-B8EB-873D-A32E-C1AE61DD34F2}"/>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91F64026-F415-66B2-F59B-52998F956F68}"/>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F94DB42F-012C-CB6F-19CA-41F1A62214F5}"/>
              </a:ext>
            </a:extLst>
          </p:cNvPr>
          <p:cNvPicPr>
            <a:picLocks noChangeAspect="1"/>
          </p:cNvPicPr>
          <p:nvPr/>
        </p:nvPicPr>
        <p:blipFill>
          <a:blip r:embed="rId3"/>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6E7E047A-F4F6-15A1-7CE4-D5466E3D547F}"/>
              </a:ext>
            </a:extLst>
          </p:cNvPr>
          <p:cNvGraphicFramePr>
            <a:graphicFrameLocks noGrp="1"/>
          </p:cNvGraphicFramePr>
          <p:nvPr>
            <p:extLst>
              <p:ext uri="{D42A27DB-BD31-4B8C-83A1-F6EECF244321}">
                <p14:modId xmlns:p14="http://schemas.microsoft.com/office/powerpoint/2010/main" val="3572733463"/>
              </p:ext>
            </p:extLst>
          </p:nvPr>
        </p:nvGraphicFramePr>
        <p:xfrm>
          <a:off x="1742670" y="3850908"/>
          <a:ext cx="9075042" cy="609600"/>
        </p:xfrm>
        <a:graphic>
          <a:graphicData uri="http://schemas.openxmlformats.org/drawingml/2006/table">
            <a:tbl>
              <a:tblPr firstRow="1" bandRow="1">
                <a:tableStyleId>{5940675A-B579-460E-94D1-54222C63F5DA}</a:tableStyleId>
              </a:tblPr>
              <a:tblGrid>
                <a:gridCol w="2237170">
                  <a:extLst>
                    <a:ext uri="{9D8B030D-6E8A-4147-A177-3AD203B41FA5}">
                      <a16:colId xmlns:a16="http://schemas.microsoft.com/office/drawing/2014/main" val="1775160107"/>
                    </a:ext>
                  </a:extLst>
                </a:gridCol>
                <a:gridCol w="2436822">
                  <a:extLst>
                    <a:ext uri="{9D8B030D-6E8A-4147-A177-3AD203B41FA5}">
                      <a16:colId xmlns:a16="http://schemas.microsoft.com/office/drawing/2014/main" val="1227359485"/>
                    </a:ext>
                  </a:extLst>
                </a:gridCol>
                <a:gridCol w="2038070">
                  <a:extLst>
                    <a:ext uri="{9D8B030D-6E8A-4147-A177-3AD203B41FA5}">
                      <a16:colId xmlns:a16="http://schemas.microsoft.com/office/drawing/2014/main" val="1183472630"/>
                    </a:ext>
                  </a:extLst>
                </a:gridCol>
                <a:gridCol w="2362980">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6.87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a:solidFill>
                            <a:schemeClr val="tx1"/>
                          </a:solidFill>
                          <a:latin typeface="Avenir Next LT Pro" panose="020B0504020202020204" pitchFamily="34" charset="0"/>
                          <a:ea typeface="+mn-ea"/>
                          <a:cs typeface="+mn-cs"/>
                        </a:rPr>
                        <a:t>7.14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7.20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67448">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52%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3" name="TextBox 22">
            <a:extLst>
              <a:ext uri="{FF2B5EF4-FFF2-40B4-BE49-F238E27FC236}">
                <a16:creationId xmlns:a16="http://schemas.microsoft.com/office/drawing/2014/main" id="{DA148601-0749-CF43-6218-F97AC391E4B7}"/>
              </a:ext>
            </a:extLst>
          </p:cNvPr>
          <p:cNvSpPr txBox="1"/>
          <p:nvPr/>
        </p:nvSpPr>
        <p:spPr>
          <a:xfrm>
            <a:off x="6359474" y="3535901"/>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p>
        </p:txBody>
      </p:sp>
      <p:sp>
        <p:nvSpPr>
          <p:cNvPr id="2" name="TextBox 1">
            <a:extLst>
              <a:ext uri="{FF2B5EF4-FFF2-40B4-BE49-F238E27FC236}">
                <a16:creationId xmlns:a16="http://schemas.microsoft.com/office/drawing/2014/main" id="{D69AD754-854A-577F-D769-6445FEA48E05}"/>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 name="Group 2">
            <a:extLst>
              <a:ext uri="{FF2B5EF4-FFF2-40B4-BE49-F238E27FC236}">
                <a16:creationId xmlns:a16="http://schemas.microsoft.com/office/drawing/2014/main" id="{60C86499-A422-0825-5CAF-875001EF4039}"/>
              </a:ext>
            </a:extLst>
          </p:cNvPr>
          <p:cNvGrpSpPr/>
          <p:nvPr/>
        </p:nvGrpSpPr>
        <p:grpSpPr>
          <a:xfrm>
            <a:off x="8684218" y="94368"/>
            <a:ext cx="5855930" cy="1551678"/>
            <a:chOff x="8684218" y="94368"/>
            <a:chExt cx="5855930" cy="1551678"/>
          </a:xfrm>
        </p:grpSpPr>
        <p:sp>
          <p:nvSpPr>
            <p:cNvPr id="7" name="Rectangle 6">
              <a:extLst>
                <a:ext uri="{FF2B5EF4-FFF2-40B4-BE49-F238E27FC236}">
                  <a16:creationId xmlns:a16="http://schemas.microsoft.com/office/drawing/2014/main" id="{BBFDF731-4EC7-DE39-85DF-654C2722C80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CF125ECB-F762-976E-A235-8CAAF480174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8" name="Picture 27" descr="A bottle of soda with a red label&#10;&#10;Description automatically generated">
              <a:extLst>
                <a:ext uri="{FF2B5EF4-FFF2-40B4-BE49-F238E27FC236}">
                  <a16:creationId xmlns:a16="http://schemas.microsoft.com/office/drawing/2014/main" id="{693F51CC-F544-FD57-41A6-EB7D8BF4120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9" name="Picture 28" descr="A flag on a button&#10;&#10;Description automatically generated">
              <a:extLst>
                <a:ext uri="{FF2B5EF4-FFF2-40B4-BE49-F238E27FC236}">
                  <a16:creationId xmlns:a16="http://schemas.microsoft.com/office/drawing/2014/main" id="{506BE64F-1947-0876-0957-EA2F63FAA6E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141780303"/>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5D97CC-79C8-4576-5F5E-D5ECBB89581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DFA358B-648C-6798-1672-3162FD92F93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6CA7BC9A-D6E9-392D-77E0-938405ED8CF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55037EAC-2D6D-4398-8BB1-BDD0A693F658}"/>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AFAA6568-629D-20BE-B630-85FF25F7573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31FFBC6D-8693-36F8-DB41-F9D6532F57F1}"/>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 577 has a significantly more unpleasant aftertaste than prototypes 222 and 107.</a:t>
            </a:r>
          </a:p>
          <a:p>
            <a:endParaRPr lang="en-US" sz="1800" b="0">
              <a:solidFill>
                <a:srgbClr val="0070C0"/>
              </a:solidFill>
              <a:latin typeface="Avenir Next LT Pro" panose="020B0504020202020204" pitchFamily="34" charset="0"/>
            </a:endParaRPr>
          </a:p>
        </p:txBody>
      </p:sp>
      <p:grpSp>
        <p:nvGrpSpPr>
          <p:cNvPr id="2" name="Group 1">
            <a:extLst>
              <a:ext uri="{FF2B5EF4-FFF2-40B4-BE49-F238E27FC236}">
                <a16:creationId xmlns:a16="http://schemas.microsoft.com/office/drawing/2014/main" id="{97B3017D-D3D4-61CB-8226-419A0936082F}"/>
              </a:ext>
            </a:extLst>
          </p:cNvPr>
          <p:cNvGrpSpPr/>
          <p:nvPr/>
        </p:nvGrpSpPr>
        <p:grpSpPr>
          <a:xfrm>
            <a:off x="3265200" y="1703318"/>
            <a:ext cx="8100000" cy="5591168"/>
            <a:chOff x="531863" y="1967463"/>
            <a:chExt cx="5331526" cy="4128790"/>
          </a:xfrm>
        </p:grpSpPr>
        <p:sp>
          <p:nvSpPr>
            <p:cNvPr id="3" name="Rectangle 2">
              <a:extLst>
                <a:ext uri="{FF2B5EF4-FFF2-40B4-BE49-F238E27FC236}">
                  <a16:creationId xmlns:a16="http://schemas.microsoft.com/office/drawing/2014/main" id="{99A758BD-E6C2-70C7-0106-61BE6F5C795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D849A735-1ED2-EE9B-1CE1-B8E146F6ACC0}"/>
                </a:ext>
              </a:extLst>
            </p:cNvPr>
            <p:cNvGraphicFramePr/>
            <p:nvPr>
              <p:extLst>
                <p:ext uri="{D42A27DB-BD31-4B8C-83A1-F6EECF244321}">
                  <p14:modId xmlns:p14="http://schemas.microsoft.com/office/powerpoint/2010/main" val="1763751790"/>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2"/>
            </a:graphicData>
          </a:graphic>
        </p:graphicFrame>
        <p:sp>
          <p:nvSpPr>
            <p:cNvPr id="14" name="TextBox 13">
              <a:extLst>
                <a:ext uri="{FF2B5EF4-FFF2-40B4-BE49-F238E27FC236}">
                  <a16:creationId xmlns:a16="http://schemas.microsoft.com/office/drawing/2014/main" id="{DB94B339-01D2-22A9-E832-302874ECF0E2}"/>
                </a:ext>
              </a:extLst>
            </p:cNvPr>
            <p:cNvSpPr txBox="1"/>
            <p:nvPr/>
          </p:nvSpPr>
          <p:spPr>
            <a:xfrm>
              <a:off x="2888916" y="2138865"/>
              <a:ext cx="774667"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B566799D-EF2B-4EA4-7DD2-D246A1BDC9F7}"/>
              </a:ext>
            </a:extLst>
          </p:cNvPr>
          <p:cNvPicPr>
            <a:picLocks noChangeAspect="1"/>
          </p:cNvPicPr>
          <p:nvPr/>
        </p:nvPicPr>
        <p:blipFill>
          <a:blip r:embed="rId3"/>
          <a:stretch>
            <a:fillRect/>
          </a:stretch>
        </p:blipFill>
        <p:spPr>
          <a:xfrm>
            <a:off x="12912938" y="2235964"/>
            <a:ext cx="1465769" cy="1160942"/>
          </a:xfrm>
          <a:prstGeom prst="rect">
            <a:avLst/>
          </a:prstGeom>
        </p:spPr>
      </p:pic>
      <p:sp>
        <p:nvSpPr>
          <p:cNvPr id="18" name="TextBox 17">
            <a:extLst>
              <a:ext uri="{FF2B5EF4-FFF2-40B4-BE49-F238E27FC236}">
                <a16:creationId xmlns:a16="http://schemas.microsoft.com/office/drawing/2014/main" id="{4E6E0F12-CD94-9B81-81F2-450FF326FB65}"/>
              </a:ext>
            </a:extLst>
          </p:cNvPr>
          <p:cNvSpPr txBox="1"/>
          <p:nvPr/>
        </p:nvSpPr>
        <p:spPr>
          <a:xfrm>
            <a:off x="6348451" y="2388131"/>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p>
        </p:txBody>
      </p:sp>
      <p:sp>
        <p:nvSpPr>
          <p:cNvPr id="17" name="TextBox 16">
            <a:extLst>
              <a:ext uri="{FF2B5EF4-FFF2-40B4-BE49-F238E27FC236}">
                <a16:creationId xmlns:a16="http://schemas.microsoft.com/office/drawing/2014/main" id="{86020983-9864-4097-6D19-1DD9F412353C}"/>
              </a:ext>
            </a:extLst>
          </p:cNvPr>
          <p:cNvSpPr txBox="1"/>
          <p:nvPr/>
        </p:nvSpPr>
        <p:spPr>
          <a:xfrm>
            <a:off x="9310920" y="73349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2091B9DC-4EA9-DD0D-2A3D-240F4F2F6BA4}"/>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5FB66FA8-F96C-0201-41E2-83DB8D355BC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CEE9DAE3-0CEB-895B-5F19-47D68D587D5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2B357157-EBF2-59A0-B6BE-6577593E812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FD8534A3-8ABA-B09C-005F-1222221B0B6A}"/>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3468649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87D3E7-8091-FC43-549E-188CA2687D4C}"/>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4D96D6CA-781D-F48F-1F6B-429058ADE8EE}"/>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dirty="0">
                <a:ln>
                  <a:noFill/>
                </a:ln>
                <a:solidFill>
                  <a:srgbClr val="000000"/>
                </a:solidFill>
                <a:effectLst/>
                <a:highlight>
                  <a:srgbClr val="FFFF00"/>
                </a:highlight>
                <a:uLnTx/>
                <a:uFillTx/>
                <a:latin typeface="Avenir Next LT Pro" panose="020B0504020202020204" pitchFamily="34" charset="0"/>
                <a:ea typeface="+mn-ea"/>
                <a:cs typeface="+mn-cs"/>
              </a:rPr>
              <a:t>243</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1563AB0A-648E-26D7-D108-BBDF01B0FB5D}"/>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fi-FI" sz="4400" dirty="0"/>
              <a:t>W+ CCOT vs. 1-3x M CCOT </a:t>
            </a:r>
            <a:r>
              <a:rPr lang="en-US" sz="4400" dirty="0"/>
              <a:t>Results</a:t>
            </a:r>
            <a:br>
              <a:rPr lang="en-US" sz="4400" dirty="0"/>
            </a:br>
            <a:r>
              <a:rPr lang="en-US" sz="4400" dirty="0"/>
              <a:t>(4.0 Prototypes vs. 4.0 Control)</a:t>
            </a:r>
          </a:p>
        </p:txBody>
      </p:sp>
      <p:sp>
        <p:nvSpPr>
          <p:cNvPr id="2" name="TextBox 1">
            <a:extLst>
              <a:ext uri="{FF2B5EF4-FFF2-40B4-BE49-F238E27FC236}">
                <a16:creationId xmlns:a16="http://schemas.microsoft.com/office/drawing/2014/main" id="{A247BB2A-5D0A-EF81-3C27-D1DC44356DD7}"/>
              </a:ext>
            </a:extLst>
          </p:cNvPr>
          <p:cNvSpPr txBox="1"/>
          <p:nvPr/>
        </p:nvSpPr>
        <p:spPr>
          <a:xfrm>
            <a:off x="1901926" y="5365835"/>
            <a:ext cx="12487174" cy="1200329"/>
          </a:xfrm>
          <a:prstGeom prst="rect">
            <a:avLst/>
          </a:prstGeom>
          <a:solidFill>
            <a:srgbClr val="FFFF00"/>
          </a:solidFill>
        </p:spPr>
        <p:txBody>
          <a:bodyPr wrap="square" rtlCol="0">
            <a:spAutoFit/>
          </a:bodyPr>
          <a:lstStyle/>
          <a:p>
            <a:pPr marL="0" rtl="0" eaLnBrk="1" fontAlgn="ctr" latinLnBrk="0" hangingPunct="1">
              <a:spcBef>
                <a:spcPts val="0"/>
              </a:spcBef>
              <a:spcAft>
                <a:spcPts val="0"/>
              </a:spcAft>
            </a:pPr>
            <a:r>
              <a:rPr lang="en-US" sz="3600" b="1" i="0" u="none" strike="noStrike" kern="1200" dirty="0">
                <a:solidFill>
                  <a:schemeClr val="tx2"/>
                </a:solidFill>
                <a:effectLst/>
                <a:latin typeface="Avenir Next LT Pro" panose="020B0504020202020204" pitchFamily="34" charset="0"/>
              </a:rPr>
              <a:t>BANNERS: </a:t>
            </a:r>
            <a:r>
              <a:rPr lang="pl-PL" sz="3600" b="1" i="0" u="none" strike="noStrike" kern="1200" dirty="0">
                <a:solidFill>
                  <a:schemeClr val="tx2"/>
                </a:solidFill>
                <a:effectLst/>
                <a:latin typeface="Avenir Next LT Pro" panose="020B0504020202020204" pitchFamily="34" charset="0"/>
              </a:rPr>
              <a:t>W+ CCOT </a:t>
            </a:r>
            <a:r>
              <a:rPr lang="en-US" sz="3600" b="1" i="0" u="none" strike="noStrike" kern="1200" dirty="0">
                <a:solidFill>
                  <a:schemeClr val="tx2"/>
                </a:solidFill>
                <a:effectLst/>
                <a:latin typeface="Avenir Next LT Pro" panose="020B0504020202020204" pitchFamily="34" charset="0"/>
              </a:rPr>
              <a:t> and</a:t>
            </a:r>
            <a:r>
              <a:rPr lang="pl-PL" sz="3600" b="1" i="0" u="none" strike="noStrike" kern="1200" dirty="0">
                <a:solidFill>
                  <a:schemeClr val="tx2"/>
                </a:solidFill>
                <a:effectLst/>
                <a:latin typeface="Avenir Next LT Pro" panose="020B0504020202020204" pitchFamily="34" charset="0"/>
              </a:rPr>
              <a:t> 1-3x M CCOT </a:t>
            </a:r>
            <a:endParaRPr lang="en-US" sz="3600" b="1" i="0" u="none" strike="noStrike" kern="1200" dirty="0">
              <a:solidFill>
                <a:schemeClr val="tx2"/>
              </a:solidFill>
              <a:effectLst/>
              <a:latin typeface="Avenir Next LT Pro" panose="020B0504020202020204" pitchFamily="34" charset="0"/>
            </a:endParaRPr>
          </a:p>
          <a:p>
            <a:pPr marL="0" rtl="0" eaLnBrk="1" fontAlgn="ctr" latinLnBrk="0" hangingPunct="1">
              <a:spcBef>
                <a:spcPts val="0"/>
              </a:spcBef>
              <a:spcAft>
                <a:spcPts val="0"/>
              </a:spcAft>
            </a:pPr>
            <a:endParaRPr lang="en-US" sz="3600" b="1" i="0" u="none" strike="noStrike" dirty="0">
              <a:solidFill>
                <a:schemeClr val="tx2"/>
              </a:solidFill>
              <a:effectLst/>
              <a:latin typeface="Avenir Next LT Pro" panose="020B0504020202020204" pitchFamily="34" charset="0"/>
            </a:endParaRPr>
          </a:p>
        </p:txBody>
      </p:sp>
      <p:pic>
        <p:nvPicPr>
          <p:cNvPr id="5" name="Picture 4" descr="A flag on a button&#10;&#10;Description automatically generated">
            <a:extLst>
              <a:ext uri="{FF2B5EF4-FFF2-40B4-BE49-F238E27FC236}">
                <a16:creationId xmlns:a16="http://schemas.microsoft.com/office/drawing/2014/main" id="{09522F37-E894-94AA-2F34-23470C3B0756}"/>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994026965"/>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3ECDB4-09D7-4043-84A7-9FC2418B896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22F7D5C-6A3F-8370-EBF9-1290FECE4A97}"/>
              </a:ext>
            </a:extLst>
          </p:cNvPr>
          <p:cNvSpPr>
            <a:spLocks noGrp="1"/>
          </p:cNvSpPr>
          <p:nvPr>
            <p:ph type="ctrTitle"/>
          </p:nvPr>
        </p:nvSpPr>
        <p:spPr>
          <a:xfrm>
            <a:off x="415871" y="299953"/>
            <a:ext cx="7958380" cy="861774"/>
          </a:xfrm>
        </p:spPr>
        <p:txBody>
          <a:bodyPr/>
          <a:lstStyle/>
          <a:p>
            <a:pPr>
              <a:defRPr/>
            </a:pPr>
            <a:r>
              <a:rPr lang="en-US" dirty="0">
                <a:solidFill>
                  <a:srgbClr val="000000"/>
                </a:solidFill>
              </a:rPr>
              <a:t>Power Page Results Market Summary</a:t>
            </a:r>
            <a:r>
              <a:rPr lang="en-GB" dirty="0">
                <a:solidFill>
                  <a:srgbClr val="000000"/>
                </a:solidFill>
              </a:rPr>
              <a:t>- </a:t>
            </a:r>
            <a:br>
              <a:rPr lang="en-GB" dirty="0">
                <a:solidFill>
                  <a:srgbClr val="000000"/>
                </a:solidFill>
              </a:rPr>
            </a:br>
            <a:r>
              <a:rPr lang="en-GB" dirty="0">
                <a:solidFill>
                  <a:srgbClr val="000000"/>
                </a:solidFill>
              </a:rPr>
              <a:t>W+ CCOT vs. 1-3x M CCOT</a:t>
            </a:r>
            <a:endParaRPr lang="en-GB" sz="2800" b="0" dirty="0">
              <a:solidFill>
                <a:srgbClr val="FFCC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C8643C52-4E75-500F-83FB-56CFACA60003}"/>
              </a:ext>
            </a:extLst>
          </p:cNvPr>
          <p:cNvSpPr>
            <a:spLocks noGrp="1"/>
          </p:cNvSpPr>
          <p:nvPr>
            <p:ph type="sldNum" sz="quarter" idx="14"/>
          </p:nvPr>
        </p:nvSpPr>
        <p:spPr/>
        <p:txBody>
          <a:bodyPr/>
          <a:lstStyle/>
          <a:p>
            <a:fld id="{9BBCFCA3-D307-4DD3-86E3-CC1388E97AC0}" type="slidenum">
              <a:rPr lang="en-US" smtClean="0"/>
              <a:pPr/>
              <a:t>118</a:t>
            </a:fld>
            <a:endParaRPr lang="en-US"/>
          </a:p>
        </p:txBody>
      </p:sp>
      <p:graphicFrame>
        <p:nvGraphicFramePr>
          <p:cNvPr id="10" name="Table 2">
            <a:extLst>
              <a:ext uri="{FF2B5EF4-FFF2-40B4-BE49-F238E27FC236}">
                <a16:creationId xmlns:a16="http://schemas.microsoft.com/office/drawing/2014/main" id="{BA8EABAD-80C8-FAAD-A854-34CDF08AA9F4}"/>
              </a:ext>
            </a:extLst>
          </p:cNvPr>
          <p:cNvGraphicFramePr>
            <a:graphicFrameLocks noGrp="1"/>
          </p:cNvGraphicFramePr>
          <p:nvPr>
            <p:extLst>
              <p:ext uri="{D42A27DB-BD31-4B8C-83A1-F6EECF244321}">
                <p14:modId xmlns:p14="http://schemas.microsoft.com/office/powerpoint/2010/main" val="285535082"/>
              </p:ext>
            </p:extLst>
          </p:nvPr>
        </p:nvGraphicFramePr>
        <p:xfrm>
          <a:off x="405537" y="2658159"/>
          <a:ext cx="7498080" cy="5284797"/>
        </p:xfrm>
        <a:graphic>
          <a:graphicData uri="http://schemas.openxmlformats.org/drawingml/2006/table">
            <a:tbl>
              <a:tblPr firstRow="1" bandRow="1">
                <a:tableStyleId>{5C22544A-7EE6-4342-B048-85BDC9FD1C3A}</a:tableStyleId>
              </a:tblPr>
              <a:tblGrid>
                <a:gridCol w="3108960">
                  <a:extLst>
                    <a:ext uri="{9D8B030D-6E8A-4147-A177-3AD203B41FA5}">
                      <a16:colId xmlns:a16="http://schemas.microsoft.com/office/drawing/2014/main" val="665467437"/>
                    </a:ext>
                  </a:extLst>
                </a:gridCol>
                <a:gridCol w="1097280">
                  <a:extLst>
                    <a:ext uri="{9D8B030D-6E8A-4147-A177-3AD203B41FA5}">
                      <a16:colId xmlns:a16="http://schemas.microsoft.com/office/drawing/2014/main" val="2678574176"/>
                    </a:ext>
                  </a:extLst>
                </a:gridCol>
                <a:gridCol w="1097280">
                  <a:extLst>
                    <a:ext uri="{9D8B030D-6E8A-4147-A177-3AD203B41FA5}">
                      <a16:colId xmlns:a16="http://schemas.microsoft.com/office/drawing/2014/main" val="364985952"/>
                    </a:ext>
                  </a:extLst>
                </a:gridCol>
                <a:gridCol w="1097280">
                  <a:extLst>
                    <a:ext uri="{9D8B030D-6E8A-4147-A177-3AD203B41FA5}">
                      <a16:colId xmlns:a16="http://schemas.microsoft.com/office/drawing/2014/main" val="2349103566"/>
                    </a:ext>
                  </a:extLst>
                </a:gridCol>
                <a:gridCol w="1097280">
                  <a:extLst>
                    <a:ext uri="{9D8B030D-6E8A-4147-A177-3AD203B41FA5}">
                      <a16:colId xmlns:a16="http://schemas.microsoft.com/office/drawing/2014/main" val="2520304896"/>
                    </a:ext>
                  </a:extLst>
                </a:gridCol>
              </a:tblGrid>
              <a:tr h="52991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69863">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8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38806053"/>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8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611745865"/>
                  </a:ext>
                </a:extLst>
              </a:tr>
              <a:tr h="469863">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40918258"/>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69863">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r h="469863">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542599096"/>
                  </a:ext>
                </a:extLst>
              </a:tr>
              <a:tr h="469863">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380288579"/>
                  </a:ext>
                </a:extLst>
              </a:tr>
            </a:tbl>
          </a:graphicData>
        </a:graphic>
      </p:graphicFrame>
      <p:graphicFrame>
        <p:nvGraphicFramePr>
          <p:cNvPr id="5" name="Table 4">
            <a:extLst>
              <a:ext uri="{FF2B5EF4-FFF2-40B4-BE49-F238E27FC236}">
                <a16:creationId xmlns:a16="http://schemas.microsoft.com/office/drawing/2014/main" id="{B7994F4D-412A-4CD5-1E6F-D5A5B12DCEFA}"/>
              </a:ext>
            </a:extLst>
          </p:cNvPr>
          <p:cNvGraphicFramePr>
            <a:graphicFrameLocks noGrp="1"/>
          </p:cNvGraphicFramePr>
          <p:nvPr>
            <p:extLst>
              <p:ext uri="{D42A27DB-BD31-4B8C-83A1-F6EECF244321}">
                <p14:modId xmlns:p14="http://schemas.microsoft.com/office/powerpoint/2010/main" val="1049932011"/>
              </p:ext>
            </p:extLst>
          </p:nvPr>
        </p:nvGraphicFramePr>
        <p:xfrm>
          <a:off x="8010278" y="2658158"/>
          <a:ext cx="4389120" cy="5271491"/>
        </p:xfrm>
        <a:graphic>
          <a:graphicData uri="http://schemas.openxmlformats.org/drawingml/2006/table">
            <a:tbl>
              <a:tblPr firstRow="1" bandRow="1">
                <a:tableStyleId>{5C22544A-7EE6-4342-B048-85BDC9FD1C3A}</a:tableStyleId>
              </a:tblPr>
              <a:tblGrid>
                <a:gridCol w="1097280">
                  <a:extLst>
                    <a:ext uri="{9D8B030D-6E8A-4147-A177-3AD203B41FA5}">
                      <a16:colId xmlns:a16="http://schemas.microsoft.com/office/drawing/2014/main" val="4186399676"/>
                    </a:ext>
                  </a:extLst>
                </a:gridCol>
                <a:gridCol w="1097280">
                  <a:extLst>
                    <a:ext uri="{9D8B030D-6E8A-4147-A177-3AD203B41FA5}">
                      <a16:colId xmlns:a16="http://schemas.microsoft.com/office/drawing/2014/main" val="1349979003"/>
                    </a:ext>
                  </a:extLst>
                </a:gridCol>
                <a:gridCol w="1097280">
                  <a:extLst>
                    <a:ext uri="{9D8B030D-6E8A-4147-A177-3AD203B41FA5}">
                      <a16:colId xmlns:a16="http://schemas.microsoft.com/office/drawing/2014/main" val="1816892178"/>
                    </a:ext>
                  </a:extLst>
                </a:gridCol>
                <a:gridCol w="1097280">
                  <a:extLst>
                    <a:ext uri="{9D8B030D-6E8A-4147-A177-3AD203B41FA5}">
                      <a16:colId xmlns:a16="http://schemas.microsoft.com/office/drawing/2014/main" val="1708055332"/>
                    </a:ext>
                  </a:extLst>
                </a:gridCol>
              </a:tblGrid>
              <a:tr h="520641">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188653934"/>
                  </a:ext>
                </a:extLst>
              </a:tr>
              <a:tr h="475085">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51%</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45%</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3989356141"/>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6.80</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7.02</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6.63</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144869572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2102004748"/>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76271291"/>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403968305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189061830"/>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7.33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406229790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99046707"/>
                  </a:ext>
                </a:extLst>
              </a:tr>
              <a:tr h="475085">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48990125"/>
                  </a:ext>
                </a:extLst>
              </a:tr>
              <a:tr h="475085">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062598268"/>
                  </a:ext>
                </a:extLst>
              </a:tr>
            </a:tbl>
          </a:graphicData>
        </a:graphic>
      </p:graphicFrame>
      <p:sp>
        <p:nvSpPr>
          <p:cNvPr id="8" name="TextBox 7">
            <a:extLst>
              <a:ext uri="{FF2B5EF4-FFF2-40B4-BE49-F238E27FC236}">
                <a16:creationId xmlns:a16="http://schemas.microsoft.com/office/drawing/2014/main" id="{4EAFA3F9-F465-EE7C-A45D-C03119A3F90E}"/>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23" name="TextBox 22">
            <a:extLst>
              <a:ext uri="{FF2B5EF4-FFF2-40B4-BE49-F238E27FC236}">
                <a16:creationId xmlns:a16="http://schemas.microsoft.com/office/drawing/2014/main" id="{C961587A-177C-C082-9800-B53C2154F4B4}"/>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5" name="TextBox 24">
            <a:extLst>
              <a:ext uri="{FF2B5EF4-FFF2-40B4-BE49-F238E27FC236}">
                <a16:creationId xmlns:a16="http://schemas.microsoft.com/office/drawing/2014/main" id="{1C87DA14-E6AF-4215-D3D8-45AA5BDF8429}"/>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27" name="TextBox 26">
            <a:extLst>
              <a:ext uri="{FF2B5EF4-FFF2-40B4-BE49-F238E27FC236}">
                <a16:creationId xmlns:a16="http://schemas.microsoft.com/office/drawing/2014/main" id="{DD8BF6AC-6D8A-C449-1583-67F8C0AC3AE4}"/>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9" name="TextBox 28">
            <a:extLst>
              <a:ext uri="{FF2B5EF4-FFF2-40B4-BE49-F238E27FC236}">
                <a16:creationId xmlns:a16="http://schemas.microsoft.com/office/drawing/2014/main" id="{3309A90C-3555-8185-211E-E0C8E1BC2050}"/>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31" name="Rectangle: Rounded Corners 30">
            <a:extLst>
              <a:ext uri="{FF2B5EF4-FFF2-40B4-BE49-F238E27FC236}">
                <a16:creationId xmlns:a16="http://schemas.microsoft.com/office/drawing/2014/main" id="{566B8B96-EA69-D54A-1974-64F33ED94E0E}"/>
              </a:ext>
            </a:extLst>
          </p:cNvPr>
          <p:cNvSpPr/>
          <p:nvPr/>
        </p:nvSpPr>
        <p:spPr>
          <a:xfrm>
            <a:off x="3523281" y="2046688"/>
            <a:ext cx="4380336" cy="604124"/>
          </a:xfrm>
          <a:prstGeom prst="roundRect">
            <a:avLst/>
          </a:prstGeom>
          <a:noFill/>
          <a:ln w="28575">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W+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(N~227 Per Product)</a:t>
            </a:r>
          </a:p>
        </p:txBody>
      </p:sp>
      <p:sp>
        <p:nvSpPr>
          <p:cNvPr id="33" name="Rectangle: Rounded Corners 32">
            <a:extLst>
              <a:ext uri="{FF2B5EF4-FFF2-40B4-BE49-F238E27FC236}">
                <a16:creationId xmlns:a16="http://schemas.microsoft.com/office/drawing/2014/main" id="{6A0363EF-41CE-604E-A0B8-070960833B7A}"/>
              </a:ext>
            </a:extLst>
          </p:cNvPr>
          <p:cNvSpPr/>
          <p:nvPr/>
        </p:nvSpPr>
        <p:spPr>
          <a:xfrm>
            <a:off x="8031781" y="2046688"/>
            <a:ext cx="4380336" cy="604124"/>
          </a:xfrm>
          <a:prstGeom prst="roundRect">
            <a:avLst/>
          </a:prstGeom>
          <a:noFill/>
          <a:ln w="28575">
            <a:solidFill>
              <a:srgbClr val="FF66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1-3x M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(N~260 Per Product)</a:t>
            </a:r>
          </a:p>
        </p:txBody>
      </p:sp>
      <p:grpSp>
        <p:nvGrpSpPr>
          <p:cNvPr id="34" name="Group 33">
            <a:extLst>
              <a:ext uri="{FF2B5EF4-FFF2-40B4-BE49-F238E27FC236}">
                <a16:creationId xmlns:a16="http://schemas.microsoft.com/office/drawing/2014/main" id="{42518EB5-FDB2-E2BC-CF0E-E31078D2B634}"/>
              </a:ext>
            </a:extLst>
          </p:cNvPr>
          <p:cNvGrpSpPr/>
          <p:nvPr/>
        </p:nvGrpSpPr>
        <p:grpSpPr>
          <a:xfrm>
            <a:off x="8684218" y="94368"/>
            <a:ext cx="5855930" cy="1875295"/>
            <a:chOff x="8684218" y="94368"/>
            <a:chExt cx="5855930" cy="1875295"/>
          </a:xfrm>
        </p:grpSpPr>
        <p:sp>
          <p:nvSpPr>
            <p:cNvPr id="35" name="Rectangle 34">
              <a:extLst>
                <a:ext uri="{FF2B5EF4-FFF2-40B4-BE49-F238E27FC236}">
                  <a16:creationId xmlns:a16="http://schemas.microsoft.com/office/drawing/2014/main" id="{1B228F81-5B05-13C1-DC5B-41E2F79B936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6" name="TextBox 35">
              <a:extLst>
                <a:ext uri="{FF2B5EF4-FFF2-40B4-BE49-F238E27FC236}">
                  <a16:creationId xmlns:a16="http://schemas.microsoft.com/office/drawing/2014/main" id="{3E95E926-027D-99FD-CB6E-48486D12B95B}"/>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7" name="Picture 36" descr="A bottle of soda with a red label&#10;&#10;Description automatically generated">
              <a:extLst>
                <a:ext uri="{FF2B5EF4-FFF2-40B4-BE49-F238E27FC236}">
                  <a16:creationId xmlns:a16="http://schemas.microsoft.com/office/drawing/2014/main" id="{75A970F5-B717-6FCE-8412-FD50CF014A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8" name="Picture 37" descr="A flag on a button&#10;&#10;Description automatically generated">
              <a:extLst>
                <a:ext uri="{FF2B5EF4-FFF2-40B4-BE49-F238E27FC236}">
                  <a16:creationId xmlns:a16="http://schemas.microsoft.com/office/drawing/2014/main" id="{7971C2B9-B032-9417-414E-D05358A78F1F}"/>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760375232"/>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94236E-3665-1314-4AC3-F9554F9D4FB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E7B61F1-55A8-6307-7B46-3EA00BA0FCB3}"/>
              </a:ext>
            </a:extLst>
          </p:cNvPr>
          <p:cNvSpPr>
            <a:spLocks noGrp="1"/>
          </p:cNvSpPr>
          <p:nvPr>
            <p:ph type="sldNum" sz="quarter" idx="14"/>
          </p:nvPr>
        </p:nvSpPr>
        <p:spPr/>
        <p:txBody>
          <a:bodyPr/>
          <a:lstStyle/>
          <a:p>
            <a:fld id="{9BBCFCA3-D307-4DD3-86E3-CC1388E97AC0}" type="slidenum">
              <a:rPr lang="en-US" smtClean="0"/>
              <a:pPr/>
              <a:t>119</a:t>
            </a:fld>
            <a:endParaRPr lang="en-US"/>
          </a:p>
        </p:txBody>
      </p:sp>
      <p:sp>
        <p:nvSpPr>
          <p:cNvPr id="5" name="Text Placeholder 4">
            <a:extLst>
              <a:ext uri="{FF2B5EF4-FFF2-40B4-BE49-F238E27FC236}">
                <a16:creationId xmlns:a16="http://schemas.microsoft.com/office/drawing/2014/main" id="{51533F4D-89B6-03D3-048D-9C9C86CE6268}"/>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For both groups, Prototypes 1 and 3 are more appealing at first sip than Prototype 2 or the Control.</a:t>
            </a:r>
          </a:p>
        </p:txBody>
      </p:sp>
      <p:grpSp>
        <p:nvGrpSpPr>
          <p:cNvPr id="2" name="Group 1">
            <a:extLst>
              <a:ext uri="{FF2B5EF4-FFF2-40B4-BE49-F238E27FC236}">
                <a16:creationId xmlns:a16="http://schemas.microsoft.com/office/drawing/2014/main" id="{C054B5E2-04DE-86D4-0E57-9C32820A8BF0}"/>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FF2F56F2-71F0-5F06-DE43-3878330CD4F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483B4B1E-B5F5-14FE-507F-CDBC2009EDAE}"/>
                </a:ext>
              </a:extLst>
            </p:cNvPr>
            <p:cNvGraphicFramePr/>
            <p:nvPr>
              <p:extLst>
                <p:ext uri="{D42A27DB-BD31-4B8C-83A1-F6EECF244321}">
                  <p14:modId xmlns:p14="http://schemas.microsoft.com/office/powerpoint/2010/main" val="3966089391"/>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096A75D4-BDE7-C2A7-6098-C0B373A68BEB}"/>
                </a:ext>
              </a:extLst>
            </p:cNvPr>
            <p:cNvSpPr txBox="1"/>
            <p:nvPr/>
          </p:nvSpPr>
          <p:spPr>
            <a:xfrm>
              <a:off x="1059423" y="2049369"/>
              <a:ext cx="4491545"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First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592189BA-736E-40AB-7BCE-716FA0100F69}"/>
              </a:ext>
            </a:extLst>
          </p:cNvPr>
          <p:cNvGraphicFramePr>
            <a:graphicFrameLocks noGrp="1"/>
          </p:cNvGraphicFramePr>
          <p:nvPr>
            <p:extLst>
              <p:ext uri="{D42A27DB-BD31-4B8C-83A1-F6EECF244321}">
                <p14:modId xmlns:p14="http://schemas.microsoft.com/office/powerpoint/2010/main" val="4140338085"/>
              </p:ext>
            </p:extLst>
          </p:nvPr>
        </p:nvGraphicFramePr>
        <p:xfrm>
          <a:off x="393159" y="3333016"/>
          <a:ext cx="7315200" cy="609600"/>
        </p:xfrm>
        <a:graphic>
          <a:graphicData uri="http://schemas.openxmlformats.org/drawingml/2006/table">
            <a:tbl>
              <a:tblPr firstRow="1" bandRow="1">
                <a:tableStyleId>{5940675A-B579-460E-94D1-54222C63F5DA}</a:tableStyleId>
              </a:tblPr>
              <a:tblGrid>
                <a:gridCol w="2194560">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305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305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A2818113-AD52-DE10-6B1B-FE15A4B5DDE3}"/>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First Sip </a:t>
            </a:r>
            <a:r>
              <a:rPr lang="en-GB" sz="1400" i="1" dirty="0">
                <a:solidFill>
                  <a:srgbClr val="000000"/>
                </a:solidFill>
                <a:latin typeface="Avenir Next LT Pro" panose="020B0504020202020204" pitchFamily="34" charset="0"/>
              </a:rPr>
              <a:t>Sensory</a:t>
            </a: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6E6224EE-9232-F57E-F970-6114ED9C76E2}"/>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D3EBC082-C89A-75DD-099C-342D68FD2809}"/>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34A18238-4E54-4B15-00FA-42C6728BEBD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grpSp>
        <p:nvGrpSpPr>
          <p:cNvPr id="14" name="Group 13">
            <a:extLst>
              <a:ext uri="{FF2B5EF4-FFF2-40B4-BE49-F238E27FC236}">
                <a16:creationId xmlns:a16="http://schemas.microsoft.com/office/drawing/2014/main" id="{C6ED2955-C07F-D038-F4EE-47E0CCF46E88}"/>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B05CDAE6-1E3D-8FE8-ADBC-A8AA13D84FF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8DA3FAD6-FA3E-AA55-053D-55443C59D0D5}"/>
                </a:ext>
              </a:extLst>
            </p:cNvPr>
            <p:cNvGraphicFramePr/>
            <p:nvPr>
              <p:extLst>
                <p:ext uri="{D42A27DB-BD31-4B8C-83A1-F6EECF244321}">
                  <p14:modId xmlns:p14="http://schemas.microsoft.com/office/powerpoint/2010/main" val="1452464911"/>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21" name="TextBox 20">
              <a:extLst>
                <a:ext uri="{FF2B5EF4-FFF2-40B4-BE49-F238E27FC236}">
                  <a16:creationId xmlns:a16="http://schemas.microsoft.com/office/drawing/2014/main" id="{25F1FCE3-963D-93CC-9C29-F7F081F12FCE}"/>
                </a:ext>
              </a:extLst>
            </p:cNvPr>
            <p:cNvSpPr txBox="1"/>
            <p:nvPr/>
          </p:nvSpPr>
          <p:spPr>
            <a:xfrm>
              <a:off x="1059420" y="2049369"/>
              <a:ext cx="4491545"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First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4" name="Table 23">
            <a:extLst>
              <a:ext uri="{FF2B5EF4-FFF2-40B4-BE49-F238E27FC236}">
                <a16:creationId xmlns:a16="http://schemas.microsoft.com/office/drawing/2014/main" id="{9B40359D-5296-C9B9-DEF3-D5AC8EA6DB55}"/>
              </a:ext>
            </a:extLst>
          </p:cNvPr>
          <p:cNvGraphicFramePr>
            <a:graphicFrameLocks noGrp="1"/>
          </p:cNvGraphicFramePr>
          <p:nvPr>
            <p:extLst>
              <p:ext uri="{D42A27DB-BD31-4B8C-83A1-F6EECF244321}">
                <p14:modId xmlns:p14="http://schemas.microsoft.com/office/powerpoint/2010/main" val="102478881"/>
              </p:ext>
            </p:extLst>
          </p:nvPr>
        </p:nvGraphicFramePr>
        <p:xfrm>
          <a:off x="8474752" y="3372251"/>
          <a:ext cx="5120640" cy="548640"/>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22512352"/>
                    </a:ext>
                  </a:extLst>
                </a:gridCol>
                <a:gridCol w="1280160">
                  <a:extLst>
                    <a:ext uri="{9D8B030D-6E8A-4147-A177-3AD203B41FA5}">
                      <a16:colId xmlns:a16="http://schemas.microsoft.com/office/drawing/2014/main" val="2628811054"/>
                    </a:ext>
                  </a:extLst>
                </a:gridCol>
                <a:gridCol w="1280160">
                  <a:extLst>
                    <a:ext uri="{9D8B030D-6E8A-4147-A177-3AD203B41FA5}">
                      <a16:colId xmlns:a16="http://schemas.microsoft.com/office/drawing/2014/main" val="2793396007"/>
                    </a:ext>
                  </a:extLst>
                </a:gridCol>
                <a:gridCol w="1280160">
                  <a:extLst>
                    <a:ext uri="{9D8B030D-6E8A-4147-A177-3AD203B41FA5}">
                      <a16:colId xmlns:a16="http://schemas.microsoft.com/office/drawing/2014/main" val="4292848176"/>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90279445"/>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30003987"/>
                  </a:ext>
                </a:extLst>
              </a:tr>
            </a:tbl>
          </a:graphicData>
        </a:graphic>
      </p:graphicFrame>
      <p:pic>
        <p:nvPicPr>
          <p:cNvPr id="28" name="Picture 27">
            <a:extLst>
              <a:ext uri="{FF2B5EF4-FFF2-40B4-BE49-F238E27FC236}">
                <a16:creationId xmlns:a16="http://schemas.microsoft.com/office/drawing/2014/main" id="{5C7AD46F-33BB-24EF-24F7-D6F23017369B}"/>
              </a:ext>
            </a:extLst>
          </p:cNvPr>
          <p:cNvPicPr>
            <a:picLocks noChangeAspect="1"/>
          </p:cNvPicPr>
          <p:nvPr/>
        </p:nvPicPr>
        <p:blipFill>
          <a:blip r:embed="rId5"/>
          <a:stretch>
            <a:fillRect/>
          </a:stretch>
        </p:blipFill>
        <p:spPr>
          <a:xfrm>
            <a:off x="12337514" y="1425767"/>
            <a:ext cx="1524399" cy="961544"/>
          </a:xfrm>
          <a:prstGeom prst="rect">
            <a:avLst/>
          </a:prstGeom>
        </p:spPr>
      </p:pic>
      <p:sp>
        <p:nvSpPr>
          <p:cNvPr id="11" name="TextBox 10">
            <a:extLst>
              <a:ext uri="{FF2B5EF4-FFF2-40B4-BE49-F238E27FC236}">
                <a16:creationId xmlns:a16="http://schemas.microsoft.com/office/drawing/2014/main" id="{F63C35F4-F019-778E-B7FF-AA2081424521}"/>
              </a:ext>
            </a:extLst>
          </p:cNvPr>
          <p:cNvSpPr txBox="1"/>
          <p:nvPr/>
        </p:nvSpPr>
        <p:spPr>
          <a:xfrm>
            <a:off x="9864133" y="289582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13" name="TextBox 12">
            <a:extLst>
              <a:ext uri="{FF2B5EF4-FFF2-40B4-BE49-F238E27FC236}">
                <a16:creationId xmlns:a16="http://schemas.microsoft.com/office/drawing/2014/main" id="{763EE32F-65F1-9B4D-B34C-72358CBC5E7A}"/>
              </a:ext>
            </a:extLst>
          </p:cNvPr>
          <p:cNvSpPr txBox="1"/>
          <p:nvPr/>
        </p:nvSpPr>
        <p:spPr>
          <a:xfrm>
            <a:off x="4050759" y="2895821"/>
            <a:ext cx="2139696" cy="276999"/>
          </a:xfrm>
          <a:prstGeom prst="rect">
            <a:avLst/>
          </a:prstGeom>
          <a:solidFill>
            <a:srgbClr val="FF99FF"/>
          </a:solidFill>
        </p:spPr>
        <p:txBody>
          <a:bodyPr wrap="square" lIns="0" tIns="0" rIns="0" bIns="0" rtlCol="0">
            <a:spAutoFit/>
          </a:bodyPr>
          <a:lstStyle/>
          <a:p>
            <a:pPr algn="ctr">
              <a:defRPr/>
            </a:pPr>
            <a:r>
              <a:rPr lang="en-US" b="1" kern="0" dirty="0">
                <a:solidFill>
                  <a:srgbClr val="FFFFFF"/>
                </a:solidFill>
                <a:latin typeface="Avenir Next LT Pro" panose="020B0504020202020204" pitchFamily="34" charset="0"/>
              </a:rPr>
              <a:t>W+ CCOT</a:t>
            </a:r>
            <a:endPar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ndParaRPr>
          </a:p>
        </p:txBody>
      </p:sp>
      <p:grpSp>
        <p:nvGrpSpPr>
          <p:cNvPr id="48" name="Group 47">
            <a:extLst>
              <a:ext uri="{FF2B5EF4-FFF2-40B4-BE49-F238E27FC236}">
                <a16:creationId xmlns:a16="http://schemas.microsoft.com/office/drawing/2014/main" id="{C9423329-BBDC-791E-46F9-41100FC3AC98}"/>
              </a:ext>
            </a:extLst>
          </p:cNvPr>
          <p:cNvGrpSpPr/>
          <p:nvPr/>
        </p:nvGrpSpPr>
        <p:grpSpPr>
          <a:xfrm>
            <a:off x="7625445" y="7426776"/>
            <a:ext cx="3230077" cy="545303"/>
            <a:chOff x="107157" y="4978029"/>
            <a:chExt cx="2691728" cy="454419"/>
          </a:xfrm>
        </p:grpSpPr>
        <p:sp>
          <p:nvSpPr>
            <p:cNvPr id="49" name="TextBox 48">
              <a:extLst>
                <a:ext uri="{FF2B5EF4-FFF2-40B4-BE49-F238E27FC236}">
                  <a16:creationId xmlns:a16="http://schemas.microsoft.com/office/drawing/2014/main" id="{F438B532-9630-3656-21F6-06A003EE0046}"/>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50" name="TextBox 49">
              <a:extLst>
                <a:ext uri="{FF2B5EF4-FFF2-40B4-BE49-F238E27FC236}">
                  <a16:creationId xmlns:a16="http://schemas.microsoft.com/office/drawing/2014/main" id="{B6526F3A-1A83-8550-4EAC-E404C6DA7B31}"/>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51" name="TextBox 50">
              <a:extLst>
                <a:ext uri="{FF2B5EF4-FFF2-40B4-BE49-F238E27FC236}">
                  <a16:creationId xmlns:a16="http://schemas.microsoft.com/office/drawing/2014/main" id="{B8C2C596-9954-2767-BD7A-C25511589B0D}"/>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52" name="TextBox 51">
              <a:extLst>
                <a:ext uri="{FF2B5EF4-FFF2-40B4-BE49-F238E27FC236}">
                  <a16:creationId xmlns:a16="http://schemas.microsoft.com/office/drawing/2014/main" id="{FC5A4917-FB3C-2D75-CD3D-2B8397C7BD86}"/>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53" name="Group 52">
            <a:extLst>
              <a:ext uri="{FF2B5EF4-FFF2-40B4-BE49-F238E27FC236}">
                <a16:creationId xmlns:a16="http://schemas.microsoft.com/office/drawing/2014/main" id="{DE855F54-2526-BF6A-9E30-AE99DF9C386C}"/>
              </a:ext>
            </a:extLst>
          </p:cNvPr>
          <p:cNvGrpSpPr/>
          <p:nvPr/>
        </p:nvGrpSpPr>
        <p:grpSpPr>
          <a:xfrm>
            <a:off x="8684218" y="94368"/>
            <a:ext cx="5855930" cy="1875295"/>
            <a:chOff x="8684218" y="94368"/>
            <a:chExt cx="5855930" cy="1875295"/>
          </a:xfrm>
        </p:grpSpPr>
        <p:sp>
          <p:nvSpPr>
            <p:cNvPr id="54" name="Rectangle 53">
              <a:extLst>
                <a:ext uri="{FF2B5EF4-FFF2-40B4-BE49-F238E27FC236}">
                  <a16:creationId xmlns:a16="http://schemas.microsoft.com/office/drawing/2014/main" id="{3C164C1C-1EBA-7426-E82B-1544A0FDC89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5" name="TextBox 54">
              <a:extLst>
                <a:ext uri="{FF2B5EF4-FFF2-40B4-BE49-F238E27FC236}">
                  <a16:creationId xmlns:a16="http://schemas.microsoft.com/office/drawing/2014/main" id="{9FA26159-407A-D07B-BE65-7339B7C04BB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6" name="Picture 55" descr="A bottle of soda with a red label&#10;&#10;Description automatically generated">
              <a:extLst>
                <a:ext uri="{FF2B5EF4-FFF2-40B4-BE49-F238E27FC236}">
                  <a16:creationId xmlns:a16="http://schemas.microsoft.com/office/drawing/2014/main" id="{4044C7D0-1F8F-4DA6-D02B-C440B381283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7" name="Picture 56" descr="A flag on a button&#10;&#10;Description automatically generated">
              <a:extLst>
                <a:ext uri="{FF2B5EF4-FFF2-40B4-BE49-F238E27FC236}">
                  <a16:creationId xmlns:a16="http://schemas.microsoft.com/office/drawing/2014/main" id="{0FC0C85F-5D13-CE50-E832-22BAF03BA4AD}"/>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19766997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C98D50-02BA-07AD-31A5-B46E6502873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F322394-5FCE-18B8-B4C8-A767AFB1D756}"/>
              </a:ext>
            </a:extLst>
          </p:cNvPr>
          <p:cNvSpPr>
            <a:spLocks noGrp="1"/>
          </p:cNvSpPr>
          <p:nvPr>
            <p:ph type="sldNum" sz="quarter" idx="14"/>
          </p:nvPr>
        </p:nvSpPr>
        <p:spPr/>
        <p:txBody>
          <a:bodyPr/>
          <a:lstStyle/>
          <a:p>
            <a:fld id="{9BBCFCA3-D307-4DD3-86E3-CC1388E97AC0}" type="slidenum">
              <a:rPr lang="en-US" smtClean="0"/>
              <a:pPr/>
              <a:t>120</a:t>
            </a:fld>
            <a:endParaRPr lang="en-US"/>
          </a:p>
        </p:txBody>
      </p:sp>
      <p:sp>
        <p:nvSpPr>
          <p:cNvPr id="5" name="Text Placeholder 4">
            <a:extLst>
              <a:ext uri="{FF2B5EF4-FFF2-40B4-BE49-F238E27FC236}">
                <a16:creationId xmlns:a16="http://schemas.microsoft.com/office/drawing/2014/main" id="{028698A3-B112-C73B-BB9B-B736A824D3F8}"/>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The same pattern holds true for the full bottle appeal among W+ drinkers, though the differences flatten across the colas for less frequent drinkers.</a:t>
            </a:r>
          </a:p>
        </p:txBody>
      </p:sp>
      <p:grpSp>
        <p:nvGrpSpPr>
          <p:cNvPr id="2" name="Group 1">
            <a:extLst>
              <a:ext uri="{FF2B5EF4-FFF2-40B4-BE49-F238E27FC236}">
                <a16:creationId xmlns:a16="http://schemas.microsoft.com/office/drawing/2014/main" id="{A975E96F-EBEA-582C-7125-571F1EA35543}"/>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BB74F9DB-B96F-6C0B-B933-45D2745DA09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994A538F-805E-CDF4-2AB6-03EC8A095CD6}"/>
                </a:ext>
              </a:extLst>
            </p:cNvPr>
            <p:cNvGraphicFramePr/>
            <p:nvPr>
              <p:extLst>
                <p:ext uri="{D42A27DB-BD31-4B8C-83A1-F6EECF244321}">
                  <p14:modId xmlns:p14="http://schemas.microsoft.com/office/powerpoint/2010/main" val="4188427629"/>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524F2072-2DB8-833E-EDCC-79B264658E3B}"/>
                </a:ext>
              </a:extLst>
            </p:cNvPr>
            <p:cNvSpPr txBox="1"/>
            <p:nvPr/>
          </p:nvSpPr>
          <p:spPr>
            <a:xfrm>
              <a:off x="1076828" y="2049369"/>
              <a:ext cx="4456729"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Last Sip Sensory (Taste) Appeal (Overall Liking) </a:t>
              </a:r>
            </a:p>
          </p:txBody>
        </p:sp>
      </p:grpSp>
      <p:graphicFrame>
        <p:nvGraphicFramePr>
          <p:cNvPr id="29" name="Table 10">
            <a:extLst>
              <a:ext uri="{FF2B5EF4-FFF2-40B4-BE49-F238E27FC236}">
                <a16:creationId xmlns:a16="http://schemas.microsoft.com/office/drawing/2014/main" id="{AAD9B2EB-99C5-8571-5A48-EBE3200D2E91}"/>
              </a:ext>
            </a:extLst>
          </p:cNvPr>
          <p:cNvGraphicFramePr>
            <a:graphicFrameLocks noGrp="1"/>
          </p:cNvGraphicFramePr>
          <p:nvPr>
            <p:extLst>
              <p:ext uri="{D42A27DB-BD31-4B8C-83A1-F6EECF244321}">
                <p14:modId xmlns:p14="http://schemas.microsoft.com/office/powerpoint/2010/main" val="2813568721"/>
              </p:ext>
            </p:extLst>
          </p:nvPr>
        </p:nvGraphicFramePr>
        <p:xfrm>
          <a:off x="335576" y="3341771"/>
          <a:ext cx="7315200" cy="609600"/>
        </p:xfrm>
        <a:graphic>
          <a:graphicData uri="http://schemas.openxmlformats.org/drawingml/2006/table">
            <a:tbl>
              <a:tblPr firstRow="1" bandRow="1">
                <a:tableStyleId>{5940675A-B579-460E-94D1-54222C63F5DA}</a:tableStyleId>
              </a:tblPr>
              <a:tblGrid>
                <a:gridCol w="2194560">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6.86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691EB6AD-AA26-89CA-5A33-2C4D268F3764}"/>
              </a:ext>
            </a:extLst>
          </p:cNvPr>
          <p:cNvSpPr txBox="1"/>
          <p:nvPr/>
        </p:nvSpPr>
        <p:spPr>
          <a:xfrm>
            <a:off x="2275838" y="7464623"/>
            <a:ext cx="549955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Ratings for Full Sample Bottle </a:t>
            </a:r>
            <a:r>
              <a:rPr lang="en-GB" sz="1400" i="1" dirty="0">
                <a:solidFill>
                  <a:srgbClr val="000000"/>
                </a:solidFill>
                <a:latin typeface="Avenir Next LT Pro" panose="020B0504020202020204" pitchFamily="34" charset="0"/>
              </a:rPr>
              <a:t>Sensory</a:t>
            </a: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4B2415AA-B24D-2114-8C38-6786DEF26736}"/>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AF1EB9A4-C00B-4CB6-FEEF-8850907FA85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134CA61F-3BB5-143A-2917-366FDB98CC3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971883B3-EC43-AAA7-F00E-CB5C7B4463A3}"/>
              </a:ext>
            </a:extLst>
          </p:cNvPr>
          <p:cNvPicPr>
            <a:picLocks noChangeAspect="1"/>
          </p:cNvPicPr>
          <p:nvPr/>
        </p:nvPicPr>
        <p:blipFill>
          <a:blip r:embed="rId4"/>
          <a:stretch>
            <a:fillRect/>
          </a:stretch>
        </p:blipFill>
        <p:spPr>
          <a:xfrm>
            <a:off x="12338113" y="1411893"/>
            <a:ext cx="1523800" cy="961166"/>
          </a:xfrm>
          <a:prstGeom prst="rect">
            <a:avLst/>
          </a:prstGeom>
        </p:spPr>
      </p:pic>
      <p:grpSp>
        <p:nvGrpSpPr>
          <p:cNvPr id="14" name="Group 13">
            <a:extLst>
              <a:ext uri="{FF2B5EF4-FFF2-40B4-BE49-F238E27FC236}">
                <a16:creationId xmlns:a16="http://schemas.microsoft.com/office/drawing/2014/main" id="{DC1D15ED-A6C4-D3D1-A347-385B8FB5E396}"/>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A61E044C-59C1-5390-9117-08F5ECA3E78E}"/>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296C2167-A471-2715-D7B8-94DBA162EBA3}"/>
                </a:ext>
              </a:extLst>
            </p:cNvPr>
            <p:cNvGraphicFramePr/>
            <p:nvPr>
              <p:extLst>
                <p:ext uri="{D42A27DB-BD31-4B8C-83A1-F6EECF244321}">
                  <p14:modId xmlns:p14="http://schemas.microsoft.com/office/powerpoint/2010/main" val="263438330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20">
              <a:extLst>
                <a:ext uri="{FF2B5EF4-FFF2-40B4-BE49-F238E27FC236}">
                  <a16:creationId xmlns:a16="http://schemas.microsoft.com/office/drawing/2014/main" id="{B4F8F0E3-ED35-5BFE-40C6-B420850A7787}"/>
                </a:ext>
              </a:extLst>
            </p:cNvPr>
            <p:cNvSpPr txBox="1"/>
            <p:nvPr/>
          </p:nvSpPr>
          <p:spPr>
            <a:xfrm>
              <a:off x="1076828" y="2049369"/>
              <a:ext cx="4456729"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Last Sip Sensory (Taste) Appeal (Overall Liking) </a:t>
              </a:r>
            </a:p>
          </p:txBody>
        </p:sp>
      </p:grpSp>
      <p:graphicFrame>
        <p:nvGraphicFramePr>
          <p:cNvPr id="24" name="Table 23">
            <a:extLst>
              <a:ext uri="{FF2B5EF4-FFF2-40B4-BE49-F238E27FC236}">
                <a16:creationId xmlns:a16="http://schemas.microsoft.com/office/drawing/2014/main" id="{4272A912-17D5-41BE-CC0F-B914467C79FA}"/>
              </a:ext>
            </a:extLst>
          </p:cNvPr>
          <p:cNvGraphicFramePr>
            <a:graphicFrameLocks noGrp="1"/>
          </p:cNvGraphicFramePr>
          <p:nvPr>
            <p:extLst>
              <p:ext uri="{D42A27DB-BD31-4B8C-83A1-F6EECF244321}">
                <p14:modId xmlns:p14="http://schemas.microsoft.com/office/powerpoint/2010/main" val="348524178"/>
              </p:ext>
            </p:extLst>
          </p:nvPr>
        </p:nvGraphicFramePr>
        <p:xfrm>
          <a:off x="8474752" y="3372251"/>
          <a:ext cx="5120640" cy="548640"/>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22512352"/>
                    </a:ext>
                  </a:extLst>
                </a:gridCol>
                <a:gridCol w="1280160">
                  <a:extLst>
                    <a:ext uri="{9D8B030D-6E8A-4147-A177-3AD203B41FA5}">
                      <a16:colId xmlns:a16="http://schemas.microsoft.com/office/drawing/2014/main" val="2628811054"/>
                    </a:ext>
                  </a:extLst>
                </a:gridCol>
                <a:gridCol w="1280160">
                  <a:extLst>
                    <a:ext uri="{9D8B030D-6E8A-4147-A177-3AD203B41FA5}">
                      <a16:colId xmlns:a16="http://schemas.microsoft.com/office/drawing/2014/main" val="2793396007"/>
                    </a:ext>
                  </a:extLst>
                </a:gridCol>
                <a:gridCol w="1280160">
                  <a:extLst>
                    <a:ext uri="{9D8B030D-6E8A-4147-A177-3AD203B41FA5}">
                      <a16:colId xmlns:a16="http://schemas.microsoft.com/office/drawing/2014/main" val="4292848176"/>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6.59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90279445"/>
                  </a:ext>
                </a:extLst>
              </a:tr>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30003987"/>
                  </a:ext>
                </a:extLst>
              </a:tr>
            </a:tbl>
          </a:graphicData>
        </a:graphic>
      </p:graphicFrame>
      <p:sp>
        <p:nvSpPr>
          <p:cNvPr id="11" name="TextBox 10">
            <a:extLst>
              <a:ext uri="{FF2B5EF4-FFF2-40B4-BE49-F238E27FC236}">
                <a16:creationId xmlns:a16="http://schemas.microsoft.com/office/drawing/2014/main" id="{4B93A743-7D38-215F-8AAF-F2266E9FFFBE}"/>
              </a:ext>
            </a:extLst>
          </p:cNvPr>
          <p:cNvSpPr txBox="1"/>
          <p:nvPr/>
        </p:nvSpPr>
        <p:spPr>
          <a:xfrm>
            <a:off x="9864133" y="289582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22" name="TextBox 21">
            <a:extLst>
              <a:ext uri="{FF2B5EF4-FFF2-40B4-BE49-F238E27FC236}">
                <a16:creationId xmlns:a16="http://schemas.microsoft.com/office/drawing/2014/main" id="{8F07AF81-6EF5-218F-F652-CDD54712CCDA}"/>
              </a:ext>
            </a:extLst>
          </p:cNvPr>
          <p:cNvSpPr txBox="1"/>
          <p:nvPr/>
        </p:nvSpPr>
        <p:spPr>
          <a:xfrm>
            <a:off x="4050759" y="2895821"/>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9" name="Group 8">
            <a:extLst>
              <a:ext uri="{FF2B5EF4-FFF2-40B4-BE49-F238E27FC236}">
                <a16:creationId xmlns:a16="http://schemas.microsoft.com/office/drawing/2014/main" id="{DDF1D1DA-B544-9E01-A16D-05906C7F5A0D}"/>
              </a:ext>
            </a:extLst>
          </p:cNvPr>
          <p:cNvGrpSpPr/>
          <p:nvPr/>
        </p:nvGrpSpPr>
        <p:grpSpPr>
          <a:xfrm>
            <a:off x="7625445" y="7426776"/>
            <a:ext cx="3230077" cy="545303"/>
            <a:chOff x="107157" y="4978029"/>
            <a:chExt cx="2691728" cy="454419"/>
          </a:xfrm>
        </p:grpSpPr>
        <p:sp>
          <p:nvSpPr>
            <p:cNvPr id="16" name="TextBox 15">
              <a:extLst>
                <a:ext uri="{FF2B5EF4-FFF2-40B4-BE49-F238E27FC236}">
                  <a16:creationId xmlns:a16="http://schemas.microsoft.com/office/drawing/2014/main" id="{620FAF65-9AA9-71D2-DE8B-4337F44A2F97}"/>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7" name="TextBox 26">
              <a:extLst>
                <a:ext uri="{FF2B5EF4-FFF2-40B4-BE49-F238E27FC236}">
                  <a16:creationId xmlns:a16="http://schemas.microsoft.com/office/drawing/2014/main" id="{B4470EC8-3E58-D610-9F88-8E6B3CEF0E8F}"/>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1" name="TextBox 30">
              <a:extLst>
                <a:ext uri="{FF2B5EF4-FFF2-40B4-BE49-F238E27FC236}">
                  <a16:creationId xmlns:a16="http://schemas.microsoft.com/office/drawing/2014/main" id="{8FFF126B-B32C-3743-F552-AC3D876132FC}"/>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2" name="TextBox 41">
              <a:extLst>
                <a:ext uri="{FF2B5EF4-FFF2-40B4-BE49-F238E27FC236}">
                  <a16:creationId xmlns:a16="http://schemas.microsoft.com/office/drawing/2014/main" id="{1041F42E-71A5-9550-CDEA-A28AC2593D46}"/>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47" name="Group 46">
            <a:extLst>
              <a:ext uri="{FF2B5EF4-FFF2-40B4-BE49-F238E27FC236}">
                <a16:creationId xmlns:a16="http://schemas.microsoft.com/office/drawing/2014/main" id="{917B8A32-341B-BD78-D1C4-F2190A3752CE}"/>
              </a:ext>
            </a:extLst>
          </p:cNvPr>
          <p:cNvGrpSpPr/>
          <p:nvPr/>
        </p:nvGrpSpPr>
        <p:grpSpPr>
          <a:xfrm>
            <a:off x="8684218" y="94368"/>
            <a:ext cx="5855930" cy="1875295"/>
            <a:chOff x="8684218" y="94368"/>
            <a:chExt cx="5855930" cy="1875295"/>
          </a:xfrm>
        </p:grpSpPr>
        <p:sp>
          <p:nvSpPr>
            <p:cNvPr id="48" name="Rectangle 47">
              <a:extLst>
                <a:ext uri="{FF2B5EF4-FFF2-40B4-BE49-F238E27FC236}">
                  <a16:creationId xmlns:a16="http://schemas.microsoft.com/office/drawing/2014/main" id="{DB0234DD-B6DA-89FD-55D7-8CEA8069FF7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9" name="TextBox 48">
              <a:extLst>
                <a:ext uri="{FF2B5EF4-FFF2-40B4-BE49-F238E27FC236}">
                  <a16:creationId xmlns:a16="http://schemas.microsoft.com/office/drawing/2014/main" id="{A57801FE-6720-ED64-4160-66CAA187680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0" name="Picture 49" descr="A bottle of soda with a red label&#10;&#10;Description automatically generated">
              <a:extLst>
                <a:ext uri="{FF2B5EF4-FFF2-40B4-BE49-F238E27FC236}">
                  <a16:creationId xmlns:a16="http://schemas.microsoft.com/office/drawing/2014/main" id="{8B6D600F-2092-AADA-F66E-1556B3C56B5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1" name="Picture 50" descr="A flag on a button&#10;&#10;Description automatically generated">
              <a:extLst>
                <a:ext uri="{FF2B5EF4-FFF2-40B4-BE49-F238E27FC236}">
                  <a16:creationId xmlns:a16="http://schemas.microsoft.com/office/drawing/2014/main" id="{E2AA4D2C-A115-3F04-B7B4-94F458E180CC}"/>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16515906"/>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97A958-8A70-A0F4-CF0A-F14A6EDB55D5}"/>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0B925C02-AF03-250E-7CCF-3159F870005D}"/>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69762C57-D4D3-4088-2E70-B6B5B74401FF}"/>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F27A958F-25A8-EBBC-9D6C-7F21293B6C07}"/>
                </a:ext>
              </a:extLst>
            </p:cNvPr>
            <p:cNvGraphicFramePr/>
            <p:nvPr>
              <p:extLst>
                <p:ext uri="{D42A27DB-BD31-4B8C-83A1-F6EECF244321}">
                  <p14:modId xmlns:p14="http://schemas.microsoft.com/office/powerpoint/2010/main" val="2957357500"/>
                </p:ext>
              </p:extLst>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5C23FBDC-7AF5-4AB7-783B-04154409FDA2}"/>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EB6FCC29-C321-065D-67BE-0144866C4B71}"/>
              </a:ext>
            </a:extLst>
          </p:cNvPr>
          <p:cNvGraphicFramePr>
            <a:graphicFrameLocks noGrp="1"/>
          </p:cNvGraphicFramePr>
          <p:nvPr>
            <p:extLst>
              <p:ext uri="{D42A27DB-BD31-4B8C-83A1-F6EECF244321}">
                <p14:modId xmlns:p14="http://schemas.microsoft.com/office/powerpoint/2010/main" val="1489859892"/>
              </p:ext>
            </p:extLst>
          </p:nvPr>
        </p:nvGraphicFramePr>
        <p:xfrm>
          <a:off x="273244" y="3163520"/>
          <a:ext cx="4929762" cy="67696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dirty="0">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4041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BD790A05-B9F6-74AC-F060-AD7FE48B3F1C}"/>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ACB9D83D-A5E9-94B6-A190-4C421A5634FC}"/>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401C6FBF-BF62-68D2-95A9-99E326A88A44}"/>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8E267704-CD54-BB30-3007-6C4A21B1D008}"/>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A3808D02-C48B-0395-A31D-99C6494C4345}"/>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F077C111-1D91-2B6C-A6EB-7C566756957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B6487E7D-AEDA-83CB-C35D-3A818A7F42A7}"/>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0637C44D-FD53-3611-C068-1326FBEA5725}"/>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525BE670-6BA7-72E5-C1FF-64DDE64EE432}"/>
                </a:ext>
              </a:extLst>
            </p:cNvPr>
            <p:cNvGraphicFramePr/>
            <p:nvPr>
              <p:extLst>
                <p:ext uri="{D42A27DB-BD31-4B8C-83A1-F6EECF244321}">
                  <p14:modId xmlns:p14="http://schemas.microsoft.com/office/powerpoint/2010/main" val="2278424250"/>
                </p:ext>
              </p:extLst>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DC43B4D2-8F54-7BCA-BA43-2A3BC8F080EB}"/>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4F7D8801-8D0D-863F-C403-2100876B07E9}"/>
              </a:ext>
            </a:extLst>
          </p:cNvPr>
          <p:cNvSpPr/>
          <p:nvPr/>
        </p:nvSpPr>
        <p:spPr>
          <a:xfrm>
            <a:off x="5203004" y="2131398"/>
            <a:ext cx="4172751" cy="445915"/>
          </a:xfrm>
          <a:prstGeom prst="roundRect">
            <a:avLst/>
          </a:prstGeom>
          <a:noFill/>
          <a:ln w="28575">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W+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(N=227)</a:t>
            </a:r>
          </a:p>
        </p:txBody>
      </p:sp>
      <p:grpSp>
        <p:nvGrpSpPr>
          <p:cNvPr id="2" name="Group 1">
            <a:extLst>
              <a:ext uri="{FF2B5EF4-FFF2-40B4-BE49-F238E27FC236}">
                <a16:creationId xmlns:a16="http://schemas.microsoft.com/office/drawing/2014/main" id="{59917E77-3D8C-4A99-DDE1-A715933FC2D6}"/>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DD372EBC-E210-CC6D-5EE9-7E2EEA07943C}"/>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B8C718E2-1D56-4922-0F7D-FBD4D407E52E}"/>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85803DC5-17DD-1E91-8FD5-EE2B85E95BDA}"/>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0E417610-A045-454F-BAD3-FB30534B76A7}"/>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7F8B118E-BEBD-477D-F438-21A59FC65FCC}"/>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E3CAAE88-5117-9700-E843-DD9FC225CF12}"/>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0862C5D6-5907-19BD-6D48-9952246A2ED9}"/>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489E27B9-E382-396D-6BDA-C7AED8613482}"/>
                </a:ext>
              </a:extLst>
            </p:cNvPr>
            <p:cNvGraphicFramePr/>
            <p:nvPr>
              <p:extLst>
                <p:ext uri="{D42A27DB-BD31-4B8C-83A1-F6EECF244321}">
                  <p14:modId xmlns:p14="http://schemas.microsoft.com/office/powerpoint/2010/main" val="2290076496"/>
                </p:ext>
              </p:extLst>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4ED49FBC-2E94-DCBF-0D0D-B889D85BC626}"/>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EC68CADD-C92C-8142-4493-497DB2976470}"/>
              </a:ext>
            </a:extLst>
          </p:cNvPr>
          <p:cNvGraphicFramePr>
            <a:graphicFrameLocks noGrp="1"/>
          </p:cNvGraphicFramePr>
          <p:nvPr>
            <p:extLst>
              <p:ext uri="{D42A27DB-BD31-4B8C-83A1-F6EECF244321}">
                <p14:modId xmlns:p14="http://schemas.microsoft.com/office/powerpoint/2010/main" val="1856748256"/>
              </p:ext>
            </p:extLst>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FD6702C5-54AA-E245-6C94-10898656488F}"/>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9764F0F4-955C-E3E7-AC1D-03DD6BB91D65}"/>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2286B392-5583-D349-CB60-62628BD2D194}"/>
                </a:ext>
              </a:extLst>
            </p:cNvPr>
            <p:cNvGraphicFramePr/>
            <p:nvPr>
              <p:extLst>
                <p:ext uri="{D42A27DB-BD31-4B8C-83A1-F6EECF244321}">
                  <p14:modId xmlns:p14="http://schemas.microsoft.com/office/powerpoint/2010/main" val="1317471791"/>
                </p:ext>
              </p:extLst>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EDDA3D42-8051-DDB8-7494-622AABB4A87D}"/>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DDB7772B-B6C8-9C83-CF24-5120260635CF}"/>
              </a:ext>
            </a:extLst>
          </p:cNvPr>
          <p:cNvGraphicFramePr>
            <a:graphicFrameLocks noGrp="1"/>
          </p:cNvGraphicFramePr>
          <p:nvPr>
            <p:extLst>
              <p:ext uri="{D42A27DB-BD31-4B8C-83A1-F6EECF244321}">
                <p14:modId xmlns:p14="http://schemas.microsoft.com/office/powerpoint/2010/main" val="2032340289"/>
              </p:ext>
            </p:extLst>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4C996F26-1EA1-CAB9-1ADB-86AFDB440E2F}"/>
              </a:ext>
            </a:extLst>
          </p:cNvPr>
          <p:cNvGraphicFramePr>
            <a:graphicFrameLocks noGrp="1"/>
          </p:cNvGraphicFramePr>
          <p:nvPr>
            <p:extLst>
              <p:ext uri="{D42A27DB-BD31-4B8C-83A1-F6EECF244321}">
                <p14:modId xmlns:p14="http://schemas.microsoft.com/office/powerpoint/2010/main" val="3383474014"/>
              </p:ext>
            </p:extLst>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6.93</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43" name="Group 42">
            <a:extLst>
              <a:ext uri="{FF2B5EF4-FFF2-40B4-BE49-F238E27FC236}">
                <a16:creationId xmlns:a16="http://schemas.microsoft.com/office/drawing/2014/main" id="{9250D26C-8F92-5F92-E111-4726404AED77}"/>
              </a:ext>
            </a:extLst>
          </p:cNvPr>
          <p:cNvGrpSpPr/>
          <p:nvPr/>
        </p:nvGrpSpPr>
        <p:grpSpPr>
          <a:xfrm>
            <a:off x="8684218" y="94368"/>
            <a:ext cx="5855930" cy="1875295"/>
            <a:chOff x="8684218" y="94368"/>
            <a:chExt cx="5855930" cy="1875295"/>
          </a:xfrm>
        </p:grpSpPr>
        <p:sp>
          <p:nvSpPr>
            <p:cNvPr id="45" name="Rectangle 44">
              <a:extLst>
                <a:ext uri="{FF2B5EF4-FFF2-40B4-BE49-F238E27FC236}">
                  <a16:creationId xmlns:a16="http://schemas.microsoft.com/office/drawing/2014/main" id="{3EB789EF-FD6A-EC9C-0440-DF3843B51F4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7" name="TextBox 46">
              <a:extLst>
                <a:ext uri="{FF2B5EF4-FFF2-40B4-BE49-F238E27FC236}">
                  <a16:creationId xmlns:a16="http://schemas.microsoft.com/office/drawing/2014/main" id="{8C3F316A-BC28-D19D-EA04-5640C9B85446}"/>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8" name="Picture 47" descr="A bottle of soda with a red label&#10;&#10;Description automatically generated">
              <a:extLst>
                <a:ext uri="{FF2B5EF4-FFF2-40B4-BE49-F238E27FC236}">
                  <a16:creationId xmlns:a16="http://schemas.microsoft.com/office/drawing/2014/main" id="{E38986C1-5B6C-1643-3B5D-BED7726C3CA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9" name="Picture 48" descr="A flag on a button&#10;&#10;Description automatically generated">
              <a:extLst>
                <a:ext uri="{FF2B5EF4-FFF2-40B4-BE49-F238E27FC236}">
                  <a16:creationId xmlns:a16="http://schemas.microsoft.com/office/drawing/2014/main" id="{33AA8846-B3B0-4F61-49AD-C94D6317A18E}"/>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46856138"/>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94BC3E-3DDB-B8A4-F289-D0AD3EEE287B}"/>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A5CB6A3F-52BA-6F4C-3888-D030690D6A39}"/>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193502E2-7071-95EC-94FC-FFDCF3B78F5A}"/>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671357E6-3571-21DA-6530-AF0F61C87C61}"/>
                </a:ext>
              </a:extLst>
            </p:cNvPr>
            <p:cNvGraphicFramePr/>
            <p:nvPr>
              <p:extLst>
                <p:ext uri="{D42A27DB-BD31-4B8C-83A1-F6EECF244321}">
                  <p14:modId xmlns:p14="http://schemas.microsoft.com/office/powerpoint/2010/main" val="3695255193"/>
                </p:ext>
              </p:extLst>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43D3DD2E-EE99-971A-E781-05E359D1155D}"/>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B9F59F20-C1F8-187E-F64C-A70226E63DDE}"/>
              </a:ext>
            </a:extLst>
          </p:cNvPr>
          <p:cNvGraphicFramePr>
            <a:graphicFrameLocks noGrp="1"/>
          </p:cNvGraphicFramePr>
          <p:nvPr>
            <p:extLst>
              <p:ext uri="{D42A27DB-BD31-4B8C-83A1-F6EECF244321}">
                <p14:modId xmlns:p14="http://schemas.microsoft.com/office/powerpoint/2010/main" val="2654631152"/>
              </p:ext>
            </p:extLst>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BD44485A-C458-634F-F9B2-FDE783697FC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62D674A7-7502-929C-77B5-A77369572E79}"/>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8D3DE6C0-04DA-84F9-A785-6937027EB50A}"/>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D2949607-EF8B-8ECB-9014-2388B13C8493}"/>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52CA0BF1-4602-BF9F-83EF-9E5F0DDF6116}"/>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3FC4D595-188E-5590-4632-93CCF15C3C3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DC00DE60-1674-C2AF-5EF9-63377AA9BAA4}"/>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A83F9150-6B17-FBC8-6C5C-E23327CD8490}"/>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72C7914B-8ED5-C101-869E-1EBBA955E137}"/>
                </a:ext>
              </a:extLst>
            </p:cNvPr>
            <p:cNvGraphicFramePr/>
            <p:nvPr>
              <p:extLst>
                <p:ext uri="{D42A27DB-BD31-4B8C-83A1-F6EECF244321}">
                  <p14:modId xmlns:p14="http://schemas.microsoft.com/office/powerpoint/2010/main" val="3812266247"/>
                </p:ext>
              </p:extLst>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6ABF3EA5-8021-2CED-09EA-E37C606F6163}"/>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E99B42D3-FE49-D09E-4C38-6FCB9DB5743B}"/>
              </a:ext>
            </a:extLst>
          </p:cNvPr>
          <p:cNvSpPr/>
          <p:nvPr/>
        </p:nvSpPr>
        <p:spPr>
          <a:xfrm>
            <a:off x="5203004" y="2131398"/>
            <a:ext cx="4172751" cy="445915"/>
          </a:xfrm>
          <a:prstGeom prst="roundRect">
            <a:avLst/>
          </a:prstGeom>
          <a:noFill/>
          <a:ln w="28575">
            <a:solidFill>
              <a:srgbClr val="FF66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1-3x M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(N=260)</a:t>
            </a:r>
          </a:p>
        </p:txBody>
      </p:sp>
      <p:grpSp>
        <p:nvGrpSpPr>
          <p:cNvPr id="2" name="Group 1">
            <a:extLst>
              <a:ext uri="{FF2B5EF4-FFF2-40B4-BE49-F238E27FC236}">
                <a16:creationId xmlns:a16="http://schemas.microsoft.com/office/drawing/2014/main" id="{2D1F6736-075D-E87C-6C7F-814DB885FDA9}"/>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041B823A-CD16-728A-693D-3E7AF80813F8}"/>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CDBD5EF4-3764-1E7A-128E-EFBE299DB6CC}"/>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49D96745-6946-9B26-AA7E-0081C1FB4927}"/>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5590DAF1-4263-B795-CA68-78565BBF4EF6}"/>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EB5880E2-C65E-DBC7-5A72-C752A96FD755}"/>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54E82C69-D9C9-FB83-8BCA-C900889CFB5F}"/>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AEA521B2-F402-E0BB-87A5-6E0A468BF5F9}"/>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0723CDB7-4ED8-DDB9-7427-135969EC2005}"/>
                </a:ext>
              </a:extLst>
            </p:cNvPr>
            <p:cNvGraphicFramePr/>
            <p:nvPr>
              <p:extLst>
                <p:ext uri="{D42A27DB-BD31-4B8C-83A1-F6EECF244321}">
                  <p14:modId xmlns:p14="http://schemas.microsoft.com/office/powerpoint/2010/main" val="3350146711"/>
                </p:ext>
              </p:extLst>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D07B603E-C1DD-12D8-78FB-D5A6600C3B96}"/>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2B063D1A-C811-BDBC-971B-1A78CE0F68A1}"/>
              </a:ext>
            </a:extLst>
          </p:cNvPr>
          <p:cNvGraphicFramePr>
            <a:graphicFrameLocks noGrp="1"/>
          </p:cNvGraphicFramePr>
          <p:nvPr>
            <p:extLst>
              <p:ext uri="{D42A27DB-BD31-4B8C-83A1-F6EECF244321}">
                <p14:modId xmlns:p14="http://schemas.microsoft.com/office/powerpoint/2010/main" val="3506612715"/>
              </p:ext>
            </p:extLst>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6.63</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6.59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7683DA7C-2F8E-4FA9-75C3-2C7007DDFF6A}"/>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880E8191-274C-9C4C-B321-9CE6B4FE0DE3}"/>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AEF02A33-4C6E-BB21-EF66-AF22BBEE986B}"/>
                </a:ext>
              </a:extLst>
            </p:cNvPr>
            <p:cNvGraphicFramePr/>
            <p:nvPr>
              <p:extLst>
                <p:ext uri="{D42A27DB-BD31-4B8C-83A1-F6EECF244321}">
                  <p14:modId xmlns:p14="http://schemas.microsoft.com/office/powerpoint/2010/main" val="173508982"/>
                </p:ext>
              </p:extLst>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D779361E-832E-D8CB-589A-D214B8BAEDE8}"/>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793AA5FA-D4A4-C7F7-C247-624679E60038}"/>
              </a:ext>
            </a:extLst>
          </p:cNvPr>
          <p:cNvGraphicFramePr>
            <a:graphicFrameLocks noGrp="1"/>
          </p:cNvGraphicFramePr>
          <p:nvPr>
            <p:extLst>
              <p:ext uri="{D42A27DB-BD31-4B8C-83A1-F6EECF244321}">
                <p14:modId xmlns:p14="http://schemas.microsoft.com/office/powerpoint/2010/main" val="471130264"/>
              </p:ext>
            </p:extLst>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5967185A-C158-5AB4-DD28-9BA0A8506F3A}"/>
              </a:ext>
            </a:extLst>
          </p:cNvPr>
          <p:cNvGraphicFramePr>
            <a:graphicFrameLocks noGrp="1"/>
          </p:cNvGraphicFramePr>
          <p:nvPr>
            <p:extLst>
              <p:ext uri="{D42A27DB-BD31-4B8C-83A1-F6EECF244321}">
                <p14:modId xmlns:p14="http://schemas.microsoft.com/office/powerpoint/2010/main" val="2236400873"/>
              </p:ext>
            </p:extLst>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7.02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43" name="Group 42">
            <a:extLst>
              <a:ext uri="{FF2B5EF4-FFF2-40B4-BE49-F238E27FC236}">
                <a16:creationId xmlns:a16="http://schemas.microsoft.com/office/drawing/2014/main" id="{23301B1E-CCFE-E5F2-EC7B-BD2E7319046A}"/>
              </a:ext>
            </a:extLst>
          </p:cNvPr>
          <p:cNvGrpSpPr/>
          <p:nvPr/>
        </p:nvGrpSpPr>
        <p:grpSpPr>
          <a:xfrm>
            <a:off x="8684218" y="94368"/>
            <a:ext cx="5855930" cy="1875295"/>
            <a:chOff x="8684218" y="94368"/>
            <a:chExt cx="5855930" cy="1875295"/>
          </a:xfrm>
        </p:grpSpPr>
        <p:sp>
          <p:nvSpPr>
            <p:cNvPr id="45" name="Rectangle 44">
              <a:extLst>
                <a:ext uri="{FF2B5EF4-FFF2-40B4-BE49-F238E27FC236}">
                  <a16:creationId xmlns:a16="http://schemas.microsoft.com/office/drawing/2014/main" id="{21F43B9F-54C7-40C0-FA47-D754E5E704B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7" name="TextBox 46">
              <a:extLst>
                <a:ext uri="{FF2B5EF4-FFF2-40B4-BE49-F238E27FC236}">
                  <a16:creationId xmlns:a16="http://schemas.microsoft.com/office/drawing/2014/main" id="{01E187C2-433F-D528-83A6-971DC63794B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8" name="Picture 47" descr="A bottle of soda with a red label&#10;&#10;Description automatically generated">
              <a:extLst>
                <a:ext uri="{FF2B5EF4-FFF2-40B4-BE49-F238E27FC236}">
                  <a16:creationId xmlns:a16="http://schemas.microsoft.com/office/drawing/2014/main" id="{7CD10012-6AEB-1DC5-AAD6-3EF51077DD5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9" name="Picture 48" descr="A flag on a button&#10;&#10;Description automatically generated">
              <a:extLst>
                <a:ext uri="{FF2B5EF4-FFF2-40B4-BE49-F238E27FC236}">
                  <a16:creationId xmlns:a16="http://schemas.microsoft.com/office/drawing/2014/main" id="{B1985353-2E79-1F92-22F7-15D46D8B94EA}"/>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927219698"/>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886F84-AA7E-BAC6-6F30-20992A6159A6}"/>
            </a:ext>
          </a:extLst>
        </p:cNvPr>
        <p:cNvGrpSpPr/>
        <p:nvPr/>
      </p:nvGrpSpPr>
      <p:grpSpPr>
        <a:xfrm>
          <a:off x="0" y="0"/>
          <a:ext cx="0" cy="0"/>
          <a:chOff x="0" y="0"/>
          <a:chExt cx="0" cy="0"/>
        </a:xfrm>
      </p:grpSpPr>
      <p:grpSp>
        <p:nvGrpSpPr>
          <p:cNvPr id="33" name="Group 32">
            <a:extLst>
              <a:ext uri="{FF2B5EF4-FFF2-40B4-BE49-F238E27FC236}">
                <a16:creationId xmlns:a16="http://schemas.microsoft.com/office/drawing/2014/main" id="{CDA7EE82-975C-9E80-81E1-F02F54079926}"/>
              </a:ext>
            </a:extLst>
          </p:cNvPr>
          <p:cNvGrpSpPr/>
          <p:nvPr/>
        </p:nvGrpSpPr>
        <p:grpSpPr>
          <a:xfrm>
            <a:off x="7975513" y="3155683"/>
            <a:ext cx="5746065" cy="4184643"/>
            <a:chOff x="531863" y="1967463"/>
            <a:chExt cx="5331526" cy="4128790"/>
          </a:xfrm>
        </p:grpSpPr>
        <p:sp>
          <p:nvSpPr>
            <p:cNvPr id="34" name="Rectangle 33">
              <a:extLst>
                <a:ext uri="{FF2B5EF4-FFF2-40B4-BE49-F238E27FC236}">
                  <a16:creationId xmlns:a16="http://schemas.microsoft.com/office/drawing/2014/main" id="{3601D2FC-5BD5-F521-AAD1-A5E5D6E255C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5" name="Chart 34">
              <a:extLst>
                <a:ext uri="{FF2B5EF4-FFF2-40B4-BE49-F238E27FC236}">
                  <a16:creationId xmlns:a16="http://schemas.microsoft.com/office/drawing/2014/main" id="{3F73EBBE-DF62-C14D-467E-8B6B21D27720}"/>
                </a:ext>
              </a:extLst>
            </p:cNvPr>
            <p:cNvGraphicFramePr/>
            <p:nvPr>
              <p:extLst>
                <p:ext uri="{D42A27DB-BD31-4B8C-83A1-F6EECF244321}">
                  <p14:modId xmlns:p14="http://schemas.microsoft.com/office/powerpoint/2010/main" val="573280520"/>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36" name="TextBox 35">
              <a:extLst>
                <a:ext uri="{FF2B5EF4-FFF2-40B4-BE49-F238E27FC236}">
                  <a16:creationId xmlns:a16="http://schemas.microsoft.com/office/drawing/2014/main" id="{A6CD227A-C3D3-4907-E321-889C20BA3B4C}"/>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32" name="TextBox 31">
            <a:extLst>
              <a:ext uri="{FF2B5EF4-FFF2-40B4-BE49-F238E27FC236}">
                <a16:creationId xmlns:a16="http://schemas.microsoft.com/office/drawing/2014/main" id="{04B49A7D-38CF-566F-6AF8-9599F700DBE9}"/>
              </a:ext>
            </a:extLst>
          </p:cNvPr>
          <p:cNvSpPr txBox="1"/>
          <p:nvPr/>
        </p:nvSpPr>
        <p:spPr>
          <a:xfrm>
            <a:off x="9864133" y="353590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graphicFrame>
        <p:nvGraphicFramePr>
          <p:cNvPr id="37" name="Table 36">
            <a:extLst>
              <a:ext uri="{FF2B5EF4-FFF2-40B4-BE49-F238E27FC236}">
                <a16:creationId xmlns:a16="http://schemas.microsoft.com/office/drawing/2014/main" id="{E014F0A0-D603-0ADF-0979-A2598FF634D1}"/>
              </a:ext>
            </a:extLst>
          </p:cNvPr>
          <p:cNvGraphicFramePr>
            <a:graphicFrameLocks noGrp="1"/>
          </p:cNvGraphicFramePr>
          <p:nvPr>
            <p:extLst>
              <p:ext uri="{D42A27DB-BD31-4B8C-83A1-F6EECF244321}">
                <p14:modId xmlns:p14="http://schemas.microsoft.com/office/powerpoint/2010/main" val="147126775"/>
              </p:ext>
            </p:extLst>
          </p:nvPr>
        </p:nvGraphicFramePr>
        <p:xfrm>
          <a:off x="8398120" y="3886187"/>
          <a:ext cx="5120640" cy="548640"/>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7.33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C3DC74E4-DADF-D9B6-FF28-4FB547FC4A79}"/>
              </a:ext>
            </a:extLst>
          </p:cNvPr>
          <p:cNvSpPr>
            <a:spLocks noGrp="1"/>
          </p:cNvSpPr>
          <p:nvPr>
            <p:ph type="sldNum" sz="quarter" idx="14"/>
          </p:nvPr>
        </p:nvSpPr>
        <p:spPr/>
        <p:txBody>
          <a:bodyPr/>
          <a:lstStyle/>
          <a:p>
            <a:fld id="{9BBCFCA3-D307-4DD3-86E3-CC1388E97AC0}" type="slidenum">
              <a:rPr lang="en-US" smtClean="0"/>
              <a:pPr/>
              <a:t>123</a:t>
            </a:fld>
            <a:endParaRPr lang="en-US"/>
          </a:p>
        </p:txBody>
      </p:sp>
      <p:sp>
        <p:nvSpPr>
          <p:cNvPr id="5" name="Text Placeholder 4">
            <a:extLst>
              <a:ext uri="{FF2B5EF4-FFF2-40B4-BE49-F238E27FC236}">
                <a16:creationId xmlns:a16="http://schemas.microsoft.com/office/drawing/2014/main" id="{B37E0F5A-0537-D5AF-3E9C-9D28D1DA3510}"/>
              </a:ext>
            </a:extLst>
          </p:cNvPr>
          <p:cNvSpPr>
            <a:spLocks noGrp="1"/>
          </p:cNvSpPr>
          <p:nvPr>
            <p:ph type="body" sz="quarter" idx="15"/>
          </p:nvPr>
        </p:nvSpPr>
        <p:spPr>
          <a:xfrm>
            <a:off x="666391" y="807158"/>
            <a:ext cx="7860574" cy="748186"/>
          </a:xfrm>
          <a:ln>
            <a:solidFill>
              <a:schemeClr val="tx1"/>
            </a:solidFill>
          </a:ln>
        </p:spPr>
        <p:txBody>
          <a:bodyPr>
            <a:normAutofit lnSpcReduction="10000"/>
          </a:bodyPr>
          <a:lstStyle/>
          <a:p>
            <a:r>
              <a:rPr lang="en-US" sz="1800" b="0" dirty="0">
                <a:solidFill>
                  <a:srgbClr val="0070C0"/>
                </a:solidFill>
                <a:latin typeface="Avenir Next LT Pro" panose="020B0504020202020204" pitchFamily="34" charset="0"/>
              </a:rPr>
              <a:t>W+ CCOT drinkers find the Prototypes, especially Prototype 3, more satisfying than Control. Prototype 3 is also superior to Control among 1-3x max drinkers. </a:t>
            </a:r>
          </a:p>
        </p:txBody>
      </p:sp>
      <p:grpSp>
        <p:nvGrpSpPr>
          <p:cNvPr id="13" name="Group 12">
            <a:extLst>
              <a:ext uri="{FF2B5EF4-FFF2-40B4-BE49-F238E27FC236}">
                <a16:creationId xmlns:a16="http://schemas.microsoft.com/office/drawing/2014/main" id="{1E74DA22-9DCA-CC36-3745-C73EADE0F5A4}"/>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2BF33BAF-92C1-DD76-F577-2F52792BDC2F}"/>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CB902281-E92D-A614-70D2-AFA53E0AC62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F2B8912F-E695-1DB5-CA89-600E2B0247F0}"/>
              </a:ext>
            </a:extLst>
          </p:cNvPr>
          <p:cNvGrpSpPr/>
          <p:nvPr/>
        </p:nvGrpSpPr>
        <p:grpSpPr>
          <a:xfrm>
            <a:off x="2152901" y="3162872"/>
            <a:ext cx="5746065" cy="4184643"/>
            <a:chOff x="531863" y="1967463"/>
            <a:chExt cx="5331526" cy="4128790"/>
          </a:xfrm>
        </p:grpSpPr>
        <p:sp>
          <p:nvSpPr>
            <p:cNvPr id="17" name="Rectangle 16">
              <a:extLst>
                <a:ext uri="{FF2B5EF4-FFF2-40B4-BE49-F238E27FC236}">
                  <a16:creationId xmlns:a16="http://schemas.microsoft.com/office/drawing/2014/main" id="{22CC27FA-5C56-E7C6-9F07-FEE8C00C3AB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B00A8F0F-3956-7981-0D87-BEB1DEC15F5B}"/>
                </a:ext>
              </a:extLst>
            </p:cNvPr>
            <p:cNvGraphicFramePr/>
            <p:nvPr>
              <p:extLst>
                <p:ext uri="{D42A27DB-BD31-4B8C-83A1-F6EECF244321}">
                  <p14:modId xmlns:p14="http://schemas.microsoft.com/office/powerpoint/2010/main" val="1617373472"/>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a:extLst>
                <a:ext uri="{FF2B5EF4-FFF2-40B4-BE49-F238E27FC236}">
                  <a16:creationId xmlns:a16="http://schemas.microsoft.com/office/drawing/2014/main" id="{9C16C9D4-94D9-05B9-1E37-48DB97C10BDD}"/>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60FE6C70-DCB9-538E-E999-CF011786F226}"/>
              </a:ext>
            </a:extLst>
          </p:cNvPr>
          <p:cNvSpPr txBox="1"/>
          <p:nvPr/>
        </p:nvSpPr>
        <p:spPr>
          <a:xfrm>
            <a:off x="4715787" y="7547373"/>
            <a:ext cx="4393063" cy="307777"/>
          </a:xfrm>
          <a:prstGeom prst="rect">
            <a:avLst/>
          </a:prstGeom>
          <a:noFill/>
        </p:spPr>
        <p:txBody>
          <a:bodyPr wrap="square" rtlCol="0">
            <a:spAutoFit/>
          </a:bodyPr>
          <a:lstStyle/>
          <a:p>
            <a:r>
              <a:rPr lang="en-GB" sz="1400" i="1" dirty="0">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49BE83DA-6E65-4EB4-1553-89D4C044A842}"/>
              </a:ext>
            </a:extLst>
          </p:cNvPr>
          <p:cNvPicPr>
            <a:picLocks noChangeAspect="1"/>
          </p:cNvPicPr>
          <p:nvPr/>
        </p:nvPicPr>
        <p:blipFill>
          <a:blip r:embed="rId5"/>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FB9F0954-927D-3A51-4C72-B604E369A8C9}"/>
              </a:ext>
            </a:extLst>
          </p:cNvPr>
          <p:cNvGraphicFramePr>
            <a:graphicFrameLocks noGrp="1"/>
          </p:cNvGraphicFramePr>
          <p:nvPr>
            <p:extLst>
              <p:ext uri="{D42A27DB-BD31-4B8C-83A1-F6EECF244321}">
                <p14:modId xmlns:p14="http://schemas.microsoft.com/office/powerpoint/2010/main" val="1211586340"/>
              </p:ext>
            </p:extLst>
          </p:nvPr>
        </p:nvGraphicFramePr>
        <p:xfrm>
          <a:off x="320040" y="3846576"/>
          <a:ext cx="7392655" cy="609600"/>
        </p:xfrm>
        <a:graphic>
          <a:graphicData uri="http://schemas.openxmlformats.org/drawingml/2006/table">
            <a:tbl>
              <a:tblPr firstRow="1" bandRow="1">
                <a:tableStyleId>{5940675A-B579-460E-94D1-54222C63F5DA}</a:tableStyleId>
              </a:tblPr>
              <a:tblGrid>
                <a:gridCol w="2272015">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7.05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12" name="TextBox 11">
            <a:extLst>
              <a:ext uri="{FF2B5EF4-FFF2-40B4-BE49-F238E27FC236}">
                <a16:creationId xmlns:a16="http://schemas.microsoft.com/office/drawing/2014/main" id="{FB7A4FA9-E1A2-CB5D-DF50-673F55219E2E}"/>
              </a:ext>
            </a:extLst>
          </p:cNvPr>
          <p:cNvSpPr txBox="1"/>
          <p:nvPr/>
        </p:nvSpPr>
        <p:spPr>
          <a:xfrm>
            <a:off x="4050759" y="3535901"/>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C481755E-A81D-D666-C690-02541D1A0DC6}"/>
              </a:ext>
            </a:extLst>
          </p:cNvPr>
          <p:cNvGrpSpPr/>
          <p:nvPr/>
        </p:nvGrpSpPr>
        <p:grpSpPr>
          <a:xfrm>
            <a:off x="9368508" y="7427123"/>
            <a:ext cx="3230077" cy="545303"/>
            <a:chOff x="107157" y="4978029"/>
            <a:chExt cx="2691728" cy="454419"/>
          </a:xfrm>
        </p:grpSpPr>
        <p:sp>
          <p:nvSpPr>
            <p:cNvPr id="8" name="TextBox 7">
              <a:extLst>
                <a:ext uri="{FF2B5EF4-FFF2-40B4-BE49-F238E27FC236}">
                  <a16:creationId xmlns:a16="http://schemas.microsoft.com/office/drawing/2014/main" id="{C790A44A-A2E3-7DF9-D708-5D9BD7E5CD08}"/>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9" name="TextBox 8">
              <a:extLst>
                <a:ext uri="{FF2B5EF4-FFF2-40B4-BE49-F238E27FC236}">
                  <a16:creationId xmlns:a16="http://schemas.microsoft.com/office/drawing/2014/main" id="{48160407-8096-3B8D-2985-213DAE4054BD}"/>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11" name="TextBox 10">
              <a:extLst>
                <a:ext uri="{FF2B5EF4-FFF2-40B4-BE49-F238E27FC236}">
                  <a16:creationId xmlns:a16="http://schemas.microsoft.com/office/drawing/2014/main" id="{9C11F114-AE8B-895C-6DEB-00CA8969C08A}"/>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30" name="TextBox 29">
              <a:extLst>
                <a:ext uri="{FF2B5EF4-FFF2-40B4-BE49-F238E27FC236}">
                  <a16:creationId xmlns:a16="http://schemas.microsoft.com/office/drawing/2014/main" id="{A87A8647-D5DA-5793-3BA8-7013C8A5004A}"/>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50" name="Group 49">
            <a:extLst>
              <a:ext uri="{FF2B5EF4-FFF2-40B4-BE49-F238E27FC236}">
                <a16:creationId xmlns:a16="http://schemas.microsoft.com/office/drawing/2014/main" id="{2D73B3B8-E29D-BD4C-7A3F-373A9B16BD3C}"/>
              </a:ext>
            </a:extLst>
          </p:cNvPr>
          <p:cNvGrpSpPr/>
          <p:nvPr/>
        </p:nvGrpSpPr>
        <p:grpSpPr>
          <a:xfrm>
            <a:off x="8684218" y="94368"/>
            <a:ext cx="5855930" cy="1875295"/>
            <a:chOff x="8684218" y="94368"/>
            <a:chExt cx="5855930" cy="1875295"/>
          </a:xfrm>
        </p:grpSpPr>
        <p:sp>
          <p:nvSpPr>
            <p:cNvPr id="51" name="Rectangle 50">
              <a:extLst>
                <a:ext uri="{FF2B5EF4-FFF2-40B4-BE49-F238E27FC236}">
                  <a16:creationId xmlns:a16="http://schemas.microsoft.com/office/drawing/2014/main" id="{E48EE8A6-6504-D711-DA4B-BF4F702F749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2" name="TextBox 51">
              <a:extLst>
                <a:ext uri="{FF2B5EF4-FFF2-40B4-BE49-F238E27FC236}">
                  <a16:creationId xmlns:a16="http://schemas.microsoft.com/office/drawing/2014/main" id="{4D3E371F-4F64-DBA4-BC16-126A7A05B813}"/>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3" name="Picture 52" descr="A bottle of soda with a red label&#10;&#10;Description automatically generated">
              <a:extLst>
                <a:ext uri="{FF2B5EF4-FFF2-40B4-BE49-F238E27FC236}">
                  <a16:creationId xmlns:a16="http://schemas.microsoft.com/office/drawing/2014/main" id="{7F626991-57D2-B98F-ECD5-92D8EB56E38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4" name="Picture 53" descr="A flag on a button&#10;&#10;Description automatically generated">
              <a:extLst>
                <a:ext uri="{FF2B5EF4-FFF2-40B4-BE49-F238E27FC236}">
                  <a16:creationId xmlns:a16="http://schemas.microsoft.com/office/drawing/2014/main" id="{4403A87C-5A6F-07CD-C743-6587E37EA3E3}"/>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912087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061E17-13CB-414D-8AC4-6B2AD39BE0CF}"/>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F3875A09-A772-A987-EE38-056E49EA8B7C}"/>
              </a:ext>
            </a:extLst>
          </p:cNvPr>
          <p:cNvGraphicFramePr>
            <a:graphicFrameLocks/>
          </p:cNvGraphicFramePr>
          <p:nvPr>
            <p:extLst>
              <p:ext uri="{D42A27DB-BD31-4B8C-83A1-F6EECF244321}">
                <p14:modId xmlns:p14="http://schemas.microsoft.com/office/powerpoint/2010/main" val="2587235592"/>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B0CF3806-3D34-3DA6-7862-2FC7A9CAD65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D7E0E9EE-C217-F9E4-F693-7954E6F0B35F}"/>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7FA6AE41-297C-5682-3086-3F8ADC38A176}"/>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87B787AB-E520-68F3-460E-67121474BAB4}"/>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0937B5E7-EE03-D352-CE76-8D2270E00C87}"/>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91380C36-CD62-7219-BEE1-FDD5E415FE2B}"/>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647A860A-B0B0-63A6-F8EA-B42C38E7C9CC}"/>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E26372D2-A3AF-B9D6-15B8-A7EF9A0D12D9}"/>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BE834396-6C6B-2E35-84CC-3D9593653807}"/>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D5CF6225-A2A8-96E5-6F6E-EEAFA104FB6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E341D71A-A2BE-2275-9D7A-7903C19C1CD6}"/>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82D9A213-621A-FDE9-0C28-C6CBCA2D2F2F}"/>
              </a:ext>
            </a:extLst>
          </p:cNvPr>
          <p:cNvGraphicFramePr>
            <a:graphicFrameLocks noGrp="1"/>
          </p:cNvGraphicFramePr>
          <p:nvPr>
            <p:extLst>
              <p:ext uri="{D42A27DB-BD31-4B8C-83A1-F6EECF244321}">
                <p14:modId xmlns:p14="http://schemas.microsoft.com/office/powerpoint/2010/main" val="2578902311"/>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6.81</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6.75</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6.86</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6.79</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BE28EDF1-8AFD-08E9-7561-7D5EB5096331}"/>
              </a:ext>
            </a:extLst>
          </p:cNvPr>
          <p:cNvSpPr txBox="1"/>
          <p:nvPr/>
        </p:nvSpPr>
        <p:spPr>
          <a:xfrm>
            <a:off x="11965458" y="2907498"/>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dirty="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A84C4C20-FD97-34F0-C945-85840D8F4299}"/>
              </a:ext>
            </a:extLst>
          </p:cNvPr>
          <p:cNvSpPr txBox="1"/>
          <p:nvPr/>
        </p:nvSpPr>
        <p:spPr>
          <a:xfrm>
            <a:off x="2230093" y="1867455"/>
            <a:ext cx="2524182"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p>
        </p:txBody>
      </p:sp>
      <p:cxnSp>
        <p:nvCxnSpPr>
          <p:cNvPr id="12" name="Straight Connector 11">
            <a:extLst>
              <a:ext uri="{FF2B5EF4-FFF2-40B4-BE49-F238E27FC236}">
                <a16:creationId xmlns:a16="http://schemas.microsoft.com/office/drawing/2014/main" id="{47EC83D3-0DA7-2690-A11C-BAA18B59C609}"/>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5FACC553-88C5-0383-5996-4742F0274A31}"/>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371044F6-4515-711A-826E-9008D6459B5D}"/>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6DA6229D-AC79-CFBF-692D-8BDC5CEE2D3B}"/>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C8267079-CA1B-C714-C78C-186F35BF5EA1}"/>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5BBD5737-C241-A429-A0D2-54B71D6D90B4}"/>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E43A671F-53CB-BDAA-D78E-6BA7E7B80617}"/>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BA57B587-6883-76E1-B102-112B840DEF65}"/>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13" name="Group 12">
            <a:extLst>
              <a:ext uri="{FF2B5EF4-FFF2-40B4-BE49-F238E27FC236}">
                <a16:creationId xmlns:a16="http://schemas.microsoft.com/office/drawing/2014/main" id="{A275D094-3794-B2C4-62BE-7D7B6085B578}"/>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7B88A033-FF37-E26A-B3DB-D88632D51CE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B9327D95-53F7-A8C7-FF7A-1E5A8155078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1CA9BBC8-1719-00F7-79C5-C9B1AAE8E2F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A643D577-5DCE-C607-FE61-223A005624BF}"/>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046711617"/>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357351-F52D-5FBB-71F7-25D2A767037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C357A92-633A-8D5F-F6C3-E82B48539F46}"/>
              </a:ext>
            </a:extLst>
          </p:cNvPr>
          <p:cNvSpPr>
            <a:spLocks noGrp="1"/>
          </p:cNvSpPr>
          <p:nvPr>
            <p:ph type="sldNum" sz="quarter" idx="14"/>
          </p:nvPr>
        </p:nvSpPr>
        <p:spPr/>
        <p:txBody>
          <a:bodyPr/>
          <a:lstStyle/>
          <a:p>
            <a:fld id="{9BBCFCA3-D307-4DD3-86E3-CC1388E97AC0}" type="slidenum">
              <a:rPr lang="en-US" smtClean="0"/>
              <a:pPr/>
              <a:t>125</a:t>
            </a:fld>
            <a:endParaRPr lang="en-US"/>
          </a:p>
        </p:txBody>
      </p:sp>
      <p:grpSp>
        <p:nvGrpSpPr>
          <p:cNvPr id="10" name="Group 9">
            <a:extLst>
              <a:ext uri="{FF2B5EF4-FFF2-40B4-BE49-F238E27FC236}">
                <a16:creationId xmlns:a16="http://schemas.microsoft.com/office/drawing/2014/main" id="{5C8802CD-1387-559F-F68A-C778BDBEABFA}"/>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87ACC042-A848-77A9-A9F6-008E147B0DFF}"/>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275D2D5-EB23-8C57-2F42-BC8B5F69F12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2474381E-84CD-FFC3-5440-2DCF40AE53FD}"/>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2B9E8EED-DD15-3968-C9BE-33E80609296C}"/>
              </a:ext>
            </a:extLst>
          </p:cNvPr>
          <p:cNvGraphicFramePr>
            <a:graphicFrameLocks noGrp="1"/>
          </p:cNvGraphicFramePr>
          <p:nvPr>
            <p:extLst>
              <p:ext uri="{D42A27DB-BD31-4B8C-83A1-F6EECF244321}">
                <p14:modId xmlns:p14="http://schemas.microsoft.com/office/powerpoint/2010/main" val="1792198424"/>
              </p:ext>
            </p:extLst>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dirty="0">
                          <a:solidFill>
                            <a:srgbClr val="000000"/>
                          </a:solidFill>
                          <a:effectLst/>
                          <a:latin typeface="Avenir Next LT Pro" panose="020B0504020202020204" pitchFamily="34" charset="0"/>
                        </a:rPr>
                        <a:t>Unbranded Sequential Monadic Full Sample CLT</a:t>
                      </a:r>
                      <a:br>
                        <a:rPr lang="en-US" sz="1600" b="1" i="0" u="none" strike="noStrike" dirty="0">
                          <a:solidFill>
                            <a:srgbClr val="000000"/>
                          </a:solidFill>
                          <a:effectLst/>
                          <a:latin typeface="Avenir Next LT Pro" panose="020B0504020202020204" pitchFamily="34" charset="0"/>
                        </a:rPr>
                      </a:br>
                      <a:r>
                        <a:rPr lang="en-US" sz="1600" b="1" i="0" u="none" strike="noStrike" dirty="0">
                          <a:solidFill>
                            <a:srgbClr val="000000"/>
                          </a:solidFill>
                          <a:effectLst/>
                          <a:latin typeface="Avenir Next LT Pro" panose="020B0504020202020204" pitchFamily="34" charset="0"/>
                        </a:rPr>
                        <a:t>Sensory Attribute Penalty Analysis (JAR)</a:t>
                      </a:r>
                      <a:br>
                        <a:rPr lang="en-US" sz="1600" b="1" i="0" u="none" strike="noStrike" dirty="0">
                          <a:solidFill>
                            <a:srgbClr val="000000"/>
                          </a:solidFill>
                          <a:effectLst/>
                          <a:latin typeface="Avenir Next LT Pro" panose="020B0504020202020204" pitchFamily="34" charset="0"/>
                        </a:rPr>
                      </a:br>
                      <a:r>
                        <a:rPr lang="en-US" sz="1100" b="0" i="0" u="none" strike="noStrike" dirty="0">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dirty="0">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7.00</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CF0553DA-272C-D490-1955-B77E14F8C12F}"/>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623BDF0E-7F4A-F168-D2EC-9993E2FD9F89}"/>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F7BBB137-9436-C0E0-2EF6-DE4889C1B3CC}"/>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C4D92753-0478-4CB6-267C-7BE75D4025AA}"/>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F0A8ACF4-D770-2BE0-5262-CE9AF4D88C5D}"/>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3DC50622-97B7-6258-6D7D-219EC6FFFDB5}"/>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56C0F7DB-6EF2-6AAB-141A-A1D927EBA11A}"/>
              </a:ext>
            </a:extLst>
          </p:cNvPr>
          <p:cNvSpPr txBox="1"/>
          <p:nvPr/>
        </p:nvSpPr>
        <p:spPr>
          <a:xfrm>
            <a:off x="533731" y="1929311"/>
            <a:ext cx="1635480" cy="646331"/>
          </a:xfrm>
          <a:prstGeom prst="rect">
            <a:avLst/>
          </a:prstGeom>
          <a:solidFill>
            <a:srgbClr val="FF99FF"/>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CCOT</a:t>
            </a:r>
          </a:p>
          <a:p>
            <a:pPr algn="ctr">
              <a:defRPr/>
            </a:pPr>
            <a:r>
              <a:rPr lang="en-US" sz="1400" b="1" kern="0" dirty="0">
                <a:solidFill>
                  <a:prstClr val="white"/>
                </a:solidFill>
                <a:latin typeface="Avenir Next LT Pro" panose="020B0504020202020204" pitchFamily="34" charset="0"/>
              </a:rPr>
              <a:t>N ~ 227 per Product</a:t>
            </a:r>
          </a:p>
        </p:txBody>
      </p:sp>
      <p:sp>
        <p:nvSpPr>
          <p:cNvPr id="30" name="TextBox 29">
            <a:extLst>
              <a:ext uri="{FF2B5EF4-FFF2-40B4-BE49-F238E27FC236}">
                <a16:creationId xmlns:a16="http://schemas.microsoft.com/office/drawing/2014/main" id="{E112DFE7-3D42-B619-4C8C-929D30D0B81E}"/>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7580EFFD-0FDD-6521-BCA7-0F7920A906CD}"/>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2BFE03F6-9840-099B-032B-B53BD6EB2DCF}"/>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1D01EE9D-889F-1227-A23A-1A37B5E51EDD}"/>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2951E65A-718B-706F-BF25-ED4E208CC0B7}"/>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089FD0C5-DC4D-57B4-DF27-25F2EFFA34FE}"/>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7B08C18D-DA72-FD06-E1C2-9363D6752807}"/>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D4FDAFE2-C991-75A4-8521-6E742A1449E7}"/>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153C468E-CCCD-D89A-72D0-7CCAF66480D5}"/>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8DBEE89F-1ACF-7696-EF74-D6C7D41503CE}"/>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DDD4D49E-D6A9-B714-68D1-126F4AE33B46}"/>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208F6C5D-A6A8-46D4-03C8-33DC6A8D77C9}"/>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8656B9E3-B918-B2CE-17E5-061F7490683B}"/>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67136D21-05CE-496F-0002-B337462F18EA}"/>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01F5B47B-6E62-DD18-C2BA-92A0D6FE1BC3}"/>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4" name="Group 23">
            <a:extLst>
              <a:ext uri="{FF2B5EF4-FFF2-40B4-BE49-F238E27FC236}">
                <a16:creationId xmlns:a16="http://schemas.microsoft.com/office/drawing/2014/main" id="{F8F37570-4F31-B48B-14E3-188235BCCB01}"/>
              </a:ext>
            </a:extLst>
          </p:cNvPr>
          <p:cNvGrpSpPr/>
          <p:nvPr/>
        </p:nvGrpSpPr>
        <p:grpSpPr>
          <a:xfrm>
            <a:off x="8684218" y="94368"/>
            <a:ext cx="5855930" cy="1875295"/>
            <a:chOff x="8684218" y="94368"/>
            <a:chExt cx="5855930" cy="1875295"/>
          </a:xfrm>
        </p:grpSpPr>
        <p:sp>
          <p:nvSpPr>
            <p:cNvPr id="25" name="Rectangle 24">
              <a:extLst>
                <a:ext uri="{FF2B5EF4-FFF2-40B4-BE49-F238E27FC236}">
                  <a16:creationId xmlns:a16="http://schemas.microsoft.com/office/drawing/2014/main" id="{E4BFA955-D456-545D-87C8-975A8DB7886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277BB6DD-3384-E5FF-9C15-3414EE74E63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E80808E1-8C8C-86A5-E980-E80F127DEDD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38D13302-A2FA-A471-5FFF-69E312ABEA11}"/>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253101188"/>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14A9C2-BCF0-F0D8-0C3B-D2036D298013}"/>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BD6FE1CE-9D29-2015-9F8B-5E0C69AFE2DA}"/>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815B408A-5FF2-BC79-2C2D-185F8FB2FFD4}"/>
              </a:ext>
            </a:extLst>
          </p:cNvPr>
          <p:cNvSpPr>
            <a:spLocks noGrp="1"/>
          </p:cNvSpPr>
          <p:nvPr>
            <p:ph type="sldNum" sz="quarter" idx="14"/>
          </p:nvPr>
        </p:nvSpPr>
        <p:spPr/>
        <p:txBody>
          <a:bodyPr/>
          <a:lstStyle/>
          <a:p>
            <a:fld id="{9BBCFCA3-D307-4DD3-86E3-CC1388E97AC0}" type="slidenum">
              <a:rPr lang="en-US" smtClean="0"/>
              <a:pPr/>
              <a:t>126</a:t>
            </a:fld>
            <a:endParaRPr lang="en-US"/>
          </a:p>
        </p:txBody>
      </p:sp>
      <p:grpSp>
        <p:nvGrpSpPr>
          <p:cNvPr id="10" name="Group 9">
            <a:extLst>
              <a:ext uri="{FF2B5EF4-FFF2-40B4-BE49-F238E27FC236}">
                <a16:creationId xmlns:a16="http://schemas.microsoft.com/office/drawing/2014/main" id="{3E99F8AE-3E8C-E31D-285D-A27C9CFF469C}"/>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103AC43F-D1AC-0911-AD23-92DF6B4B931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30C3C6D7-A43F-C030-A115-D057AF033BB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C9CE51FB-ACBE-CEA6-38B5-B660080B695A}"/>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6BD6CCB6-7651-3EA6-04CC-1A3F4D46EA30}"/>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3F9E8346-514F-0E31-150A-93C6E1319D0E}"/>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373F4227-8405-7F7F-E52C-73A5A109C6C5}"/>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53FBC669-7ACE-AE51-C473-9A1FBB8D28EA}"/>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7B171F3A-6297-9E36-541C-B5C7CC981D52}"/>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00E2D532-AEFC-97A1-0322-9A2C3DD64E65}"/>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D2A7C5AF-A92E-5472-B872-3E404DB27305}"/>
              </a:ext>
            </a:extLst>
          </p:cNvPr>
          <p:cNvSpPr txBox="1"/>
          <p:nvPr/>
        </p:nvSpPr>
        <p:spPr>
          <a:xfrm>
            <a:off x="273131" y="2129673"/>
            <a:ext cx="2265531"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p>
        </p:txBody>
      </p:sp>
      <p:cxnSp>
        <p:nvCxnSpPr>
          <p:cNvPr id="7" name="Straight Connector 6">
            <a:extLst>
              <a:ext uri="{FF2B5EF4-FFF2-40B4-BE49-F238E27FC236}">
                <a16:creationId xmlns:a16="http://schemas.microsoft.com/office/drawing/2014/main" id="{0D9B5B15-F2E1-8D8D-3E10-7D559B33DF08}"/>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3FCF2BA7-F921-7BA5-49ED-1E61F1DB2AC9}"/>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4E07BE23-3646-7E4B-EFC9-068D03FC68C6}"/>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17" name="Group 16">
            <a:extLst>
              <a:ext uri="{FF2B5EF4-FFF2-40B4-BE49-F238E27FC236}">
                <a16:creationId xmlns:a16="http://schemas.microsoft.com/office/drawing/2014/main" id="{A0F8EB31-9821-692E-69CB-F91893935787}"/>
              </a:ext>
            </a:extLst>
          </p:cNvPr>
          <p:cNvGrpSpPr/>
          <p:nvPr/>
        </p:nvGrpSpPr>
        <p:grpSpPr>
          <a:xfrm>
            <a:off x="8684218" y="94368"/>
            <a:ext cx="5855930" cy="1551678"/>
            <a:chOff x="8684218" y="94368"/>
            <a:chExt cx="5855930" cy="1551678"/>
          </a:xfrm>
        </p:grpSpPr>
        <p:sp>
          <p:nvSpPr>
            <p:cNvPr id="18" name="Rectangle 17">
              <a:extLst>
                <a:ext uri="{FF2B5EF4-FFF2-40B4-BE49-F238E27FC236}">
                  <a16:creationId xmlns:a16="http://schemas.microsoft.com/office/drawing/2014/main" id="{5174F629-90D5-15F9-CED3-0F7B9BE1739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9" name="TextBox 18">
              <a:extLst>
                <a:ext uri="{FF2B5EF4-FFF2-40B4-BE49-F238E27FC236}">
                  <a16:creationId xmlns:a16="http://schemas.microsoft.com/office/drawing/2014/main" id="{D30BA728-88C1-34CC-E2EF-E332700F4B3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02308E1D-63CD-6077-090E-429F3E8B3F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D967EA4-2FE7-3F83-7F76-D07652A8060E}"/>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946573627"/>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267D90-6912-C6F8-7E2F-DD408438D356}"/>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D5FC9B3F-0152-44FA-D665-502F5A63942E}"/>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1153D7BD-93E7-14A4-5F74-8E59C1715670}"/>
              </a:ext>
            </a:extLst>
          </p:cNvPr>
          <p:cNvGraphicFramePr>
            <a:graphicFrameLocks/>
          </p:cNvGraphicFramePr>
          <p:nvPr>
            <p:extLst>
              <p:ext uri="{D42A27DB-BD31-4B8C-83A1-F6EECF244321}">
                <p14:modId xmlns:p14="http://schemas.microsoft.com/office/powerpoint/2010/main" val="1018215616"/>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ABD4FE91-EDEB-E9D9-E423-B62131E0A492}"/>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87672B95-FAA5-6C7D-D187-405E144772EB}"/>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C743E77-A11E-568C-E862-305DF92757FF}"/>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DB7DF030-4391-AD2F-D902-83F7269350E1}"/>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B8ABFE12-D615-8290-4306-0EE63A38F8E6}"/>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60%	</a:t>
              </a:r>
            </a:p>
            <a:p>
              <a:pPr defTabSz="548618">
                <a:defRPr/>
              </a:pPr>
              <a:r>
                <a:rPr lang="en-US" sz="1000" dirty="0">
                  <a:solidFill>
                    <a:srgbClr val="FFFFFF"/>
                  </a:solidFill>
                  <a:latin typeface="Avenir Next LT Pro" panose="020B0504020202020204" pitchFamily="34" charset="0"/>
                </a:rPr>
                <a:t>Cola Flavor			58%</a:t>
              </a:r>
            </a:p>
            <a:p>
              <a:pPr defTabSz="548618">
                <a:defRPr/>
              </a:pPr>
              <a:r>
                <a:rPr lang="en-US" sz="1000" dirty="0">
                  <a:solidFill>
                    <a:srgbClr val="FFFFFF"/>
                  </a:solidFill>
                  <a:latin typeface="Avenir Next LT Pro" panose="020B0504020202020204" pitchFamily="34" charset="0"/>
                </a:rPr>
                <a:t>Sweetness			63%</a:t>
              </a:r>
            </a:p>
            <a:p>
              <a:pPr defTabSz="548618">
                <a:defRPr/>
              </a:pPr>
              <a:r>
                <a:rPr lang="en-US" sz="1000" dirty="0">
                  <a:solidFill>
                    <a:srgbClr val="FFFFFF"/>
                  </a:solidFill>
                  <a:latin typeface="Avenir Next LT Pro" panose="020B0504020202020204" pitchFamily="34" charset="0"/>
                </a:rPr>
                <a:t>Sourness 			78%</a:t>
              </a:r>
            </a:p>
            <a:p>
              <a:pPr defTabSz="548618">
                <a:defRPr/>
              </a:pPr>
              <a:r>
                <a:rPr lang="en-US" sz="1000" dirty="0">
                  <a:solidFill>
                    <a:srgbClr val="FFFFFF"/>
                  </a:solidFill>
                  <a:latin typeface="Avenir Next LT Pro" panose="020B0504020202020204" pitchFamily="34" charset="0"/>
                </a:rPr>
                <a:t>Mouthfeel			85%</a:t>
              </a:r>
            </a:p>
            <a:p>
              <a:pPr defTabSz="548618">
                <a:defRPr/>
              </a:pPr>
              <a:r>
                <a:rPr lang="en-US" sz="1000" dirty="0">
                  <a:solidFill>
                    <a:srgbClr val="FFFFFF"/>
                  </a:solidFill>
                  <a:latin typeface="Avenir Next LT Pro" panose="020B0504020202020204" pitchFamily="34" charset="0"/>
                </a:rPr>
                <a:t>Carbonation			64%</a:t>
              </a:r>
            </a:p>
          </p:txBody>
        </p:sp>
      </p:grpSp>
      <p:sp>
        <p:nvSpPr>
          <p:cNvPr id="4" name="Slide Number Placeholder 3">
            <a:extLst>
              <a:ext uri="{FF2B5EF4-FFF2-40B4-BE49-F238E27FC236}">
                <a16:creationId xmlns:a16="http://schemas.microsoft.com/office/drawing/2014/main" id="{0B49AC50-B459-0274-1D31-112AFB3A5BD4}"/>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127</a:t>
            </a:fld>
            <a:endParaRPr lang="en-US">
              <a:solidFill>
                <a:srgbClr val="52565E"/>
              </a:solidFill>
              <a:latin typeface="Unity"/>
            </a:endParaRPr>
          </a:p>
        </p:txBody>
      </p:sp>
      <p:grpSp>
        <p:nvGrpSpPr>
          <p:cNvPr id="10" name="Group 9">
            <a:extLst>
              <a:ext uri="{FF2B5EF4-FFF2-40B4-BE49-F238E27FC236}">
                <a16:creationId xmlns:a16="http://schemas.microsoft.com/office/drawing/2014/main" id="{EBB5E554-8870-A9CB-2FC3-AD523BBE2092}"/>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79E6DD5A-3EAE-BE21-FBC4-9E0004987AD3}"/>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33E2B70D-1055-5201-D7FF-83C5F2D5642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74955B06-357E-9921-BCFB-E6E07DC7BE80}"/>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6D19A6DE-283D-E44C-5A7D-D33126F3BC31}"/>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40EF1287-046B-5BF5-526A-0AB1B084DABD}"/>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DA7E4D56-E2AE-E766-517B-A3B19D9DCECB}"/>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FDE2B627-3561-7147-46B9-2E11145868B8}"/>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69145A56-EE73-064D-FEF3-A3CB618211E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15A0A217-DD32-9FCF-E9AB-02A8C220FFD1}"/>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3" name="Picture 12" descr="A bottle of soda with a red label&#10;&#10;Description automatically generated">
              <a:extLst>
                <a:ext uri="{FF2B5EF4-FFF2-40B4-BE49-F238E27FC236}">
                  <a16:creationId xmlns:a16="http://schemas.microsoft.com/office/drawing/2014/main" id="{93F902E1-59C5-0E91-F5F1-8537356E0D0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4" name="Picture 13" descr="A flag on a button&#10;&#10;Description automatically generated">
              <a:extLst>
                <a:ext uri="{FF2B5EF4-FFF2-40B4-BE49-F238E27FC236}">
                  <a16:creationId xmlns:a16="http://schemas.microsoft.com/office/drawing/2014/main" id="{8023FF22-4D3C-A4D0-F27E-FDE5305080B8}"/>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73427374"/>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C00A85-48EA-B60E-3144-52473A37EC7E}"/>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3BC52955-4E23-C283-3B7D-2549A311AF35}"/>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FE66306F-1CFD-084D-D996-82B5A8C2A7F7}"/>
              </a:ext>
            </a:extLst>
          </p:cNvPr>
          <p:cNvGraphicFramePr>
            <a:graphicFrameLocks/>
          </p:cNvGraphicFramePr>
          <p:nvPr>
            <p:extLst>
              <p:ext uri="{D42A27DB-BD31-4B8C-83A1-F6EECF244321}">
                <p14:modId xmlns:p14="http://schemas.microsoft.com/office/powerpoint/2010/main" val="397011615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E2B74D36-E3A0-3A6F-D020-F56B25274936}"/>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E4407254-EC7B-86EC-AD8A-9C77E3F0100C}"/>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9ED11E15-85FA-9306-8E3B-FD5C8D37C57F}"/>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39466349-DDC6-9039-9980-8B0CB73D9272}"/>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6C1C5AA-9FB1-CB1E-C122-A4CB5CA3C271}"/>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69%</a:t>
              </a:r>
            </a:p>
            <a:p>
              <a:pPr defTabSz="548618">
                <a:defRPr/>
              </a:pPr>
              <a:r>
                <a:rPr lang="en-US" sz="1000" dirty="0">
                  <a:solidFill>
                    <a:srgbClr val="FFFFFF"/>
                  </a:solidFill>
                  <a:latin typeface="Avenir Next LT Pro" panose="020B0504020202020204" pitchFamily="34" charset="0"/>
                </a:rPr>
                <a:t>Overall Flavor			63%	</a:t>
              </a:r>
            </a:p>
            <a:p>
              <a:pPr defTabSz="548618">
                <a:defRPr/>
              </a:pPr>
              <a:r>
                <a:rPr lang="en-US" sz="1000" dirty="0">
                  <a:solidFill>
                    <a:srgbClr val="FFFFFF"/>
                  </a:solidFill>
                  <a:latin typeface="Avenir Next LT Pro" panose="020B0504020202020204" pitchFamily="34" charset="0"/>
                </a:rPr>
                <a:t>Cola Flavor			61%</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81%</a:t>
              </a:r>
            </a:p>
            <a:p>
              <a:pPr defTabSz="548618">
                <a:defRPr/>
              </a:pPr>
              <a:r>
                <a:rPr lang="en-US" sz="1000" dirty="0">
                  <a:solidFill>
                    <a:srgbClr val="FFFFFF"/>
                  </a:solidFill>
                  <a:latin typeface="Avenir Next LT Pro" panose="020B0504020202020204" pitchFamily="34" charset="0"/>
                </a:rPr>
                <a:t>Mouthfeel			74%</a:t>
              </a:r>
            </a:p>
            <a:p>
              <a:pPr defTabSz="548618">
                <a:defRPr/>
              </a:pPr>
              <a:r>
                <a:rPr lang="en-US" sz="1000" dirty="0">
                  <a:solidFill>
                    <a:srgbClr val="FFFFFF"/>
                  </a:solidFill>
                  <a:latin typeface="Avenir Next LT Pro" panose="020B0504020202020204" pitchFamily="34" charset="0"/>
                </a:rPr>
                <a:t>Carbonation			68%</a:t>
              </a:r>
            </a:p>
          </p:txBody>
        </p:sp>
      </p:grpSp>
      <p:sp>
        <p:nvSpPr>
          <p:cNvPr id="4" name="Slide Number Placeholder 3">
            <a:extLst>
              <a:ext uri="{FF2B5EF4-FFF2-40B4-BE49-F238E27FC236}">
                <a16:creationId xmlns:a16="http://schemas.microsoft.com/office/drawing/2014/main" id="{E443BC2F-A3F5-DF86-E11E-29977A69E29E}"/>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128</a:t>
            </a:fld>
            <a:endParaRPr lang="en-US">
              <a:solidFill>
                <a:srgbClr val="52565E"/>
              </a:solidFill>
              <a:latin typeface="Unity"/>
            </a:endParaRPr>
          </a:p>
        </p:txBody>
      </p:sp>
      <p:grpSp>
        <p:nvGrpSpPr>
          <p:cNvPr id="10" name="Group 9">
            <a:extLst>
              <a:ext uri="{FF2B5EF4-FFF2-40B4-BE49-F238E27FC236}">
                <a16:creationId xmlns:a16="http://schemas.microsoft.com/office/drawing/2014/main" id="{B4B9C462-929B-D435-0E42-4BCF68DF775C}"/>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48CBF62A-9985-190A-3598-F619CFAB1D86}"/>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87954A61-4AD8-DC2C-8865-2D9778EDFCA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D4613547-8D80-2344-C724-1A517F26C5BF}"/>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6F12CFDF-5FFA-E673-1108-3B9239E014A6}"/>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A5F8FE23-ED9D-57B2-BAAF-A8EEC59A09D3}"/>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004CC135-EA6C-0C2F-A225-DB298C20000A}"/>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BEFB2BB8-5120-3B72-88EB-6E03EC70AB9D}"/>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FE0B85B3-FF8D-8CF4-F8CF-D9B089D4A9A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F3A484A4-27D7-9A18-B9B8-C00F80F3687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A8EBA827-72BB-5191-0155-3BE8E5A17D0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F9AEEB4B-D7A7-FE5D-0CDC-FEBDBB8C177F}"/>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809070599"/>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D7250C-24C3-8412-1B6B-1C3A08600EB8}"/>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37CBB7E7-33CA-9289-6216-34257A985AA5}"/>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715326CF-D36C-2BB5-929A-037B42DD9846}"/>
              </a:ext>
            </a:extLst>
          </p:cNvPr>
          <p:cNvGraphicFramePr>
            <a:graphicFrameLocks/>
          </p:cNvGraphicFramePr>
          <p:nvPr>
            <p:extLst>
              <p:ext uri="{D42A27DB-BD31-4B8C-83A1-F6EECF244321}">
                <p14:modId xmlns:p14="http://schemas.microsoft.com/office/powerpoint/2010/main" val="1078584993"/>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2F60139F-D0DF-5CBE-0B9B-2FC1ABB18E78}"/>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339C5980-2D9E-2BDD-87BE-2C0F079AA78D}"/>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E384751B-B511-4B33-D608-D848DFDB6833}"/>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F7AAE6E2-339C-B17F-B57A-33A591E13B94}"/>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D5F4598C-1351-66CF-B23B-394E9200E77C}"/>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62%	</a:t>
              </a:r>
            </a:p>
            <a:p>
              <a:pPr defTabSz="548618">
                <a:defRPr/>
              </a:pPr>
              <a:r>
                <a:rPr lang="en-US" sz="1000" dirty="0">
                  <a:solidFill>
                    <a:srgbClr val="FFFFFF"/>
                  </a:solidFill>
                  <a:latin typeface="Avenir Next LT Pro" panose="020B0504020202020204" pitchFamily="34" charset="0"/>
                </a:rPr>
                <a:t>Cola Flavor			62%</a:t>
              </a:r>
            </a:p>
            <a:p>
              <a:pPr defTabSz="548618">
                <a:defRPr/>
              </a:pPr>
              <a:r>
                <a:rPr lang="en-US" sz="1000" dirty="0">
                  <a:solidFill>
                    <a:srgbClr val="FFFFFF"/>
                  </a:solidFill>
                  <a:latin typeface="Avenir Next LT Pro" panose="020B0504020202020204" pitchFamily="34" charset="0"/>
                </a:rPr>
                <a:t>Sweetness			66%</a:t>
              </a:r>
            </a:p>
            <a:p>
              <a:pPr defTabSz="548618">
                <a:defRPr/>
              </a:pPr>
              <a:r>
                <a:rPr lang="en-US" sz="1000" dirty="0">
                  <a:solidFill>
                    <a:srgbClr val="FFFFFF"/>
                  </a:solidFill>
                  <a:latin typeface="Avenir Next LT Pro" panose="020B0504020202020204" pitchFamily="34" charset="0"/>
                </a:rPr>
                <a:t>Sourness 			80%</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69%</a:t>
              </a:r>
            </a:p>
          </p:txBody>
        </p:sp>
      </p:grpSp>
      <p:sp>
        <p:nvSpPr>
          <p:cNvPr id="4" name="Slide Number Placeholder 3">
            <a:extLst>
              <a:ext uri="{FF2B5EF4-FFF2-40B4-BE49-F238E27FC236}">
                <a16:creationId xmlns:a16="http://schemas.microsoft.com/office/drawing/2014/main" id="{ED5F19C6-E415-319B-D4A4-696D829089F4}"/>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129</a:t>
            </a:fld>
            <a:endParaRPr lang="en-US">
              <a:solidFill>
                <a:srgbClr val="52565E"/>
              </a:solidFill>
              <a:latin typeface="Unity"/>
            </a:endParaRPr>
          </a:p>
        </p:txBody>
      </p:sp>
      <p:grpSp>
        <p:nvGrpSpPr>
          <p:cNvPr id="10" name="Group 9">
            <a:extLst>
              <a:ext uri="{FF2B5EF4-FFF2-40B4-BE49-F238E27FC236}">
                <a16:creationId xmlns:a16="http://schemas.microsoft.com/office/drawing/2014/main" id="{BFF0035E-7DED-BC60-5101-F3D21D76764D}"/>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0FBB0F49-D4BF-AE29-2E83-3F200D78ED87}"/>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8EF4DC7A-5614-A62D-0099-A9CD22C8EAB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45FD3803-3574-0DD5-C921-2B8023A2F097}"/>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7A5D7E2-CA49-EBB4-2D95-D34BFA88AF93}"/>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DD619DD7-0BB1-5915-E789-8A80826F45BD}"/>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B4A2B599-E0F4-6BEC-3C3A-00C2589BC1C1}"/>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09AF61E5-BC07-5CD2-D297-3B6CA6B9B0B8}"/>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33B05691-1B59-DF0A-53D0-6A87121FC5C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B9CAF696-C100-B369-681C-BE66FDBED52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05F367DD-C7E5-2045-87CB-2C32B7ECF69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A7620982-739B-490D-D188-D6850AB53DC1}"/>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8169854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838739-1A43-FE2B-F0B8-49D902E8104B}"/>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543EDB9E-D9C0-856F-060A-EA5DBE7287DE}"/>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E4E58BA5-70E2-F607-4548-011031F4641D}"/>
              </a:ext>
            </a:extLst>
          </p:cNvPr>
          <p:cNvGraphicFramePr>
            <a:graphicFrameLocks/>
          </p:cNvGraphicFramePr>
          <p:nvPr>
            <p:extLst>
              <p:ext uri="{D42A27DB-BD31-4B8C-83A1-F6EECF244321}">
                <p14:modId xmlns:p14="http://schemas.microsoft.com/office/powerpoint/2010/main" val="168403184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3487FA0A-1E30-3255-BA7F-ED84A4A5A97C}"/>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3C46EA15-8A4F-9A7C-F459-0ADD535E4145}"/>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B1146A35-F0FB-CC29-815B-D036B06949B0}"/>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A7B682D3-6560-B729-108F-2297F7C89E9D}"/>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8CF56B96-0E04-E2F1-F94D-B475660D8460}"/>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59%	</a:t>
              </a:r>
            </a:p>
            <a:p>
              <a:pPr defTabSz="548618">
                <a:defRPr/>
              </a:pPr>
              <a:r>
                <a:rPr lang="en-US" sz="1000" dirty="0">
                  <a:solidFill>
                    <a:srgbClr val="FFFFFF"/>
                  </a:solidFill>
                  <a:latin typeface="Avenir Next LT Pro" panose="020B0504020202020204" pitchFamily="34" charset="0"/>
                </a:rPr>
                <a:t>Cola Flavor			59%</a:t>
              </a:r>
            </a:p>
            <a:p>
              <a:pPr defTabSz="548618">
                <a:defRPr/>
              </a:pPr>
              <a:r>
                <a:rPr lang="en-US" sz="1000" dirty="0">
                  <a:solidFill>
                    <a:srgbClr val="FFFFFF"/>
                  </a:solidFill>
                  <a:latin typeface="Avenir Next LT Pro" panose="020B0504020202020204" pitchFamily="34" charset="0"/>
                </a:rPr>
                <a:t>Sweetness			60%</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83%</a:t>
              </a:r>
            </a:p>
            <a:p>
              <a:pPr defTabSz="548618">
                <a:defRPr/>
              </a:pPr>
              <a:r>
                <a:rPr lang="en-US" sz="1000" dirty="0">
                  <a:solidFill>
                    <a:srgbClr val="FFFFFF"/>
                  </a:solidFill>
                  <a:latin typeface="Avenir Next LT Pro" panose="020B0504020202020204" pitchFamily="34" charset="0"/>
                </a:rPr>
                <a:t>Carbonation			61%</a:t>
              </a:r>
            </a:p>
          </p:txBody>
        </p:sp>
      </p:grpSp>
      <p:sp>
        <p:nvSpPr>
          <p:cNvPr id="4" name="Slide Number Placeholder 3">
            <a:extLst>
              <a:ext uri="{FF2B5EF4-FFF2-40B4-BE49-F238E27FC236}">
                <a16:creationId xmlns:a16="http://schemas.microsoft.com/office/drawing/2014/main" id="{FF99ED2F-8A88-B7B5-FB20-0B50885E8D96}"/>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130</a:t>
            </a:fld>
            <a:endParaRPr lang="en-US">
              <a:solidFill>
                <a:srgbClr val="52565E"/>
              </a:solidFill>
              <a:latin typeface="Unity"/>
            </a:endParaRPr>
          </a:p>
        </p:txBody>
      </p:sp>
      <p:grpSp>
        <p:nvGrpSpPr>
          <p:cNvPr id="10" name="Group 9">
            <a:extLst>
              <a:ext uri="{FF2B5EF4-FFF2-40B4-BE49-F238E27FC236}">
                <a16:creationId xmlns:a16="http://schemas.microsoft.com/office/drawing/2014/main" id="{0AB87059-74B0-45E4-5614-329BDA23A671}"/>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75B67F7-0BA3-9FA3-D40C-2C0F58A35BB6}"/>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6B49012-8463-3D0A-E248-0F346D12386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A994F269-2A4A-8E42-5DFC-08AA33AAA2C0}"/>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BF9FA14-C3B6-EF75-2F54-0FC045D55DBF}"/>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D33FA426-6460-B55F-1DB5-DC4185250BE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9CB3C585-FFB8-1E5A-F385-BB9FE5D91C7A}"/>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A244CF51-88CA-9B8A-342A-E181642703F2}"/>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237F5B06-4FBB-9407-BA8C-6D196FC3F69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7D2CD76E-EE3A-3A5E-721F-CA717BD98F1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DC1F951C-6D8D-F0F4-8E84-27B1D57F8FB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9D163193-2091-1093-A120-DF791BCDBB31}"/>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497811292"/>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0D88B6-5E6A-BE9C-C42C-A78BB546AF8D}"/>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652E5836-AFE2-2056-921F-7DCB66B19E40}"/>
              </a:ext>
            </a:extLst>
          </p:cNvPr>
          <p:cNvGraphicFramePr>
            <a:graphicFrameLocks/>
          </p:cNvGraphicFramePr>
          <p:nvPr>
            <p:extLst>
              <p:ext uri="{D42A27DB-BD31-4B8C-83A1-F6EECF244321}">
                <p14:modId xmlns:p14="http://schemas.microsoft.com/office/powerpoint/2010/main" val="2718648793"/>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079513A1-A606-E11C-F8F8-7D31FEB5AB1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427F95B7-9090-9293-2E54-E032BAE8C2E6}"/>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44E6874A-EA27-773B-E33E-89DC38DEDE3A}"/>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2081860E-8DA4-5533-91F8-BCAE9397C382}"/>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38BA63BD-492A-C414-1A7A-EDEAAE5623C1}"/>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B51EB2ED-B53B-A537-5B0F-DC9DCB403101}"/>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37D038AA-98A8-A17B-7F72-574CF112C9D8}"/>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86FE70B8-6BE0-D1AD-235F-FC24FC318A69}"/>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16DEC996-3153-DF96-3EE8-584C37D8323C}"/>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26C09159-C543-3C77-CE60-ED8F7E5256F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824667AB-86F7-AB84-C649-EE3F6C9838A2}"/>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27F625A6-8417-DC9B-08C1-DCD32F19C10E}"/>
              </a:ext>
            </a:extLst>
          </p:cNvPr>
          <p:cNvGraphicFramePr>
            <a:graphicFrameLocks noGrp="1"/>
          </p:cNvGraphicFramePr>
          <p:nvPr>
            <p:extLst>
              <p:ext uri="{D42A27DB-BD31-4B8C-83A1-F6EECF244321}">
                <p14:modId xmlns:p14="http://schemas.microsoft.com/office/powerpoint/2010/main" val="2710516375"/>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6.61</a:t>
                      </a:r>
                    </a:p>
                    <a:p>
                      <a:pPr algn="ctr"/>
                      <a:r>
                        <a:rPr lang="en-US" sz="1400" dirty="0">
                          <a:latin typeface="Avenir Next LT Pro" panose="020B0504020202020204" pitchFamily="34" charset="0"/>
                        </a:rPr>
                        <a:t>40%</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6.81</a:t>
                      </a:r>
                    </a:p>
                    <a:p>
                      <a:pPr algn="ctr"/>
                      <a:r>
                        <a:rPr lang="en-US" sz="1400" dirty="0">
                          <a:latin typeface="Avenir Next LT Pro" panose="020B0504020202020204" pitchFamily="34" charset="0"/>
                        </a:rPr>
                        <a:t>48%</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6.91</a:t>
                      </a:r>
                    </a:p>
                    <a:p>
                      <a:pPr algn="ctr"/>
                      <a:r>
                        <a:rPr lang="en-US" sz="1400" dirty="0">
                          <a:latin typeface="Avenir Next LT Pro" panose="020B0504020202020204" pitchFamily="34" charset="0"/>
                        </a:rPr>
                        <a:t>47%</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6.59</a:t>
                      </a:r>
                    </a:p>
                    <a:p>
                      <a:pPr algn="ctr"/>
                      <a:r>
                        <a:rPr lang="en-US" sz="1400" dirty="0">
                          <a:latin typeface="Avenir Next LT Pro" panose="020B0504020202020204" pitchFamily="34" charset="0"/>
                        </a:rPr>
                        <a:t>42%</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846F2A4D-032B-6D75-1A36-EFAD7704544D}"/>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3FF37957-0F79-D876-EE20-A05C6A13808F}"/>
              </a:ext>
            </a:extLst>
          </p:cNvPr>
          <p:cNvSpPr txBox="1"/>
          <p:nvPr/>
        </p:nvSpPr>
        <p:spPr>
          <a:xfrm>
            <a:off x="2230093" y="1867455"/>
            <a:ext cx="2524182" cy="276999"/>
          </a:xfrm>
          <a:prstGeom prst="rect">
            <a:avLst/>
          </a:prstGeom>
          <a:solidFill>
            <a:srgbClr val="FF66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1-3x M CCOT</a:t>
            </a:r>
          </a:p>
        </p:txBody>
      </p:sp>
      <p:cxnSp>
        <p:nvCxnSpPr>
          <p:cNvPr id="12" name="Straight Connector 11">
            <a:extLst>
              <a:ext uri="{FF2B5EF4-FFF2-40B4-BE49-F238E27FC236}">
                <a16:creationId xmlns:a16="http://schemas.microsoft.com/office/drawing/2014/main" id="{712686B2-86E8-14F4-648A-D9771EA19720}"/>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87203C02-B78B-93EF-1E53-F4FF36F38453}"/>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38EC3529-F697-14DD-29CF-B6E3F730E7E9}"/>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77E5237A-83AF-4140-1054-960FA665BE9B}"/>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537B7FB0-BABE-1D50-1DFF-B918A36E0127}"/>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110C4F82-8250-ADD5-89D5-75CB3A02656D}"/>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071F1A92-BB8C-7C8D-8F61-9E70854EE5F8}"/>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1F594BF0-98E0-6A95-78EB-DA436C925D88}"/>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13" name="Group 12">
            <a:extLst>
              <a:ext uri="{FF2B5EF4-FFF2-40B4-BE49-F238E27FC236}">
                <a16:creationId xmlns:a16="http://schemas.microsoft.com/office/drawing/2014/main" id="{0A264A23-8423-E6FA-EAD7-C2F5A92B8397}"/>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9C4B6BA5-CBB0-49FA-C42E-889E6C10A9D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B8D5BBAA-4213-EB6E-D47B-02E6FC3C2EBD}"/>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8F48436B-1DB7-7AB5-CF93-32F3037E83C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C2D0B632-C541-D970-FDCC-7E191D67359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194743227"/>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1D3E25-6746-597F-DB70-CBDE7B33450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30E7051-9622-CAD1-7761-2A8D244FB5B4}"/>
              </a:ext>
            </a:extLst>
          </p:cNvPr>
          <p:cNvSpPr>
            <a:spLocks noGrp="1"/>
          </p:cNvSpPr>
          <p:nvPr>
            <p:ph type="sldNum" sz="quarter" idx="14"/>
          </p:nvPr>
        </p:nvSpPr>
        <p:spPr/>
        <p:txBody>
          <a:bodyPr/>
          <a:lstStyle/>
          <a:p>
            <a:fld id="{9BBCFCA3-D307-4DD3-86E3-CC1388E97AC0}" type="slidenum">
              <a:rPr lang="en-US" smtClean="0"/>
              <a:pPr/>
              <a:t>132</a:t>
            </a:fld>
            <a:endParaRPr lang="en-US"/>
          </a:p>
        </p:txBody>
      </p:sp>
      <p:grpSp>
        <p:nvGrpSpPr>
          <p:cNvPr id="10" name="Group 9">
            <a:extLst>
              <a:ext uri="{FF2B5EF4-FFF2-40B4-BE49-F238E27FC236}">
                <a16:creationId xmlns:a16="http://schemas.microsoft.com/office/drawing/2014/main" id="{320F714E-DB6C-0891-3210-2B7897A9E6D5}"/>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09650920-14D7-5F35-C994-E8AA015FBA3F}"/>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BC59D1CD-7A9B-AFD2-CF38-5AF8327141C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072FE823-19D7-3103-42E3-A5B45339139C}"/>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72D38E87-C77D-DC4E-6BE6-8CFC3463F97D}"/>
              </a:ext>
            </a:extLst>
          </p:cNvPr>
          <p:cNvGraphicFramePr>
            <a:graphicFrameLocks noGrp="1"/>
          </p:cNvGraphicFramePr>
          <p:nvPr>
            <p:extLst>
              <p:ext uri="{D42A27DB-BD31-4B8C-83A1-F6EECF244321}">
                <p14:modId xmlns:p14="http://schemas.microsoft.com/office/powerpoint/2010/main" val="2029113925"/>
              </p:ext>
            </p:extLst>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7.18</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3CDEDFA2-D378-7B43-567C-455347A0D10A}"/>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29312210-304A-56DB-74E4-A883C812FAEA}"/>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9439270A-DF77-BEA7-49A1-2038810B8390}"/>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C15AB375-6CCE-4EC6-2A11-D4369939D8C4}"/>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CBEE75A6-A205-A268-0395-7A39FD2CC43C}"/>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DB6F99C3-B1B9-BC0E-AF62-CF20CBF84AFE}"/>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415FE4AC-52F1-289A-773F-AA32085FAFC6}"/>
              </a:ext>
            </a:extLst>
          </p:cNvPr>
          <p:cNvSpPr txBox="1"/>
          <p:nvPr/>
        </p:nvSpPr>
        <p:spPr>
          <a:xfrm>
            <a:off x="533731" y="1929311"/>
            <a:ext cx="1635480" cy="646331"/>
          </a:xfrm>
          <a:prstGeom prst="rect">
            <a:avLst/>
          </a:prstGeom>
          <a:solidFill>
            <a:srgbClr val="FF6699"/>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1-3x M CCOT</a:t>
            </a:r>
          </a:p>
          <a:p>
            <a:pPr algn="ctr">
              <a:defRPr/>
            </a:pPr>
            <a:r>
              <a:rPr lang="en-US" sz="1400" b="1" kern="0" dirty="0">
                <a:solidFill>
                  <a:prstClr val="white"/>
                </a:solidFill>
                <a:latin typeface="Avenir Next LT Pro" panose="020B0504020202020204" pitchFamily="34" charset="0"/>
              </a:rPr>
              <a:t>N ~ 260 per Product</a:t>
            </a:r>
          </a:p>
        </p:txBody>
      </p:sp>
      <p:sp>
        <p:nvSpPr>
          <p:cNvPr id="30" name="TextBox 29">
            <a:extLst>
              <a:ext uri="{FF2B5EF4-FFF2-40B4-BE49-F238E27FC236}">
                <a16:creationId xmlns:a16="http://schemas.microsoft.com/office/drawing/2014/main" id="{EF6BB226-D505-2E8C-1EFC-96177D259D09}"/>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51F16895-49FF-2483-5D22-D7CBBDB92D59}"/>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9DABABAF-7FBE-B398-116C-EE2405C16CA1}"/>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C47C34F5-DC5B-A407-50EB-8DA5141AD254}"/>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881EB3CE-571A-AED3-E0A4-4CE90D856E77}"/>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70D29273-8CF1-276F-A7AD-290B7C917A33}"/>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61395DFA-441A-0DDE-EF6B-23BE925B5383}"/>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F4B9EFBD-A263-A843-BAC2-A156597C5953}"/>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48F2F545-C78F-47EB-6777-3E4403993435}"/>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D2EFE2B0-1F36-B35C-680D-50AED53D1A7C}"/>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8EECBE29-6AF4-09DE-D68B-2F5D698AC9B1}"/>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C80396B3-64C1-40DB-58A1-D809A78F0A0C}"/>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B7742CB9-A269-CD5F-AB28-0BDE08B5AC7A}"/>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DE771881-49FE-E7CA-2FFF-ADFEEE87C7B6}"/>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8B0CB29A-81ED-FEFC-A37A-3AF07B00ECFC}"/>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4" name="Group 23">
            <a:extLst>
              <a:ext uri="{FF2B5EF4-FFF2-40B4-BE49-F238E27FC236}">
                <a16:creationId xmlns:a16="http://schemas.microsoft.com/office/drawing/2014/main" id="{7FCAAB8B-248D-7571-479E-3756768AFD0C}"/>
              </a:ext>
            </a:extLst>
          </p:cNvPr>
          <p:cNvGrpSpPr/>
          <p:nvPr/>
        </p:nvGrpSpPr>
        <p:grpSpPr>
          <a:xfrm>
            <a:off x="8684218" y="94368"/>
            <a:ext cx="5855930" cy="1875295"/>
            <a:chOff x="8684218" y="94368"/>
            <a:chExt cx="5855930" cy="1875295"/>
          </a:xfrm>
        </p:grpSpPr>
        <p:sp>
          <p:nvSpPr>
            <p:cNvPr id="25" name="Rectangle 24">
              <a:extLst>
                <a:ext uri="{FF2B5EF4-FFF2-40B4-BE49-F238E27FC236}">
                  <a16:creationId xmlns:a16="http://schemas.microsoft.com/office/drawing/2014/main" id="{2A84A0C5-B31C-FBD2-C523-B0C7FCD6320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09999043-62F7-E760-0DF6-66822B5391B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EA3B36E9-C012-2C73-3F29-54E33F1C753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629D3223-66DC-DBDA-917D-198A200F88C8}"/>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10797017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7E44B2-10B7-1C05-3921-DDC59D3BFC29}"/>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25B70C28-69EF-E9E0-4CDE-AF851C89414D}"/>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8A6520F1-93F6-16A3-60A5-9FDF0804E2EA}"/>
              </a:ext>
            </a:extLst>
          </p:cNvPr>
          <p:cNvSpPr>
            <a:spLocks noGrp="1"/>
          </p:cNvSpPr>
          <p:nvPr>
            <p:ph type="sldNum" sz="quarter" idx="14"/>
          </p:nvPr>
        </p:nvSpPr>
        <p:spPr/>
        <p:txBody>
          <a:bodyPr/>
          <a:lstStyle/>
          <a:p>
            <a:fld id="{9BBCFCA3-D307-4DD3-86E3-CC1388E97AC0}" type="slidenum">
              <a:rPr lang="en-US" smtClean="0"/>
              <a:pPr/>
              <a:t>133</a:t>
            </a:fld>
            <a:endParaRPr lang="en-US"/>
          </a:p>
        </p:txBody>
      </p:sp>
      <p:grpSp>
        <p:nvGrpSpPr>
          <p:cNvPr id="10" name="Group 9">
            <a:extLst>
              <a:ext uri="{FF2B5EF4-FFF2-40B4-BE49-F238E27FC236}">
                <a16:creationId xmlns:a16="http://schemas.microsoft.com/office/drawing/2014/main" id="{131C6B2B-F214-CC9B-4221-507DC29ECD8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7768DEF-BF38-AF75-DE32-9177DA51F3B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F3D7BBD-A72D-CC9A-8F76-E2AC0D232D4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F1F9E0A1-DAC2-D0F9-A346-2F84EF3A89C6}"/>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186E3E08-B208-D85C-A171-7C34389D86B1}"/>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4C01A1E7-24F8-EA9D-ED59-9DB1A56D3113}"/>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63D2B854-D1AF-2B87-949E-FD55930C5A76}"/>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7764203E-189E-494E-5AD8-083E1CB9578E}"/>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D9A29F32-01CE-CE30-4056-6E80DA38E454}"/>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14B90791-CD11-99C9-4826-2CA8AFEFE529}"/>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5972FA09-2B15-793B-A779-E1FCD567E9B6}"/>
              </a:ext>
            </a:extLst>
          </p:cNvPr>
          <p:cNvSpPr txBox="1"/>
          <p:nvPr/>
        </p:nvSpPr>
        <p:spPr>
          <a:xfrm>
            <a:off x="273131" y="2129673"/>
            <a:ext cx="2265531" cy="276999"/>
          </a:xfrm>
          <a:prstGeom prst="rect">
            <a:avLst/>
          </a:prstGeom>
          <a:solidFill>
            <a:srgbClr val="FF66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1-3x M CCOT</a:t>
            </a:r>
          </a:p>
        </p:txBody>
      </p:sp>
      <p:cxnSp>
        <p:nvCxnSpPr>
          <p:cNvPr id="7" name="Straight Connector 6">
            <a:extLst>
              <a:ext uri="{FF2B5EF4-FFF2-40B4-BE49-F238E27FC236}">
                <a16:creationId xmlns:a16="http://schemas.microsoft.com/office/drawing/2014/main" id="{A293232B-D489-91DF-A082-1E0CC758685E}"/>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D5F7CC4A-DF23-F171-4915-2D14815FD38D}"/>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51304C08-36D2-FDF7-4E74-CD931EAA411E}"/>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17" name="Group 16">
            <a:extLst>
              <a:ext uri="{FF2B5EF4-FFF2-40B4-BE49-F238E27FC236}">
                <a16:creationId xmlns:a16="http://schemas.microsoft.com/office/drawing/2014/main" id="{1B7FA666-E37A-01E2-6EDA-AF6EF24180FA}"/>
              </a:ext>
            </a:extLst>
          </p:cNvPr>
          <p:cNvGrpSpPr/>
          <p:nvPr/>
        </p:nvGrpSpPr>
        <p:grpSpPr>
          <a:xfrm>
            <a:off x="8684218" y="94368"/>
            <a:ext cx="5855930" cy="1551678"/>
            <a:chOff x="8684218" y="94368"/>
            <a:chExt cx="5855930" cy="1551678"/>
          </a:xfrm>
        </p:grpSpPr>
        <p:sp>
          <p:nvSpPr>
            <p:cNvPr id="18" name="Rectangle 17">
              <a:extLst>
                <a:ext uri="{FF2B5EF4-FFF2-40B4-BE49-F238E27FC236}">
                  <a16:creationId xmlns:a16="http://schemas.microsoft.com/office/drawing/2014/main" id="{50ACDE36-FD8F-936E-BC89-61CBB37C7CE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9" name="TextBox 18">
              <a:extLst>
                <a:ext uri="{FF2B5EF4-FFF2-40B4-BE49-F238E27FC236}">
                  <a16:creationId xmlns:a16="http://schemas.microsoft.com/office/drawing/2014/main" id="{A1EBBD48-861A-F77B-0E09-42CE9740B48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4281200A-7116-BA25-2E5B-EE9C4ED444A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63BC2D4F-EF15-9E3A-5E47-BED8E50042D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31474365"/>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B63B82-C44A-63FE-917A-55F1525F3716}"/>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C4070107-0763-8D27-B6B3-BC3FD377E526}"/>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6B4D76A7-07AA-1BD9-312B-22469DB9829D}"/>
              </a:ext>
            </a:extLst>
          </p:cNvPr>
          <p:cNvGraphicFramePr>
            <a:graphicFrameLocks/>
          </p:cNvGraphicFramePr>
          <p:nvPr>
            <p:extLst>
              <p:ext uri="{D42A27DB-BD31-4B8C-83A1-F6EECF244321}">
                <p14:modId xmlns:p14="http://schemas.microsoft.com/office/powerpoint/2010/main" val="1354826411"/>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E5579721-5735-A39C-8CC3-EFFF8D4504B4}"/>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DC6223CF-DC11-2900-D3EB-20A8A659E784}"/>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C136AFC2-B660-25DE-F9AB-8130B13FB689}"/>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3A2818B1-BE16-5014-1CEA-9B2622171D5A}"/>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dirty="0">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dirty="0">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dirty="0">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14F03689-E67B-54E4-9EEC-F3B2FDE85842}"/>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70%</a:t>
              </a:r>
            </a:p>
            <a:p>
              <a:pPr defTabSz="548618">
                <a:defRPr/>
              </a:pPr>
              <a:r>
                <a:rPr lang="en-US" sz="1000" dirty="0">
                  <a:solidFill>
                    <a:srgbClr val="FFFFFF"/>
                  </a:solidFill>
                  <a:latin typeface="Avenir Next LT Pro" panose="020B0504020202020204" pitchFamily="34" charset="0"/>
                </a:rPr>
                <a:t>Overall Flavor			59%	</a:t>
              </a:r>
            </a:p>
            <a:p>
              <a:pPr defTabSz="548618">
                <a:defRPr/>
              </a:pPr>
              <a:r>
                <a:rPr lang="en-US" sz="1000" dirty="0">
                  <a:solidFill>
                    <a:srgbClr val="FFFFFF"/>
                  </a:solidFill>
                  <a:latin typeface="Avenir Next LT Pro" panose="020B0504020202020204" pitchFamily="34" charset="0"/>
                </a:rPr>
                <a:t>Cola Flavor			58%</a:t>
              </a:r>
            </a:p>
            <a:p>
              <a:pPr defTabSz="548618">
                <a:defRPr/>
              </a:pPr>
              <a:r>
                <a:rPr lang="en-US" sz="1000" dirty="0">
                  <a:solidFill>
                    <a:srgbClr val="FFFFFF"/>
                  </a:solidFill>
                  <a:latin typeface="Avenir Next LT Pro" panose="020B0504020202020204" pitchFamily="34" charset="0"/>
                </a:rPr>
                <a:t>Sweetness			61%</a:t>
              </a:r>
            </a:p>
            <a:p>
              <a:pPr defTabSz="548618">
                <a:defRPr/>
              </a:pPr>
              <a:r>
                <a:rPr lang="en-US" sz="1000" dirty="0">
                  <a:solidFill>
                    <a:srgbClr val="FFFFFF"/>
                  </a:solidFill>
                  <a:latin typeface="Avenir Next LT Pro" panose="020B0504020202020204" pitchFamily="34" charset="0"/>
                </a:rPr>
                <a:t>Sourness 			74%</a:t>
              </a:r>
            </a:p>
            <a:p>
              <a:pPr defTabSz="548618">
                <a:defRPr/>
              </a:pPr>
              <a:r>
                <a:rPr lang="en-US" sz="1000" dirty="0">
                  <a:solidFill>
                    <a:srgbClr val="FFFFFF"/>
                  </a:solidFill>
                  <a:latin typeface="Avenir Next LT Pro" panose="020B0504020202020204" pitchFamily="34" charset="0"/>
                </a:rPr>
                <a:t>Mouthfeel			83%</a:t>
              </a:r>
            </a:p>
            <a:p>
              <a:pPr defTabSz="548618">
                <a:defRPr/>
              </a:pPr>
              <a:r>
                <a:rPr lang="en-US" sz="1000" dirty="0">
                  <a:solidFill>
                    <a:srgbClr val="FFFFFF"/>
                  </a:solidFill>
                  <a:latin typeface="Avenir Next LT Pro" panose="020B0504020202020204" pitchFamily="34" charset="0"/>
                </a:rPr>
                <a:t>Carbonation			66%</a:t>
              </a:r>
            </a:p>
          </p:txBody>
        </p:sp>
      </p:grpSp>
      <p:sp>
        <p:nvSpPr>
          <p:cNvPr id="4" name="Slide Number Placeholder 3">
            <a:extLst>
              <a:ext uri="{FF2B5EF4-FFF2-40B4-BE49-F238E27FC236}">
                <a16:creationId xmlns:a16="http://schemas.microsoft.com/office/drawing/2014/main" id="{9B993816-C7A7-F6EA-3E9C-431627C65C48}"/>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134</a:t>
            </a:fld>
            <a:endParaRPr lang="en-US">
              <a:solidFill>
                <a:srgbClr val="52565E"/>
              </a:solidFill>
              <a:latin typeface="Unity"/>
            </a:endParaRPr>
          </a:p>
        </p:txBody>
      </p:sp>
      <p:grpSp>
        <p:nvGrpSpPr>
          <p:cNvPr id="10" name="Group 9">
            <a:extLst>
              <a:ext uri="{FF2B5EF4-FFF2-40B4-BE49-F238E27FC236}">
                <a16:creationId xmlns:a16="http://schemas.microsoft.com/office/drawing/2014/main" id="{4A5C4DE6-C8E8-9472-F888-F75269C3FB84}"/>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91AEE9E5-53FE-BD46-F18C-D5144FB61437}"/>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FDAFA9F7-953B-5AC6-DE7C-8DC9C82C3E6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52EB4990-3F6D-ABBD-B972-8F058C06E384}"/>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7E5B705-E910-D133-197C-465F4005BF1D}"/>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F4109172-92E4-A516-D99C-D2C9296F9D44}"/>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F84E924F-2024-6923-DDB5-FC282E34E79E}"/>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760DF73C-4D73-1918-0CC0-348CD7F577B6}"/>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D3E42A65-9863-FF9C-D18F-86D542A65C2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D68ACE24-453F-DD23-A0F9-9BC06297F84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3" name="Picture 12" descr="A bottle of soda with a red label&#10;&#10;Description automatically generated">
              <a:extLst>
                <a:ext uri="{FF2B5EF4-FFF2-40B4-BE49-F238E27FC236}">
                  <a16:creationId xmlns:a16="http://schemas.microsoft.com/office/drawing/2014/main" id="{1E338B9A-2ED5-B8C1-A2EC-A74AA3BA346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4" name="Picture 13" descr="A flag on a button&#10;&#10;Description automatically generated">
              <a:extLst>
                <a:ext uri="{FF2B5EF4-FFF2-40B4-BE49-F238E27FC236}">
                  <a16:creationId xmlns:a16="http://schemas.microsoft.com/office/drawing/2014/main" id="{898D8F3A-F6D3-1029-8E91-C3EB60D98002}"/>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1140941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7AD5D6-68F4-D636-0510-BA879A0282BC}"/>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545F6A63-7367-0048-CABA-891BA3714B87}"/>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C583785D-1DBC-1A7D-B492-D3AA13D145AC}"/>
              </a:ext>
            </a:extLst>
          </p:cNvPr>
          <p:cNvGraphicFramePr>
            <a:graphicFrameLocks/>
          </p:cNvGraphicFramePr>
          <p:nvPr>
            <p:extLst>
              <p:ext uri="{D42A27DB-BD31-4B8C-83A1-F6EECF244321}">
                <p14:modId xmlns:p14="http://schemas.microsoft.com/office/powerpoint/2010/main" val="158559224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535D2FD9-9C31-EA56-8D5A-4FC57EF80DCF}"/>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5EA074BB-6035-0A52-A9FB-DEBE636C1821}"/>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CF4D16F0-525D-69A9-91BF-3649E1CF2CB2}"/>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8EE90B3B-4EDF-5A97-7076-424EE53BB026}"/>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53AF57BC-637A-FB43-897E-2861C6B6C9FA}"/>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72%</a:t>
              </a:r>
            </a:p>
            <a:p>
              <a:pPr defTabSz="548618">
                <a:defRPr/>
              </a:pPr>
              <a:r>
                <a:rPr lang="en-US" sz="1000" dirty="0">
                  <a:solidFill>
                    <a:srgbClr val="FFFFFF"/>
                  </a:solidFill>
                  <a:latin typeface="Avenir Next LT Pro" panose="020B0504020202020204" pitchFamily="34" charset="0"/>
                </a:rPr>
                <a:t>Overall Flavor			63%	</a:t>
              </a:r>
            </a:p>
            <a:p>
              <a:pPr defTabSz="548618">
                <a:defRPr/>
              </a:pPr>
              <a:r>
                <a:rPr lang="en-US" sz="1000" dirty="0">
                  <a:solidFill>
                    <a:srgbClr val="FFFFFF"/>
                  </a:solidFill>
                  <a:latin typeface="Avenir Next LT Pro" panose="020B0504020202020204" pitchFamily="34" charset="0"/>
                </a:rPr>
                <a:t>Cola Flavor			60%</a:t>
              </a:r>
            </a:p>
            <a:p>
              <a:pPr defTabSz="548618">
                <a:defRPr/>
              </a:pPr>
              <a:r>
                <a:rPr lang="en-US" sz="1000" dirty="0">
                  <a:solidFill>
                    <a:srgbClr val="FFFFFF"/>
                  </a:solidFill>
                  <a:latin typeface="Avenir Next LT Pro" panose="020B0504020202020204" pitchFamily="34" charset="0"/>
                </a:rPr>
                <a:t>Sweetness			66%</a:t>
              </a:r>
            </a:p>
            <a:p>
              <a:pPr defTabSz="548618">
                <a:defRPr/>
              </a:pPr>
              <a:r>
                <a:rPr lang="en-US" sz="1000" dirty="0">
                  <a:solidFill>
                    <a:srgbClr val="FFFFFF"/>
                  </a:solidFill>
                  <a:latin typeface="Avenir Next LT Pro" panose="020B0504020202020204" pitchFamily="34" charset="0"/>
                </a:rPr>
                <a:t>Sourness 			73%</a:t>
              </a:r>
            </a:p>
            <a:p>
              <a:pPr defTabSz="548618">
                <a:defRPr/>
              </a:pPr>
              <a:r>
                <a:rPr lang="en-US" sz="1000" dirty="0">
                  <a:solidFill>
                    <a:srgbClr val="FFFFFF"/>
                  </a:solidFill>
                  <a:latin typeface="Avenir Next LT Pro" panose="020B0504020202020204" pitchFamily="34" charset="0"/>
                </a:rPr>
                <a:t>Mouthfeel			80%</a:t>
              </a:r>
            </a:p>
            <a:p>
              <a:pPr defTabSz="548618">
                <a:defRPr/>
              </a:pPr>
              <a:r>
                <a:rPr lang="en-US" sz="1000" dirty="0">
                  <a:solidFill>
                    <a:srgbClr val="FFFFFF"/>
                  </a:solidFill>
                  <a:latin typeface="Avenir Next LT Pro" panose="020B0504020202020204" pitchFamily="34" charset="0"/>
                </a:rPr>
                <a:t>Carbonation			69%</a:t>
              </a:r>
            </a:p>
          </p:txBody>
        </p:sp>
      </p:grpSp>
      <p:sp>
        <p:nvSpPr>
          <p:cNvPr id="4" name="Slide Number Placeholder 3">
            <a:extLst>
              <a:ext uri="{FF2B5EF4-FFF2-40B4-BE49-F238E27FC236}">
                <a16:creationId xmlns:a16="http://schemas.microsoft.com/office/drawing/2014/main" id="{C479DA3D-4A89-A2E0-C539-CCA008057983}"/>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135</a:t>
            </a:fld>
            <a:endParaRPr lang="en-US">
              <a:solidFill>
                <a:srgbClr val="52565E"/>
              </a:solidFill>
              <a:latin typeface="Unity"/>
            </a:endParaRPr>
          </a:p>
        </p:txBody>
      </p:sp>
      <p:grpSp>
        <p:nvGrpSpPr>
          <p:cNvPr id="10" name="Group 9">
            <a:extLst>
              <a:ext uri="{FF2B5EF4-FFF2-40B4-BE49-F238E27FC236}">
                <a16:creationId xmlns:a16="http://schemas.microsoft.com/office/drawing/2014/main" id="{FAFA369E-FF0F-C2DA-F5E0-32592F3B713B}"/>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5E0A51F6-E6BA-352B-6179-654AE920E085}"/>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062B27A3-7D80-3ADB-DDB3-AF9626BE35E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5160BE56-E304-5FBE-8536-A8A80A6D20ED}"/>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8FFBA12E-2BBF-8A51-7B60-CA1CAC0C19E9}"/>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256927B1-B154-E743-5CD9-34204E67ED7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827BBF37-B6BC-84B1-341C-61150D9B03F4}"/>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4B458EFB-E266-C150-5CC6-29B19A9EC68F}"/>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809B8F03-922D-17E3-C56B-49FCDD270A6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E59B3DB1-0069-B96E-6C87-98A7EF603474}"/>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BFE1A536-6DC3-A445-E460-541502B7893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8FFCDF9E-2E9F-7561-2F1E-255BB96A832A}"/>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0047153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896130-F74B-D0CE-E6EE-21DE7B5EFD78}"/>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8EBBE953-5C93-ACA7-9190-3C2AE8912191}"/>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23BF18F2-F9A0-0E87-BA9A-E9E99C171054}"/>
              </a:ext>
            </a:extLst>
          </p:cNvPr>
          <p:cNvGraphicFramePr>
            <a:graphicFrameLocks/>
          </p:cNvGraphicFramePr>
          <p:nvPr>
            <p:extLst>
              <p:ext uri="{D42A27DB-BD31-4B8C-83A1-F6EECF244321}">
                <p14:modId xmlns:p14="http://schemas.microsoft.com/office/powerpoint/2010/main" val="65397079"/>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EFAE1C2F-ED55-3F1B-54C4-F249F4A828D5}"/>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C3FB8BA4-F34E-0D5F-1ABC-825769396F3D}"/>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91678D0-1AD8-0E2E-F426-3DBC65E51DA4}"/>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8152F392-0CD5-4F33-66EB-DEFC2A37DB47}"/>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0FF1ACD-A83E-CD81-A39B-F7F8445C98BD}"/>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68%</a:t>
              </a:r>
            </a:p>
            <a:p>
              <a:pPr defTabSz="548618">
                <a:defRPr/>
              </a:pPr>
              <a:r>
                <a:rPr lang="en-US" sz="1000" dirty="0">
                  <a:solidFill>
                    <a:srgbClr val="FFFFFF"/>
                  </a:solidFill>
                  <a:latin typeface="Avenir Next LT Pro" panose="020B0504020202020204" pitchFamily="34" charset="0"/>
                </a:rPr>
                <a:t>Overall Flavor			67%	</a:t>
              </a:r>
            </a:p>
            <a:p>
              <a:pPr defTabSz="548618">
                <a:defRPr/>
              </a:pPr>
              <a:r>
                <a:rPr lang="en-US" sz="1000" dirty="0">
                  <a:solidFill>
                    <a:srgbClr val="FFFFFF"/>
                  </a:solidFill>
                  <a:latin typeface="Avenir Next LT Pro" panose="020B0504020202020204" pitchFamily="34" charset="0"/>
                </a:rPr>
                <a:t>Cola Flavor			61%</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72%</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67%</a:t>
              </a:r>
            </a:p>
          </p:txBody>
        </p:sp>
      </p:grpSp>
      <p:sp>
        <p:nvSpPr>
          <p:cNvPr id="4" name="Slide Number Placeholder 3">
            <a:extLst>
              <a:ext uri="{FF2B5EF4-FFF2-40B4-BE49-F238E27FC236}">
                <a16:creationId xmlns:a16="http://schemas.microsoft.com/office/drawing/2014/main" id="{57BD6B1C-6075-6865-2E3B-2F575FCF7EE8}"/>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136</a:t>
            </a:fld>
            <a:endParaRPr lang="en-US">
              <a:solidFill>
                <a:srgbClr val="52565E"/>
              </a:solidFill>
              <a:latin typeface="Unity"/>
            </a:endParaRPr>
          </a:p>
        </p:txBody>
      </p:sp>
      <p:grpSp>
        <p:nvGrpSpPr>
          <p:cNvPr id="10" name="Group 9">
            <a:extLst>
              <a:ext uri="{FF2B5EF4-FFF2-40B4-BE49-F238E27FC236}">
                <a16:creationId xmlns:a16="http://schemas.microsoft.com/office/drawing/2014/main" id="{A2ED34C5-00B0-0B80-B7F2-E9256BF8F844}"/>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29F8FB38-9A3A-23E4-49D2-9FA0BEB62788}"/>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B4939448-86E4-11F3-E1D5-3BBD7525FC8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E48335DC-D968-9EF3-9115-26162B09637C}"/>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63C9761D-C803-4786-70A5-83B5CCEAE14C}"/>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7B566351-7CDB-DE4A-AFE1-9590FFB18BC8}"/>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1AE16012-6414-98AF-D4D6-5A1EE3495546}"/>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0394C928-9E1A-F6C5-EF39-E90D7D798108}"/>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541524B7-4848-D767-93FE-C0F2AA2E617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951196C5-190F-6D69-D960-3A3F284E6B0A}"/>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B1C1985B-8113-245E-FB4D-120496061C9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CDA5845E-0CD7-465F-432E-D4FD0EB04B7A}"/>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125737337"/>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C5AA80-9C36-A94A-12D9-6860EF8B6BA4}"/>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04A49DF6-CC58-6AA8-7EAA-5E74B68796EC}"/>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0CB0CA5E-CCB1-B4E6-2886-B3D1F32BFEBC}"/>
              </a:ext>
            </a:extLst>
          </p:cNvPr>
          <p:cNvGraphicFramePr>
            <a:graphicFrameLocks/>
          </p:cNvGraphicFramePr>
          <p:nvPr>
            <p:extLst>
              <p:ext uri="{D42A27DB-BD31-4B8C-83A1-F6EECF244321}">
                <p14:modId xmlns:p14="http://schemas.microsoft.com/office/powerpoint/2010/main" val="20440750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E969C98B-6D17-0296-6FBB-56AC93CDED9A}"/>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48473F56-0841-49EE-B8B5-998342B858E3}"/>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1524675-7B8A-C63A-84D4-44767ED1DF5C}"/>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5FB9BA52-FA0F-D51F-4963-C2F4086603F8}"/>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0B669BB5-3D07-36D9-1B79-44A9E47735A5}"/>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68%</a:t>
              </a:r>
            </a:p>
            <a:p>
              <a:pPr defTabSz="548618">
                <a:defRPr/>
              </a:pPr>
              <a:r>
                <a:rPr lang="en-US" sz="1000" dirty="0">
                  <a:solidFill>
                    <a:srgbClr val="FFFFFF"/>
                  </a:solidFill>
                  <a:latin typeface="Avenir Next LT Pro" panose="020B0504020202020204" pitchFamily="34" charset="0"/>
                </a:rPr>
                <a:t>Overall Flavor			52%	</a:t>
              </a:r>
            </a:p>
            <a:p>
              <a:pPr defTabSz="548618">
                <a:defRPr/>
              </a:pPr>
              <a:r>
                <a:rPr lang="en-US" sz="1000" dirty="0">
                  <a:solidFill>
                    <a:srgbClr val="FFFFFF"/>
                  </a:solidFill>
                  <a:latin typeface="Avenir Next LT Pro" panose="020B0504020202020204" pitchFamily="34" charset="0"/>
                </a:rPr>
                <a:t>Cola Flavor			56%</a:t>
              </a:r>
            </a:p>
            <a:p>
              <a:pPr defTabSz="548618">
                <a:defRPr/>
              </a:pPr>
              <a:r>
                <a:rPr lang="en-US" sz="1000" dirty="0">
                  <a:solidFill>
                    <a:srgbClr val="FFFFFF"/>
                  </a:solidFill>
                  <a:latin typeface="Avenir Next LT Pro" panose="020B0504020202020204" pitchFamily="34" charset="0"/>
                </a:rPr>
                <a:t>Sweetness			58%</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58%</a:t>
              </a:r>
            </a:p>
          </p:txBody>
        </p:sp>
      </p:grpSp>
      <p:sp>
        <p:nvSpPr>
          <p:cNvPr id="4" name="Slide Number Placeholder 3">
            <a:extLst>
              <a:ext uri="{FF2B5EF4-FFF2-40B4-BE49-F238E27FC236}">
                <a16:creationId xmlns:a16="http://schemas.microsoft.com/office/drawing/2014/main" id="{81C6D102-A3B4-FDB4-91AE-3B2CD8F47826}"/>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137</a:t>
            </a:fld>
            <a:endParaRPr lang="en-US">
              <a:solidFill>
                <a:srgbClr val="52565E"/>
              </a:solidFill>
              <a:latin typeface="Unity"/>
            </a:endParaRPr>
          </a:p>
        </p:txBody>
      </p:sp>
      <p:grpSp>
        <p:nvGrpSpPr>
          <p:cNvPr id="10" name="Group 9">
            <a:extLst>
              <a:ext uri="{FF2B5EF4-FFF2-40B4-BE49-F238E27FC236}">
                <a16:creationId xmlns:a16="http://schemas.microsoft.com/office/drawing/2014/main" id="{F2038D41-1412-8B46-EF1F-B15E4047C218}"/>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377294E-90AD-A2E1-166B-1CC476C92DCE}"/>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37CACF37-5DF0-0E18-A21C-5FB3D291C46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34DE28A2-4B69-B588-79D8-E3A09BCEC0E4}"/>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4D03A948-AA3C-ACA9-2D85-67BB67CB757A}"/>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13DA7AB0-E082-F0C9-1B40-AF1531E72FFF}"/>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3A3FA005-D404-475F-9391-6C5B4315FFC3}"/>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992A0C98-6E0C-85D6-9753-41F8C7F0AD8A}"/>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FDFEC808-3880-B08A-44DB-4839B5F42F2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80185ACD-A9F9-9B46-B956-F51BB31B3E68}"/>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A83D962F-3754-12CC-E534-84BB3622D18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B73DC400-0BCC-7360-6832-6D27E5CC771B}"/>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84861427"/>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A6F62B-2F07-2344-4120-A7CCC63E5E5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4671041-D37D-CE6A-8968-C131190D249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EE5EF600-0AC7-B995-BE68-69F476455ACE}"/>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8C17EA26-1C44-132A-BBB5-A1B765A7BB8B}"/>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8D8764CC-F9C6-625D-0F5A-0776E8049E0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BF3F2C2B-5F00-EF2F-2053-FF830FBB8576}"/>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Less frequent Pepsi Max drinkers are more likely to notice an aftertaste from all three Prototypes, but it is most unpleasant for Prototype 1.</a:t>
            </a:r>
          </a:p>
        </p:txBody>
      </p:sp>
      <p:grpSp>
        <p:nvGrpSpPr>
          <p:cNvPr id="2" name="Group 1">
            <a:extLst>
              <a:ext uri="{FF2B5EF4-FFF2-40B4-BE49-F238E27FC236}">
                <a16:creationId xmlns:a16="http://schemas.microsoft.com/office/drawing/2014/main" id="{A76FEA0E-EE75-7F1F-E1DE-B5802EDC0636}"/>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35C5A65A-CC63-E897-36DA-F97D0E7DE01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988EF0F1-A4AF-EC17-BA78-81D216A1CB81}"/>
                </a:ext>
              </a:extLst>
            </p:cNvPr>
            <p:cNvGraphicFramePr/>
            <p:nvPr>
              <p:extLst>
                <p:ext uri="{D42A27DB-BD31-4B8C-83A1-F6EECF244321}">
                  <p14:modId xmlns:p14="http://schemas.microsoft.com/office/powerpoint/2010/main" val="835524791"/>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9DBBD7BA-D484-1082-9204-8063AD0EE771}"/>
                </a:ext>
              </a:extLst>
            </p:cNvPr>
            <p:cNvSpPr txBox="1"/>
            <p:nvPr/>
          </p:nvSpPr>
          <p:spPr>
            <a:xfrm>
              <a:off x="2243668" y="2140474"/>
              <a:ext cx="1907949"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(First Sip)</a:t>
              </a:r>
            </a:p>
          </p:txBody>
        </p:sp>
      </p:grpSp>
      <p:pic>
        <p:nvPicPr>
          <p:cNvPr id="15" name="Picture 14">
            <a:extLst>
              <a:ext uri="{FF2B5EF4-FFF2-40B4-BE49-F238E27FC236}">
                <a16:creationId xmlns:a16="http://schemas.microsoft.com/office/drawing/2014/main" id="{F5A9E80A-E8D5-5ABE-375A-1B138273E4E8}"/>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C4AB05E5-C3BD-63B6-7FB1-9AD7E41CFF8F}"/>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9765CE97-E18B-24FA-3D9A-C3D5F51FB5D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F207DF06-0041-0AB4-4F4B-3F1402D5DC1B}"/>
                </a:ext>
              </a:extLst>
            </p:cNvPr>
            <p:cNvGraphicFramePr/>
            <p:nvPr>
              <p:extLst>
                <p:ext uri="{D42A27DB-BD31-4B8C-83A1-F6EECF244321}">
                  <p14:modId xmlns:p14="http://schemas.microsoft.com/office/powerpoint/2010/main" val="1823612827"/>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D70D9696-C8A0-167F-24BF-CB95727D975B}"/>
                </a:ext>
              </a:extLst>
            </p:cNvPr>
            <p:cNvSpPr txBox="1"/>
            <p:nvPr/>
          </p:nvSpPr>
          <p:spPr>
            <a:xfrm>
              <a:off x="2243668" y="2140474"/>
              <a:ext cx="1907949"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(First Sip)</a:t>
              </a:r>
            </a:p>
          </p:txBody>
        </p:sp>
      </p:grpSp>
      <p:sp>
        <p:nvSpPr>
          <p:cNvPr id="16" name="TextBox 15">
            <a:extLst>
              <a:ext uri="{FF2B5EF4-FFF2-40B4-BE49-F238E27FC236}">
                <a16:creationId xmlns:a16="http://schemas.microsoft.com/office/drawing/2014/main" id="{83407FC1-8919-A150-46CD-6BEC8C5350BB}"/>
              </a:ext>
            </a:extLst>
          </p:cNvPr>
          <p:cNvSpPr txBox="1"/>
          <p:nvPr/>
        </p:nvSpPr>
        <p:spPr>
          <a:xfrm>
            <a:off x="8842522" y="2549591"/>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17" name="TextBox 16">
            <a:extLst>
              <a:ext uri="{FF2B5EF4-FFF2-40B4-BE49-F238E27FC236}">
                <a16:creationId xmlns:a16="http://schemas.microsoft.com/office/drawing/2014/main" id="{B1F04BC2-2A91-2127-11AE-23719085087B}"/>
              </a:ext>
            </a:extLst>
          </p:cNvPr>
          <p:cNvSpPr txBox="1"/>
          <p:nvPr/>
        </p:nvSpPr>
        <p:spPr>
          <a:xfrm>
            <a:off x="2649498" y="2549592"/>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F84B22A3-EEB8-EA5D-8778-5021D15F13E6}"/>
              </a:ext>
            </a:extLst>
          </p:cNvPr>
          <p:cNvGrpSpPr/>
          <p:nvPr/>
        </p:nvGrpSpPr>
        <p:grpSpPr>
          <a:xfrm>
            <a:off x="9804340" y="7467214"/>
            <a:ext cx="3145231" cy="633114"/>
            <a:chOff x="7844435" y="7271368"/>
            <a:chExt cx="3145231" cy="633114"/>
          </a:xfrm>
        </p:grpSpPr>
        <p:grpSp>
          <p:nvGrpSpPr>
            <p:cNvPr id="8" name="Group 7">
              <a:extLst>
                <a:ext uri="{FF2B5EF4-FFF2-40B4-BE49-F238E27FC236}">
                  <a16:creationId xmlns:a16="http://schemas.microsoft.com/office/drawing/2014/main" id="{84353117-535A-B1A1-016B-81E7FF26E117}"/>
                </a:ext>
              </a:extLst>
            </p:cNvPr>
            <p:cNvGrpSpPr/>
            <p:nvPr/>
          </p:nvGrpSpPr>
          <p:grpSpPr>
            <a:xfrm>
              <a:off x="7854767" y="7504372"/>
              <a:ext cx="3084052" cy="400110"/>
              <a:chOff x="100590" y="4977369"/>
              <a:chExt cx="3084052" cy="400110"/>
            </a:xfrm>
          </p:grpSpPr>
          <p:sp>
            <p:nvSpPr>
              <p:cNvPr id="25" name="TextBox 24">
                <a:extLst>
                  <a:ext uri="{FF2B5EF4-FFF2-40B4-BE49-F238E27FC236}">
                    <a16:creationId xmlns:a16="http://schemas.microsoft.com/office/drawing/2014/main" id="{BE0A2A73-E29D-8FF6-9EDA-582957045B61}"/>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E566595-E03B-F083-6808-F550771936A6}"/>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9" name="TextBox 8">
              <a:extLst>
                <a:ext uri="{FF2B5EF4-FFF2-40B4-BE49-F238E27FC236}">
                  <a16:creationId xmlns:a16="http://schemas.microsoft.com/office/drawing/2014/main" id="{02F50788-2238-3A66-4E62-F5E7D7969337}"/>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4" name="TextBox 23">
              <a:extLst>
                <a:ext uri="{FF2B5EF4-FFF2-40B4-BE49-F238E27FC236}">
                  <a16:creationId xmlns:a16="http://schemas.microsoft.com/office/drawing/2014/main" id="{38E05D0D-4764-0017-86C2-E7006B297180}"/>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E0B7F5D0-1EBD-A0E7-EAEC-96332B881C6E}"/>
              </a:ext>
            </a:extLst>
          </p:cNvPr>
          <p:cNvGrpSpPr/>
          <p:nvPr/>
        </p:nvGrpSpPr>
        <p:grpSpPr>
          <a:xfrm>
            <a:off x="8684218" y="94368"/>
            <a:ext cx="5855930" cy="1875295"/>
            <a:chOff x="8684218" y="94368"/>
            <a:chExt cx="5855930" cy="1875295"/>
          </a:xfrm>
        </p:grpSpPr>
        <p:sp>
          <p:nvSpPr>
            <p:cNvPr id="43" name="Rectangle 42">
              <a:extLst>
                <a:ext uri="{FF2B5EF4-FFF2-40B4-BE49-F238E27FC236}">
                  <a16:creationId xmlns:a16="http://schemas.microsoft.com/office/drawing/2014/main" id="{419796DC-B4F9-8966-32F5-48D04276848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4" name="TextBox 43">
              <a:extLst>
                <a:ext uri="{FF2B5EF4-FFF2-40B4-BE49-F238E27FC236}">
                  <a16:creationId xmlns:a16="http://schemas.microsoft.com/office/drawing/2014/main" id="{7527FF99-B5CC-C86A-981A-7EE5C0B77A6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5" name="Picture 44" descr="A bottle of soda with a red label&#10;&#10;Description automatically generated">
              <a:extLst>
                <a:ext uri="{FF2B5EF4-FFF2-40B4-BE49-F238E27FC236}">
                  <a16:creationId xmlns:a16="http://schemas.microsoft.com/office/drawing/2014/main" id="{F14A5A5F-96CC-A532-5A5A-5784E061D06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6" name="Picture 45" descr="A flag on a button&#10;&#10;Description automatically generated">
              <a:extLst>
                <a:ext uri="{FF2B5EF4-FFF2-40B4-BE49-F238E27FC236}">
                  <a16:creationId xmlns:a16="http://schemas.microsoft.com/office/drawing/2014/main" id="{BB9A746B-7657-D9BA-6802-43572C6AF417}"/>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66688970"/>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765204-23A3-3220-4B32-BD18CE172BA7}"/>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97D99AC-FC1B-4FE1-712A-FC24DAD4234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88FFB76E-F456-4F80-D7D1-21BA1BAADB6D}"/>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5B682533-5B17-CDC4-B79F-29FF9C7C1B43}"/>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25B515A-CA7D-C48B-0F7A-E5334B90F81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92F208E8-A63F-C8D6-7A3A-7F07D80CB11F}"/>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Less frequent Pepsi Max drinkers are more likely to notice an aftertaste from all three Prototypes, but it is most unpleasant for Prototype 1.</a:t>
            </a:r>
          </a:p>
        </p:txBody>
      </p:sp>
      <p:grpSp>
        <p:nvGrpSpPr>
          <p:cNvPr id="2" name="Group 1">
            <a:extLst>
              <a:ext uri="{FF2B5EF4-FFF2-40B4-BE49-F238E27FC236}">
                <a16:creationId xmlns:a16="http://schemas.microsoft.com/office/drawing/2014/main" id="{57A2510C-C237-3C3F-6E3F-E2D1BEF9594D}"/>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734341DA-2A00-90BB-ACEC-8BF802F53C6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F815795C-7F16-FF9C-9CF1-101ED5C4C787}"/>
                </a:ext>
              </a:extLst>
            </p:cNvPr>
            <p:cNvGraphicFramePr/>
            <p:nvPr>
              <p:extLst>
                <p:ext uri="{D42A27DB-BD31-4B8C-83A1-F6EECF244321}">
                  <p14:modId xmlns:p14="http://schemas.microsoft.com/office/powerpoint/2010/main" val="2458400345"/>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390FD51F-4AEB-2C5F-3DD3-5BB242B84CA6}"/>
                </a:ext>
              </a:extLst>
            </p:cNvPr>
            <p:cNvSpPr txBox="1"/>
            <p:nvPr/>
          </p:nvSpPr>
          <p:spPr>
            <a:xfrm>
              <a:off x="2260562" y="2140474"/>
              <a:ext cx="1874161"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(Last Sip)</a:t>
              </a:r>
            </a:p>
          </p:txBody>
        </p:sp>
      </p:grpSp>
      <p:pic>
        <p:nvPicPr>
          <p:cNvPr id="15" name="Picture 14">
            <a:extLst>
              <a:ext uri="{FF2B5EF4-FFF2-40B4-BE49-F238E27FC236}">
                <a16:creationId xmlns:a16="http://schemas.microsoft.com/office/drawing/2014/main" id="{0A4FDDC6-7EC1-5B19-F7E2-714957048AD0}"/>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6047EAAC-217A-B0A0-24D3-A7AD01FC68BC}"/>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A755064D-910A-34C7-7091-54144B6D85E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FF29274E-BD7D-1096-6CAB-AF7D2C294007}"/>
                </a:ext>
              </a:extLst>
            </p:cNvPr>
            <p:cNvGraphicFramePr/>
            <p:nvPr>
              <p:extLst>
                <p:ext uri="{D42A27DB-BD31-4B8C-83A1-F6EECF244321}">
                  <p14:modId xmlns:p14="http://schemas.microsoft.com/office/powerpoint/2010/main" val="3050039839"/>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06149FB0-33F0-1EAF-EFC5-E975FA8D254E}"/>
                </a:ext>
              </a:extLst>
            </p:cNvPr>
            <p:cNvSpPr txBox="1"/>
            <p:nvPr/>
          </p:nvSpPr>
          <p:spPr>
            <a:xfrm>
              <a:off x="2260562" y="2140474"/>
              <a:ext cx="1874161"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(Last Sip)</a:t>
              </a:r>
            </a:p>
          </p:txBody>
        </p:sp>
      </p:grpSp>
      <p:sp>
        <p:nvSpPr>
          <p:cNvPr id="16" name="TextBox 15">
            <a:extLst>
              <a:ext uri="{FF2B5EF4-FFF2-40B4-BE49-F238E27FC236}">
                <a16:creationId xmlns:a16="http://schemas.microsoft.com/office/drawing/2014/main" id="{9F188449-0D67-547C-7972-A5876CDC178C}"/>
              </a:ext>
            </a:extLst>
          </p:cNvPr>
          <p:cNvSpPr txBox="1"/>
          <p:nvPr/>
        </p:nvSpPr>
        <p:spPr>
          <a:xfrm>
            <a:off x="8842522" y="2549591"/>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17" name="TextBox 16">
            <a:extLst>
              <a:ext uri="{FF2B5EF4-FFF2-40B4-BE49-F238E27FC236}">
                <a16:creationId xmlns:a16="http://schemas.microsoft.com/office/drawing/2014/main" id="{030CF804-44C7-DA53-4653-9186E16242B7}"/>
              </a:ext>
            </a:extLst>
          </p:cNvPr>
          <p:cNvSpPr txBox="1"/>
          <p:nvPr/>
        </p:nvSpPr>
        <p:spPr>
          <a:xfrm>
            <a:off x="2649498" y="2549592"/>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EA433F7D-DC3C-DCC8-0F75-1243E13AA8F2}"/>
              </a:ext>
            </a:extLst>
          </p:cNvPr>
          <p:cNvGrpSpPr/>
          <p:nvPr/>
        </p:nvGrpSpPr>
        <p:grpSpPr>
          <a:xfrm>
            <a:off x="9804340" y="7467214"/>
            <a:ext cx="3145231" cy="633114"/>
            <a:chOff x="7844435" y="7271368"/>
            <a:chExt cx="3145231" cy="633114"/>
          </a:xfrm>
        </p:grpSpPr>
        <p:grpSp>
          <p:nvGrpSpPr>
            <p:cNvPr id="8" name="Group 7">
              <a:extLst>
                <a:ext uri="{FF2B5EF4-FFF2-40B4-BE49-F238E27FC236}">
                  <a16:creationId xmlns:a16="http://schemas.microsoft.com/office/drawing/2014/main" id="{07406E00-A654-E0D0-5459-919D55352382}"/>
                </a:ext>
              </a:extLst>
            </p:cNvPr>
            <p:cNvGrpSpPr/>
            <p:nvPr/>
          </p:nvGrpSpPr>
          <p:grpSpPr>
            <a:xfrm>
              <a:off x="7854767" y="7504372"/>
              <a:ext cx="3084052" cy="400110"/>
              <a:chOff x="100590" y="4977369"/>
              <a:chExt cx="3084052" cy="400110"/>
            </a:xfrm>
          </p:grpSpPr>
          <p:sp>
            <p:nvSpPr>
              <p:cNvPr id="25" name="TextBox 24">
                <a:extLst>
                  <a:ext uri="{FF2B5EF4-FFF2-40B4-BE49-F238E27FC236}">
                    <a16:creationId xmlns:a16="http://schemas.microsoft.com/office/drawing/2014/main" id="{A1501B98-7387-A0C7-AE17-8B48F04BDCD3}"/>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F95B0BE6-6963-1E80-D7D3-2943B7E85A7A}"/>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9" name="TextBox 8">
              <a:extLst>
                <a:ext uri="{FF2B5EF4-FFF2-40B4-BE49-F238E27FC236}">
                  <a16:creationId xmlns:a16="http://schemas.microsoft.com/office/drawing/2014/main" id="{37BF84A1-7316-FDF1-5753-1D0EF2CF6F51}"/>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4" name="TextBox 23">
              <a:extLst>
                <a:ext uri="{FF2B5EF4-FFF2-40B4-BE49-F238E27FC236}">
                  <a16:creationId xmlns:a16="http://schemas.microsoft.com/office/drawing/2014/main" id="{D8D4F968-95FA-8450-3677-882C3B060BD7}"/>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A18B3AFB-D05C-BF78-CA5C-5FB669F4068A}"/>
              </a:ext>
            </a:extLst>
          </p:cNvPr>
          <p:cNvGrpSpPr/>
          <p:nvPr/>
        </p:nvGrpSpPr>
        <p:grpSpPr>
          <a:xfrm>
            <a:off x="8684218" y="94368"/>
            <a:ext cx="5855930" cy="1875295"/>
            <a:chOff x="8684218" y="94368"/>
            <a:chExt cx="5855930" cy="1875295"/>
          </a:xfrm>
        </p:grpSpPr>
        <p:sp>
          <p:nvSpPr>
            <p:cNvPr id="21" name="Rectangle 20">
              <a:extLst>
                <a:ext uri="{FF2B5EF4-FFF2-40B4-BE49-F238E27FC236}">
                  <a16:creationId xmlns:a16="http://schemas.microsoft.com/office/drawing/2014/main" id="{FBF34908-D609-D46B-76B7-AC697521BB8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2" name="TextBox 21">
              <a:extLst>
                <a:ext uri="{FF2B5EF4-FFF2-40B4-BE49-F238E27FC236}">
                  <a16:creationId xmlns:a16="http://schemas.microsoft.com/office/drawing/2014/main" id="{36D17E74-C51F-2F69-9E97-40677E09BDD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3" name="Picture 22" descr="A bottle of soda with a red label&#10;&#10;Description automatically generated">
              <a:extLst>
                <a:ext uri="{FF2B5EF4-FFF2-40B4-BE49-F238E27FC236}">
                  <a16:creationId xmlns:a16="http://schemas.microsoft.com/office/drawing/2014/main" id="{99B55078-B31C-39FF-6CB1-71DCBE9957B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2696D01D-780A-3E74-426B-441D5B563774}"/>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5049652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99AF3C-CA8E-DBB1-A360-908125E1ED7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6EEF7F8-C667-DBDC-15FF-CCCA2F66FC67}"/>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815285F4-86F8-BD8A-226D-C776411C5ECF}"/>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A6386528-FA6C-1B35-89A7-6B7E4C4A7B1B}"/>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0DDE72C6-603C-46AD-F397-E97A4C4E055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5FC2FFAE-5909-6B0B-369A-06C61D510FD5}"/>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4BFDB97A-B60D-0289-BB6C-643DE3D95FEE}"/>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68EA7A37-EAF9-B527-C7B3-5C0463B0CEB2}"/>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C245014F-B81E-3A95-BC41-0649FD2438EB}"/>
                </a:ext>
              </a:extLst>
            </p:cNvPr>
            <p:cNvGraphicFramePr/>
            <p:nvPr>
              <p:extLst>
                <p:ext uri="{D42A27DB-BD31-4B8C-83A1-F6EECF244321}">
                  <p14:modId xmlns:p14="http://schemas.microsoft.com/office/powerpoint/2010/main" val="272271594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96BC2777-9D59-5012-A6B9-2BB0E75FD6C4}"/>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E7C2BBE3-8BD0-367E-6A5F-E7496CF4657D}"/>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7B2C1135-57F5-8E3D-1E13-DE0DDEC2C660}"/>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E1BA7A10-7F1A-A260-AFD5-4E536E1F1AEE}"/>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4F0BDEE8-F302-4D76-5E68-2498D80080B3}"/>
                </a:ext>
              </a:extLst>
            </p:cNvPr>
            <p:cNvGraphicFramePr/>
            <p:nvPr>
              <p:extLst>
                <p:ext uri="{D42A27DB-BD31-4B8C-83A1-F6EECF244321}">
                  <p14:modId xmlns:p14="http://schemas.microsoft.com/office/powerpoint/2010/main" val="4129902704"/>
                </p:ext>
              </p:extLst>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5A581634-3821-BDB4-6BC0-86E3C269A194}"/>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DD4DC15A-99D9-903E-832D-32FFEB167087}"/>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1234BA42-63AC-879D-616F-F7D07EFF6ABA}"/>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7B366050-2C73-09BA-5453-B25279914D73}"/>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B17BE882-545C-9913-CC09-9EB571F13CBE}"/>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CE847DB2-077E-A112-CD41-869910794F6C}"/>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DAA46F6C-8231-556F-1263-4E691124BEBE}"/>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E23610A0-E201-FDB9-8546-A3DA36EF915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8CA9C923-3DD2-E746-26A6-F0181FF93CCE}"/>
                </a:ext>
              </a:extLst>
            </p:cNvPr>
            <p:cNvGraphicFramePr/>
            <p:nvPr>
              <p:extLst>
                <p:ext uri="{D42A27DB-BD31-4B8C-83A1-F6EECF244321}">
                  <p14:modId xmlns:p14="http://schemas.microsoft.com/office/powerpoint/2010/main" val="315040051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7E35CC72-A7DE-9D97-50D2-9FCC1F0C2B72}"/>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58841FAF-5FCD-8F44-DF5B-5D7526517A6A}"/>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5FDA8B33-ED98-EB45-5A11-0479F53BC85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C2B0231D-9CBE-AA6F-2B2D-8FEFF264041A}"/>
                </a:ext>
              </a:extLst>
            </p:cNvPr>
            <p:cNvGraphicFramePr/>
            <p:nvPr>
              <p:extLst>
                <p:ext uri="{D42A27DB-BD31-4B8C-83A1-F6EECF244321}">
                  <p14:modId xmlns:p14="http://schemas.microsoft.com/office/powerpoint/2010/main" val="3169828084"/>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A0B74D05-CF7A-AD12-2864-220D29F4A48B}"/>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39" name="Rectangle: Rounded Corners 38">
            <a:extLst>
              <a:ext uri="{FF2B5EF4-FFF2-40B4-BE49-F238E27FC236}">
                <a16:creationId xmlns:a16="http://schemas.microsoft.com/office/drawing/2014/main" id="{841CC31A-7575-2C6D-F28F-E3E40C85C1C1}"/>
              </a:ext>
            </a:extLst>
          </p:cNvPr>
          <p:cNvSpPr/>
          <p:nvPr/>
        </p:nvSpPr>
        <p:spPr>
          <a:xfrm>
            <a:off x="4300035" y="1762921"/>
            <a:ext cx="4389120" cy="327535"/>
          </a:xfrm>
          <a:prstGeom prst="roundRect">
            <a:avLst/>
          </a:prstGeom>
          <a:noFill/>
          <a:ln w="28575">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W+ CCOT</a:t>
            </a:r>
          </a:p>
        </p:txBody>
      </p:sp>
      <p:grpSp>
        <p:nvGrpSpPr>
          <p:cNvPr id="40" name="Group 39">
            <a:extLst>
              <a:ext uri="{FF2B5EF4-FFF2-40B4-BE49-F238E27FC236}">
                <a16:creationId xmlns:a16="http://schemas.microsoft.com/office/drawing/2014/main" id="{332EA116-A75F-DBAE-DF08-9EC7C5DCFC50}"/>
              </a:ext>
            </a:extLst>
          </p:cNvPr>
          <p:cNvGrpSpPr/>
          <p:nvPr/>
        </p:nvGrpSpPr>
        <p:grpSpPr>
          <a:xfrm>
            <a:off x="8684218" y="94368"/>
            <a:ext cx="5855930" cy="1875295"/>
            <a:chOff x="8684218" y="94368"/>
            <a:chExt cx="5855930" cy="1875295"/>
          </a:xfrm>
        </p:grpSpPr>
        <p:sp>
          <p:nvSpPr>
            <p:cNvPr id="41" name="Rectangle 40">
              <a:extLst>
                <a:ext uri="{FF2B5EF4-FFF2-40B4-BE49-F238E27FC236}">
                  <a16:creationId xmlns:a16="http://schemas.microsoft.com/office/drawing/2014/main" id="{3E243CAC-3524-59A4-A8F5-1E196B231AC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2" name="TextBox 41">
              <a:extLst>
                <a:ext uri="{FF2B5EF4-FFF2-40B4-BE49-F238E27FC236}">
                  <a16:creationId xmlns:a16="http://schemas.microsoft.com/office/drawing/2014/main" id="{E53C4B2D-C3AB-8841-BF23-0B1D739258B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3" name="Picture 42" descr="A bottle of soda with a red label&#10;&#10;Description automatically generated">
              <a:extLst>
                <a:ext uri="{FF2B5EF4-FFF2-40B4-BE49-F238E27FC236}">
                  <a16:creationId xmlns:a16="http://schemas.microsoft.com/office/drawing/2014/main" id="{59FFC6E5-F590-8642-1B5F-BD9D2039A79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4" name="Picture 43" descr="A flag on a button&#10;&#10;Description automatically generated">
              <a:extLst>
                <a:ext uri="{FF2B5EF4-FFF2-40B4-BE49-F238E27FC236}">
                  <a16:creationId xmlns:a16="http://schemas.microsoft.com/office/drawing/2014/main" id="{CBD88452-C8C5-D5E1-E050-02D18D4231BD}"/>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09233741"/>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B3EC2A-B0BC-2290-8140-DD6117347CE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47179CC-1A41-CA1B-D215-7D552C43D69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2B643521-9BA5-A7DE-F688-0341FB5B5ED2}"/>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94568756-6F9A-38DD-5FB9-3752434C2976}"/>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225D146A-3B26-4666-6435-311DDE2717B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ED6D4779-115A-CD97-51B9-EDC660BD77B7}"/>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7027A695-729A-9762-FA3E-C7C12433178D}"/>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A36B3415-387C-8C1A-CC1C-CE239059827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8ADD53CD-2B73-64B7-30B9-20E0B74D3D74}"/>
                </a:ext>
              </a:extLst>
            </p:cNvPr>
            <p:cNvGraphicFramePr/>
            <p:nvPr>
              <p:extLst>
                <p:ext uri="{D42A27DB-BD31-4B8C-83A1-F6EECF244321}">
                  <p14:modId xmlns:p14="http://schemas.microsoft.com/office/powerpoint/2010/main" val="3594130339"/>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7091F009-E68C-9C7A-32A1-C2B23BA724B9}"/>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0C4B7CC0-127F-5F0D-F2AF-2CC514778E55}"/>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D988B107-07B0-61FC-12A7-86724234AA2C}"/>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0ED74F10-910B-DAC9-35CE-1846EA97926E}"/>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6AE42760-8259-12BC-991E-EC039D353C97}"/>
                </a:ext>
              </a:extLst>
            </p:cNvPr>
            <p:cNvGraphicFramePr/>
            <p:nvPr>
              <p:extLst>
                <p:ext uri="{D42A27DB-BD31-4B8C-83A1-F6EECF244321}">
                  <p14:modId xmlns:p14="http://schemas.microsoft.com/office/powerpoint/2010/main" val="3915351472"/>
                </p:ext>
              </p:extLst>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BB69EA19-CA1D-AF7E-91AC-A7AE8269D99B}"/>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BE23E51C-FF9F-F991-B76B-60E18E9AB68D}"/>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C8BCB846-4C79-F94E-97F2-3350E12A5C71}"/>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EDE01D27-EA5B-A199-F052-286F5F35D9CC}"/>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B49603E9-C652-DA51-04C7-7579AEF6D1FA}"/>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B0344160-A0A1-5E14-F639-EFE06C97EF9F}"/>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C239D961-432F-7D4A-6AD0-C62F2E30F7C8}"/>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C79E3F2B-3FF5-3E66-3DF7-BC7B664E108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8A0273A1-58EF-2755-EF48-3AE4482FDC52}"/>
                </a:ext>
              </a:extLst>
            </p:cNvPr>
            <p:cNvGraphicFramePr/>
            <p:nvPr>
              <p:extLst>
                <p:ext uri="{D42A27DB-BD31-4B8C-83A1-F6EECF244321}">
                  <p14:modId xmlns:p14="http://schemas.microsoft.com/office/powerpoint/2010/main" val="3948003463"/>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D5B8E9CE-9C78-A59B-6CB7-7ADBA8C116AB}"/>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F2AB6D9E-BF52-4E88-5BA6-F8D13D85A752}"/>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3FC05D4E-F042-BE37-B409-253C5DCD6E9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F9E34FD1-020B-DF14-7475-174A6472168D}"/>
                </a:ext>
              </a:extLst>
            </p:cNvPr>
            <p:cNvGraphicFramePr/>
            <p:nvPr>
              <p:extLst>
                <p:ext uri="{D42A27DB-BD31-4B8C-83A1-F6EECF244321}">
                  <p14:modId xmlns:p14="http://schemas.microsoft.com/office/powerpoint/2010/main" val="106492957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8E1C2884-5B27-904E-6B83-68D29FE994FE}"/>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39" name="Rectangle: Rounded Corners 38">
            <a:extLst>
              <a:ext uri="{FF2B5EF4-FFF2-40B4-BE49-F238E27FC236}">
                <a16:creationId xmlns:a16="http://schemas.microsoft.com/office/drawing/2014/main" id="{EA347ED4-63D0-2472-CA5D-6B2CBBF3F146}"/>
              </a:ext>
            </a:extLst>
          </p:cNvPr>
          <p:cNvSpPr/>
          <p:nvPr/>
        </p:nvSpPr>
        <p:spPr>
          <a:xfrm>
            <a:off x="4300035" y="1762921"/>
            <a:ext cx="4389120" cy="327535"/>
          </a:xfrm>
          <a:prstGeom prst="roundRect">
            <a:avLst/>
          </a:prstGeom>
          <a:noFill/>
          <a:ln w="28575">
            <a:solidFill>
              <a:srgbClr val="FF66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dirty="0">
                <a:solidFill>
                  <a:srgbClr val="FF6699"/>
                </a:solidFill>
                <a:latin typeface="Avenir Next LT Pro" panose="020B0504020202020204" pitchFamily="34" charset="0"/>
              </a:rPr>
              <a:t>1-3x M CCOT</a:t>
            </a:r>
            <a:endPar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endParaRPr>
          </a:p>
        </p:txBody>
      </p:sp>
      <p:grpSp>
        <p:nvGrpSpPr>
          <p:cNvPr id="40" name="Group 39">
            <a:extLst>
              <a:ext uri="{FF2B5EF4-FFF2-40B4-BE49-F238E27FC236}">
                <a16:creationId xmlns:a16="http://schemas.microsoft.com/office/drawing/2014/main" id="{2E0EF7C8-0804-0C7A-AC9F-954D5D9E817C}"/>
              </a:ext>
            </a:extLst>
          </p:cNvPr>
          <p:cNvGrpSpPr/>
          <p:nvPr/>
        </p:nvGrpSpPr>
        <p:grpSpPr>
          <a:xfrm>
            <a:off x="8684218" y="94368"/>
            <a:ext cx="5855930" cy="1875295"/>
            <a:chOff x="8684218" y="94368"/>
            <a:chExt cx="5855930" cy="1875295"/>
          </a:xfrm>
        </p:grpSpPr>
        <p:sp>
          <p:nvSpPr>
            <p:cNvPr id="41" name="Rectangle 40">
              <a:extLst>
                <a:ext uri="{FF2B5EF4-FFF2-40B4-BE49-F238E27FC236}">
                  <a16:creationId xmlns:a16="http://schemas.microsoft.com/office/drawing/2014/main" id="{4334CE22-0393-1230-02DB-5CE8CA34D97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2" name="TextBox 41">
              <a:extLst>
                <a:ext uri="{FF2B5EF4-FFF2-40B4-BE49-F238E27FC236}">
                  <a16:creationId xmlns:a16="http://schemas.microsoft.com/office/drawing/2014/main" id="{435562C7-1D1E-F8FF-28C0-3EC841BE89DC}"/>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3" name="Picture 42" descr="A bottle of soda with a red label&#10;&#10;Description automatically generated">
              <a:extLst>
                <a:ext uri="{FF2B5EF4-FFF2-40B4-BE49-F238E27FC236}">
                  <a16:creationId xmlns:a16="http://schemas.microsoft.com/office/drawing/2014/main" id="{58F979AD-DFB4-E5DF-B263-9AE2F98CF01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4" name="Picture 43" descr="A flag on a button&#10;&#10;Description automatically generated">
              <a:extLst>
                <a:ext uri="{FF2B5EF4-FFF2-40B4-BE49-F238E27FC236}">
                  <a16:creationId xmlns:a16="http://schemas.microsoft.com/office/drawing/2014/main" id="{2D7B73B6-96E3-76D0-C98A-DE650A493726}"/>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053254723"/>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8C42C1-AB12-B10B-6A9E-08D4002F799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55D12D73-DE74-810E-4FF1-344A5883784C}"/>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A6298315-2C76-CAF6-BCF9-F39579F3D27F}"/>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2E56507C-1244-5582-D517-766968EE1A95}"/>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142</a:t>
            </a:fld>
            <a:endParaRPr lang="en-US" sz="900" kern="800">
              <a:solidFill>
                <a:srgbClr val="52565E"/>
              </a:solidFill>
              <a:latin typeface="Unity"/>
            </a:endParaRPr>
          </a:p>
        </p:txBody>
      </p:sp>
      <p:grpSp>
        <p:nvGrpSpPr>
          <p:cNvPr id="61" name="Group 60">
            <a:extLst>
              <a:ext uri="{FF2B5EF4-FFF2-40B4-BE49-F238E27FC236}">
                <a16:creationId xmlns:a16="http://schemas.microsoft.com/office/drawing/2014/main" id="{CA3C8301-B94D-FAD6-5890-D265666994B1}"/>
              </a:ext>
            </a:extLst>
          </p:cNvPr>
          <p:cNvGrpSpPr/>
          <p:nvPr/>
        </p:nvGrpSpPr>
        <p:grpSpPr>
          <a:xfrm>
            <a:off x="666391" y="284698"/>
            <a:ext cx="4062986" cy="332399"/>
            <a:chOff x="340967" y="1322943"/>
            <a:chExt cx="3385825" cy="276999"/>
          </a:xfrm>
        </p:grpSpPr>
        <p:sp>
          <p:nvSpPr>
            <p:cNvPr id="62" name="TextBox 61">
              <a:extLst>
                <a:ext uri="{FF2B5EF4-FFF2-40B4-BE49-F238E27FC236}">
                  <a16:creationId xmlns:a16="http://schemas.microsoft.com/office/drawing/2014/main" id="{E1CEEFBA-76E3-F983-44CB-C439284C7657}"/>
                </a:ext>
              </a:extLst>
            </p:cNvPr>
            <p:cNvSpPr txBox="1"/>
            <p:nvPr/>
          </p:nvSpPr>
          <p:spPr>
            <a:xfrm>
              <a:off x="460937" y="1322943"/>
              <a:ext cx="3265855"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 – Purchase Intent</a:t>
              </a:r>
            </a:p>
          </p:txBody>
        </p:sp>
        <p:sp>
          <p:nvSpPr>
            <p:cNvPr id="63" name="Rectangle 62">
              <a:extLst>
                <a:ext uri="{FF2B5EF4-FFF2-40B4-BE49-F238E27FC236}">
                  <a16:creationId xmlns:a16="http://schemas.microsoft.com/office/drawing/2014/main" id="{DA24CC5A-8C90-4003-587C-9248343E05E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5" name="Text Placeholder 4">
            <a:extLst>
              <a:ext uri="{FF2B5EF4-FFF2-40B4-BE49-F238E27FC236}">
                <a16:creationId xmlns:a16="http://schemas.microsoft.com/office/drawing/2014/main" id="{6B693720-0CD6-2144-9AA9-2F80877B1D66}"/>
              </a:ext>
            </a:extLst>
          </p:cNvPr>
          <p:cNvSpPr txBox="1">
            <a:spLocks/>
          </p:cNvSpPr>
          <p:nvPr/>
        </p:nvSpPr>
        <p:spPr>
          <a:xfrm>
            <a:off x="666391" y="807158"/>
            <a:ext cx="7860574" cy="748186"/>
          </a:xfrm>
          <a:prstGeom prst="rect">
            <a:avLst/>
          </a:prstGeom>
          <a:ln>
            <a:solidFill>
              <a:schemeClr val="tx1"/>
            </a:solidFill>
          </a:ln>
        </p:spPr>
        <p:txBody>
          <a:bodyPr anchor="ct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r>
              <a:rPr lang="en-US" sz="1800">
                <a:solidFill>
                  <a:srgbClr val="0070C0"/>
                </a:solidFill>
                <a:latin typeface="Avenir Next LT Pro" panose="020B0504020202020204" pitchFamily="34" charset="0"/>
              </a:rPr>
              <a:t>Einstein is at parity for Purchase Intent compared to CCOT among both age groups of Infrequent and Non-CCOT Drinkers.</a:t>
            </a:r>
          </a:p>
        </p:txBody>
      </p:sp>
      <p:pic>
        <p:nvPicPr>
          <p:cNvPr id="6" name="Picture 5">
            <a:extLst>
              <a:ext uri="{FF2B5EF4-FFF2-40B4-BE49-F238E27FC236}">
                <a16:creationId xmlns:a16="http://schemas.microsoft.com/office/drawing/2014/main" id="{58F8D912-0E3C-7676-2146-83FD340E1726}"/>
              </a:ext>
            </a:extLst>
          </p:cNvPr>
          <p:cNvPicPr>
            <a:picLocks noChangeAspect="1"/>
          </p:cNvPicPr>
          <p:nvPr/>
        </p:nvPicPr>
        <p:blipFill>
          <a:blip r:embed="rId3"/>
          <a:stretch>
            <a:fillRect/>
          </a:stretch>
        </p:blipFill>
        <p:spPr>
          <a:xfrm>
            <a:off x="176300" y="4481484"/>
            <a:ext cx="1741909" cy="1532235"/>
          </a:xfrm>
          <a:prstGeom prst="rect">
            <a:avLst/>
          </a:prstGeom>
        </p:spPr>
      </p:pic>
      <p:grpSp>
        <p:nvGrpSpPr>
          <p:cNvPr id="9" name="Group 8">
            <a:extLst>
              <a:ext uri="{FF2B5EF4-FFF2-40B4-BE49-F238E27FC236}">
                <a16:creationId xmlns:a16="http://schemas.microsoft.com/office/drawing/2014/main" id="{C5C020E4-AD9C-210E-D56F-B1A948D5BA1E}"/>
              </a:ext>
            </a:extLst>
          </p:cNvPr>
          <p:cNvGrpSpPr/>
          <p:nvPr/>
        </p:nvGrpSpPr>
        <p:grpSpPr>
          <a:xfrm>
            <a:off x="1969057" y="2212622"/>
            <a:ext cx="5941652" cy="4845402"/>
            <a:chOff x="531863" y="1967463"/>
            <a:chExt cx="5331526" cy="4128790"/>
          </a:xfrm>
        </p:grpSpPr>
        <p:sp>
          <p:nvSpPr>
            <p:cNvPr id="14" name="Rectangle 13">
              <a:extLst>
                <a:ext uri="{FF2B5EF4-FFF2-40B4-BE49-F238E27FC236}">
                  <a16:creationId xmlns:a16="http://schemas.microsoft.com/office/drawing/2014/main" id="{6A80A1C3-4822-2A78-BE6D-B6EA9551CB3E}"/>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16" name="Chart 15">
              <a:extLst>
                <a:ext uri="{FF2B5EF4-FFF2-40B4-BE49-F238E27FC236}">
                  <a16:creationId xmlns:a16="http://schemas.microsoft.com/office/drawing/2014/main" id="{A736A1D1-863E-C313-C6A9-C661D77F080C}"/>
                </a:ext>
              </a:extLst>
            </p:cNvPr>
            <p:cNvGraphicFramePr/>
            <p:nvPr>
              <p:extLst>
                <p:ext uri="{D42A27DB-BD31-4B8C-83A1-F6EECF244321}">
                  <p14:modId xmlns:p14="http://schemas.microsoft.com/office/powerpoint/2010/main" val="235506858"/>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16">
              <a:extLst>
                <a:ext uri="{FF2B5EF4-FFF2-40B4-BE49-F238E27FC236}">
                  <a16:creationId xmlns:a16="http://schemas.microsoft.com/office/drawing/2014/main" id="{1F2E2BCC-4B36-3E53-444F-386E18C42A24}"/>
                </a:ext>
              </a:extLst>
            </p:cNvPr>
            <p:cNvSpPr txBox="1"/>
            <p:nvPr/>
          </p:nvSpPr>
          <p:spPr>
            <a:xfrm>
              <a:off x="2620045" y="2048404"/>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pSp>
        <p:nvGrpSpPr>
          <p:cNvPr id="20" name="Group 19">
            <a:extLst>
              <a:ext uri="{FF2B5EF4-FFF2-40B4-BE49-F238E27FC236}">
                <a16:creationId xmlns:a16="http://schemas.microsoft.com/office/drawing/2014/main" id="{25F2C182-F21D-4816-5846-5F163B5EBC66}"/>
              </a:ext>
            </a:extLst>
          </p:cNvPr>
          <p:cNvGrpSpPr/>
          <p:nvPr/>
        </p:nvGrpSpPr>
        <p:grpSpPr>
          <a:xfrm>
            <a:off x="8084198" y="2217702"/>
            <a:ext cx="5906122" cy="4845402"/>
            <a:chOff x="531863" y="1967463"/>
            <a:chExt cx="5331526" cy="4128790"/>
          </a:xfrm>
        </p:grpSpPr>
        <p:sp>
          <p:nvSpPr>
            <p:cNvPr id="21" name="Rectangle 20">
              <a:extLst>
                <a:ext uri="{FF2B5EF4-FFF2-40B4-BE49-F238E27FC236}">
                  <a16:creationId xmlns:a16="http://schemas.microsoft.com/office/drawing/2014/main" id="{EB94AC7C-0124-B94F-FC1D-67AA045CA34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22" name="Chart 21">
              <a:extLst>
                <a:ext uri="{FF2B5EF4-FFF2-40B4-BE49-F238E27FC236}">
                  <a16:creationId xmlns:a16="http://schemas.microsoft.com/office/drawing/2014/main" id="{3442D923-2E91-ADFB-48C6-FC5CE1F1E02D}"/>
                </a:ext>
              </a:extLst>
            </p:cNvPr>
            <p:cNvGraphicFramePr/>
            <p:nvPr>
              <p:extLst>
                <p:ext uri="{D42A27DB-BD31-4B8C-83A1-F6EECF244321}">
                  <p14:modId xmlns:p14="http://schemas.microsoft.com/office/powerpoint/2010/main" val="3028603559"/>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3" name="TextBox 22">
              <a:extLst>
                <a:ext uri="{FF2B5EF4-FFF2-40B4-BE49-F238E27FC236}">
                  <a16:creationId xmlns:a16="http://schemas.microsoft.com/office/drawing/2014/main" id="{8D3F4EA7-E802-D4C0-1C26-E6CBE6505660}"/>
                </a:ext>
              </a:extLst>
            </p:cNvPr>
            <p:cNvSpPr txBox="1"/>
            <p:nvPr/>
          </p:nvSpPr>
          <p:spPr>
            <a:xfrm>
              <a:off x="2684809" y="205313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3" name="Table 2">
            <a:extLst>
              <a:ext uri="{FF2B5EF4-FFF2-40B4-BE49-F238E27FC236}">
                <a16:creationId xmlns:a16="http://schemas.microsoft.com/office/drawing/2014/main" id="{4E466F65-0365-C858-EC3F-05D27515CFFC}"/>
              </a:ext>
            </a:extLst>
          </p:cNvPr>
          <p:cNvGraphicFramePr>
            <a:graphicFrameLocks noGrp="1"/>
          </p:cNvGraphicFramePr>
          <p:nvPr>
            <p:extLst>
              <p:ext uri="{D42A27DB-BD31-4B8C-83A1-F6EECF244321}">
                <p14:modId xmlns:p14="http://schemas.microsoft.com/office/powerpoint/2010/main" val="165052310"/>
              </p:ext>
            </p:extLst>
          </p:nvPr>
        </p:nvGraphicFramePr>
        <p:xfrm>
          <a:off x="8606666" y="3180338"/>
          <a:ext cx="5120640" cy="559558"/>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85238">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18" name="Table 17">
            <a:extLst>
              <a:ext uri="{FF2B5EF4-FFF2-40B4-BE49-F238E27FC236}">
                <a16:creationId xmlns:a16="http://schemas.microsoft.com/office/drawing/2014/main" id="{C9C2F238-082F-0A34-97CD-BC0BF1E76A0F}"/>
              </a:ext>
            </a:extLst>
          </p:cNvPr>
          <p:cNvGraphicFramePr>
            <a:graphicFrameLocks noGrp="1"/>
          </p:cNvGraphicFramePr>
          <p:nvPr>
            <p:extLst>
              <p:ext uri="{D42A27DB-BD31-4B8C-83A1-F6EECF244321}">
                <p14:modId xmlns:p14="http://schemas.microsoft.com/office/powerpoint/2010/main" val="1915700039"/>
              </p:ext>
            </p:extLst>
          </p:nvPr>
        </p:nvGraphicFramePr>
        <p:xfrm>
          <a:off x="223788" y="3112975"/>
          <a:ext cx="7392655" cy="646176"/>
        </p:xfrm>
        <a:graphic>
          <a:graphicData uri="http://schemas.openxmlformats.org/drawingml/2006/table">
            <a:tbl>
              <a:tblPr firstRow="1" bandRow="1">
                <a:tableStyleId>{5940675A-B579-460E-94D1-54222C63F5DA}</a:tableStyleId>
              </a:tblPr>
              <a:tblGrid>
                <a:gridCol w="2272015">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62%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21%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17%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5" name="TextBox 24">
            <a:extLst>
              <a:ext uri="{FF2B5EF4-FFF2-40B4-BE49-F238E27FC236}">
                <a16:creationId xmlns:a16="http://schemas.microsoft.com/office/drawing/2014/main" id="{EFFEF9FB-2D1F-3D0F-F4F7-957D8646E33F}"/>
              </a:ext>
            </a:extLst>
          </p:cNvPr>
          <p:cNvSpPr txBox="1"/>
          <p:nvPr/>
        </p:nvSpPr>
        <p:spPr>
          <a:xfrm>
            <a:off x="10061721" y="2710011"/>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35" name="TextBox 34">
            <a:extLst>
              <a:ext uri="{FF2B5EF4-FFF2-40B4-BE49-F238E27FC236}">
                <a16:creationId xmlns:a16="http://schemas.microsoft.com/office/drawing/2014/main" id="{95697176-CCF0-A185-51D2-799BA321AF99}"/>
              </a:ext>
            </a:extLst>
          </p:cNvPr>
          <p:cNvSpPr txBox="1"/>
          <p:nvPr/>
        </p:nvSpPr>
        <p:spPr>
          <a:xfrm>
            <a:off x="3868697" y="2710012"/>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36" name="TextBox 35">
            <a:extLst>
              <a:ext uri="{FF2B5EF4-FFF2-40B4-BE49-F238E27FC236}">
                <a16:creationId xmlns:a16="http://schemas.microsoft.com/office/drawing/2014/main" id="{1A36DCBC-927A-B531-3F61-A348AC75656E}"/>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37" name="Group 36">
            <a:extLst>
              <a:ext uri="{FF2B5EF4-FFF2-40B4-BE49-F238E27FC236}">
                <a16:creationId xmlns:a16="http://schemas.microsoft.com/office/drawing/2014/main" id="{5907ACF7-B02B-029E-2C00-ACD627E75BD3}"/>
              </a:ext>
            </a:extLst>
          </p:cNvPr>
          <p:cNvGrpSpPr/>
          <p:nvPr/>
        </p:nvGrpSpPr>
        <p:grpSpPr>
          <a:xfrm>
            <a:off x="9516230" y="7248907"/>
            <a:ext cx="3230077" cy="545303"/>
            <a:chOff x="107157" y="4978029"/>
            <a:chExt cx="2691728" cy="454419"/>
          </a:xfrm>
        </p:grpSpPr>
        <p:sp>
          <p:nvSpPr>
            <p:cNvPr id="38" name="TextBox 37">
              <a:extLst>
                <a:ext uri="{FF2B5EF4-FFF2-40B4-BE49-F238E27FC236}">
                  <a16:creationId xmlns:a16="http://schemas.microsoft.com/office/drawing/2014/main" id="{317104B3-955F-7890-FE91-015E21148DBF}"/>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9" name="TextBox 38">
              <a:extLst>
                <a:ext uri="{FF2B5EF4-FFF2-40B4-BE49-F238E27FC236}">
                  <a16:creationId xmlns:a16="http://schemas.microsoft.com/office/drawing/2014/main" id="{55A20C25-264B-26B4-1E71-698CF30BBE0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40" name="TextBox 39">
              <a:extLst>
                <a:ext uri="{FF2B5EF4-FFF2-40B4-BE49-F238E27FC236}">
                  <a16:creationId xmlns:a16="http://schemas.microsoft.com/office/drawing/2014/main" id="{4F0FDB3F-E0A0-01A5-F0A7-DA33290448CD}"/>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1" name="TextBox 40">
              <a:extLst>
                <a:ext uri="{FF2B5EF4-FFF2-40B4-BE49-F238E27FC236}">
                  <a16:creationId xmlns:a16="http://schemas.microsoft.com/office/drawing/2014/main" id="{6BD0AD71-0F45-63EB-3B9E-8821A3DCC7AA}"/>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49" name="Group 48">
            <a:extLst>
              <a:ext uri="{FF2B5EF4-FFF2-40B4-BE49-F238E27FC236}">
                <a16:creationId xmlns:a16="http://schemas.microsoft.com/office/drawing/2014/main" id="{59A23B7F-A165-D0D7-1145-0CFB4A431F41}"/>
              </a:ext>
            </a:extLst>
          </p:cNvPr>
          <p:cNvGrpSpPr/>
          <p:nvPr/>
        </p:nvGrpSpPr>
        <p:grpSpPr>
          <a:xfrm>
            <a:off x="8684218" y="94368"/>
            <a:ext cx="5855930" cy="1875295"/>
            <a:chOff x="8684218" y="94368"/>
            <a:chExt cx="5855930" cy="1875295"/>
          </a:xfrm>
        </p:grpSpPr>
        <p:sp>
          <p:nvSpPr>
            <p:cNvPr id="50" name="Rectangle 49">
              <a:extLst>
                <a:ext uri="{FF2B5EF4-FFF2-40B4-BE49-F238E27FC236}">
                  <a16:creationId xmlns:a16="http://schemas.microsoft.com/office/drawing/2014/main" id="{41E20C46-03AD-8818-73A7-BED6C4899B1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1" name="TextBox 50">
              <a:extLst>
                <a:ext uri="{FF2B5EF4-FFF2-40B4-BE49-F238E27FC236}">
                  <a16:creationId xmlns:a16="http://schemas.microsoft.com/office/drawing/2014/main" id="{BA71BDAA-1D48-F20F-FA24-1071985B07C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2" name="Picture 51" descr="A bottle of soda with a red label&#10;&#10;Description automatically generated">
              <a:extLst>
                <a:ext uri="{FF2B5EF4-FFF2-40B4-BE49-F238E27FC236}">
                  <a16:creationId xmlns:a16="http://schemas.microsoft.com/office/drawing/2014/main" id="{6984960F-1B4F-9FAF-79C9-14E017C565C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3" name="Picture 52" descr="A flag on a button&#10;&#10;Description automatically generated">
              <a:extLst>
                <a:ext uri="{FF2B5EF4-FFF2-40B4-BE49-F238E27FC236}">
                  <a16:creationId xmlns:a16="http://schemas.microsoft.com/office/drawing/2014/main" id="{7C9DAD1C-9BAE-FF7C-69DF-F64306D6D754}"/>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14770447"/>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073D18-D894-EC17-755A-6D1D6089112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BD1290D-F6C0-03DC-8549-1C2A86327CA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64FAF82F-FF12-2411-E4C0-133473E335FF}"/>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654E22C7-9879-4440-78B1-B6FCDCE293B8}"/>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091C7F43-7B4B-ADD6-D90F-83418A710EC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3A0BBD3C-2993-C38D-6763-F1A9C3DAD8F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49EFE424-3725-28C4-551B-5FF4B02AA750}"/>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7A92CA00-1CD9-3C8B-8284-47E5573B9ED7}"/>
              </a:ext>
            </a:extLst>
          </p:cNvPr>
          <p:cNvGraphicFramePr/>
          <p:nvPr>
            <p:extLst>
              <p:ext uri="{D42A27DB-BD31-4B8C-83A1-F6EECF244321}">
                <p14:modId xmlns:p14="http://schemas.microsoft.com/office/powerpoint/2010/main" val="1471036416"/>
              </p:ext>
            </p:extLst>
          </p:nvPr>
        </p:nvGraphicFramePr>
        <p:xfrm>
          <a:off x="2298001" y="3421273"/>
          <a:ext cx="5822757" cy="3962470"/>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100D7F5A-BA0D-1173-8D83-6AF7F5FDD0FB}"/>
              </a:ext>
            </a:extLst>
          </p:cNvPr>
          <p:cNvSpPr txBox="1"/>
          <p:nvPr/>
        </p:nvSpPr>
        <p:spPr>
          <a:xfrm>
            <a:off x="3921472" y="2480638"/>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graphicFrame>
        <p:nvGraphicFramePr>
          <p:cNvPr id="40" name="Table 10">
            <a:extLst>
              <a:ext uri="{FF2B5EF4-FFF2-40B4-BE49-F238E27FC236}">
                <a16:creationId xmlns:a16="http://schemas.microsoft.com/office/drawing/2014/main" id="{6EC8881A-E45A-3483-E447-ACB0FFDC93DE}"/>
              </a:ext>
            </a:extLst>
          </p:cNvPr>
          <p:cNvGraphicFramePr>
            <a:graphicFrameLocks noGrp="1"/>
          </p:cNvGraphicFramePr>
          <p:nvPr>
            <p:extLst>
              <p:ext uri="{D42A27DB-BD31-4B8C-83A1-F6EECF244321}">
                <p14:modId xmlns:p14="http://schemas.microsoft.com/office/powerpoint/2010/main" val="3429932294"/>
              </p:ext>
            </p:extLst>
          </p:nvPr>
        </p:nvGraphicFramePr>
        <p:xfrm>
          <a:off x="284043" y="2963840"/>
          <a:ext cx="7680960" cy="76200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NPS Score </a:t>
                      </a:r>
                      <a:br>
                        <a:rPr lang="en-GB" sz="1600" b="1" dirty="0">
                          <a:solidFill>
                            <a:srgbClr val="000000"/>
                          </a:solidFill>
                          <a:latin typeface="Avenir Next LT Pro" panose="020B0504020202020204" pitchFamily="34" charset="0"/>
                        </a:rPr>
                      </a:br>
                      <a:r>
                        <a:rPr lang="en-GB" sz="1400" b="1" dirty="0">
                          <a:solidFill>
                            <a:srgbClr val="000000"/>
                          </a:solidFill>
                          <a:latin typeface="Avenir Next LT Pro" panose="020B0504020202020204" pitchFamily="34" charset="0"/>
                        </a:rPr>
                        <a:t>(Promoters minus Detractors)</a:t>
                      </a:r>
                      <a:endParaRPr lang="en-GB" sz="1600" b="1" dirty="0">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pic>
        <p:nvPicPr>
          <p:cNvPr id="14" name="Picture 13">
            <a:extLst>
              <a:ext uri="{FF2B5EF4-FFF2-40B4-BE49-F238E27FC236}">
                <a16:creationId xmlns:a16="http://schemas.microsoft.com/office/drawing/2014/main" id="{E81703E5-EABA-155A-4C25-D98D6C427E4E}"/>
              </a:ext>
            </a:extLst>
          </p:cNvPr>
          <p:cNvPicPr>
            <a:picLocks noChangeAspect="1"/>
          </p:cNvPicPr>
          <p:nvPr/>
        </p:nvPicPr>
        <p:blipFill>
          <a:blip r:embed="rId4"/>
          <a:stretch>
            <a:fillRect/>
          </a:stretch>
        </p:blipFill>
        <p:spPr>
          <a:xfrm>
            <a:off x="12758453" y="1432802"/>
            <a:ext cx="1273589" cy="949455"/>
          </a:xfrm>
          <a:prstGeom prst="rect">
            <a:avLst/>
          </a:prstGeom>
        </p:spPr>
      </p:pic>
      <p:sp>
        <p:nvSpPr>
          <p:cNvPr id="16" name="Rectangle 15">
            <a:extLst>
              <a:ext uri="{FF2B5EF4-FFF2-40B4-BE49-F238E27FC236}">
                <a16:creationId xmlns:a16="http://schemas.microsoft.com/office/drawing/2014/main" id="{ED7B32E4-1D6D-406D-F597-8D2892169ED9}"/>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09DAC6E6-DE64-6C5D-20A8-840D72955865}"/>
              </a:ext>
            </a:extLst>
          </p:cNvPr>
          <p:cNvGraphicFramePr/>
          <p:nvPr>
            <p:extLst>
              <p:ext uri="{D42A27DB-BD31-4B8C-83A1-F6EECF244321}">
                <p14:modId xmlns:p14="http://schemas.microsoft.com/office/powerpoint/2010/main" val="1476469468"/>
              </p:ext>
            </p:extLst>
          </p:nvPr>
        </p:nvGraphicFramePr>
        <p:xfrm>
          <a:off x="8141771" y="3429029"/>
          <a:ext cx="5822757" cy="3962470"/>
        </p:xfrm>
        <a:graphic>
          <a:graphicData uri="http://schemas.openxmlformats.org/drawingml/2006/chart">
            <c:chart xmlns:c="http://schemas.openxmlformats.org/drawingml/2006/chart" xmlns:r="http://schemas.openxmlformats.org/officeDocument/2006/relationships" r:id="rId5"/>
          </a:graphicData>
        </a:graphic>
      </p:graphicFrame>
      <p:sp>
        <p:nvSpPr>
          <p:cNvPr id="18" name="TextBox 17">
            <a:extLst>
              <a:ext uri="{FF2B5EF4-FFF2-40B4-BE49-F238E27FC236}">
                <a16:creationId xmlns:a16="http://schemas.microsoft.com/office/drawing/2014/main" id="{1983A843-4E3D-8268-AE8B-8A4D6AA07D3C}"/>
              </a:ext>
            </a:extLst>
          </p:cNvPr>
          <p:cNvSpPr txBox="1"/>
          <p:nvPr/>
        </p:nvSpPr>
        <p:spPr>
          <a:xfrm>
            <a:off x="9803967" y="2480638"/>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graphicFrame>
        <p:nvGraphicFramePr>
          <p:cNvPr id="20" name="Table 19">
            <a:extLst>
              <a:ext uri="{FF2B5EF4-FFF2-40B4-BE49-F238E27FC236}">
                <a16:creationId xmlns:a16="http://schemas.microsoft.com/office/drawing/2014/main" id="{ABF9CA9D-E653-A3C2-3F45-DD0E1E87965D}"/>
              </a:ext>
            </a:extLst>
          </p:cNvPr>
          <p:cNvGraphicFramePr>
            <a:graphicFrameLocks noGrp="1"/>
          </p:cNvGraphicFramePr>
          <p:nvPr>
            <p:extLst>
              <p:ext uri="{D42A27DB-BD31-4B8C-83A1-F6EECF244321}">
                <p14:modId xmlns:p14="http://schemas.microsoft.com/office/powerpoint/2010/main" val="300008420"/>
              </p:ext>
            </p:extLst>
          </p:nvPr>
        </p:nvGraphicFramePr>
        <p:xfrm>
          <a:off x="8544075" y="3201331"/>
          <a:ext cx="5303520" cy="282533"/>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82533">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-14</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85537FE2-6116-3B11-7002-3F34C5DB6603}"/>
              </a:ext>
            </a:extLst>
          </p:cNvPr>
          <p:cNvSpPr txBox="1"/>
          <p:nvPr/>
        </p:nvSpPr>
        <p:spPr>
          <a:xfrm>
            <a:off x="10104163" y="281581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5" name="TextBox 4">
            <a:extLst>
              <a:ext uri="{FF2B5EF4-FFF2-40B4-BE49-F238E27FC236}">
                <a16:creationId xmlns:a16="http://schemas.microsoft.com/office/drawing/2014/main" id="{581B5E90-DDC7-1CDF-4F92-97F34CAC4B1B}"/>
              </a:ext>
            </a:extLst>
          </p:cNvPr>
          <p:cNvSpPr txBox="1"/>
          <p:nvPr/>
        </p:nvSpPr>
        <p:spPr>
          <a:xfrm>
            <a:off x="4107909" y="2815811"/>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9" name="TextBox 8">
            <a:extLst>
              <a:ext uri="{FF2B5EF4-FFF2-40B4-BE49-F238E27FC236}">
                <a16:creationId xmlns:a16="http://schemas.microsoft.com/office/drawing/2014/main" id="{C33A3A8F-7E09-A8FF-632F-E6BC2A587A0C}"/>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15" name="Group 14">
            <a:extLst>
              <a:ext uri="{FF2B5EF4-FFF2-40B4-BE49-F238E27FC236}">
                <a16:creationId xmlns:a16="http://schemas.microsoft.com/office/drawing/2014/main" id="{E46F6685-C8AD-C8A0-D983-FDE34F81D9F2}"/>
              </a:ext>
            </a:extLst>
          </p:cNvPr>
          <p:cNvGrpSpPr/>
          <p:nvPr/>
        </p:nvGrpSpPr>
        <p:grpSpPr>
          <a:xfrm>
            <a:off x="7760381" y="7522648"/>
            <a:ext cx="3230077" cy="545303"/>
            <a:chOff x="107157" y="4978029"/>
            <a:chExt cx="2691728" cy="454419"/>
          </a:xfrm>
        </p:grpSpPr>
        <p:sp>
          <p:nvSpPr>
            <p:cNvPr id="21" name="TextBox 20">
              <a:extLst>
                <a:ext uri="{FF2B5EF4-FFF2-40B4-BE49-F238E27FC236}">
                  <a16:creationId xmlns:a16="http://schemas.microsoft.com/office/drawing/2014/main" id="{30686F46-BF7B-9D79-A0F1-BDA3FAFA62DC}"/>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CF9D47FB-B95D-4CD9-A76F-6070A43C997B}"/>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27" name="TextBox 26">
              <a:extLst>
                <a:ext uri="{FF2B5EF4-FFF2-40B4-BE49-F238E27FC236}">
                  <a16:creationId xmlns:a16="http://schemas.microsoft.com/office/drawing/2014/main" id="{9F0E03FE-9BAF-F837-1494-C0F4991AEF91}"/>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A8D91A03-2434-606D-07D4-84C8DAE8FE6C}"/>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33" name="Group 32">
            <a:extLst>
              <a:ext uri="{FF2B5EF4-FFF2-40B4-BE49-F238E27FC236}">
                <a16:creationId xmlns:a16="http://schemas.microsoft.com/office/drawing/2014/main" id="{F3D1FE59-2EA9-2291-7DFB-8B2D21B2AA8A}"/>
              </a:ext>
            </a:extLst>
          </p:cNvPr>
          <p:cNvGrpSpPr/>
          <p:nvPr/>
        </p:nvGrpSpPr>
        <p:grpSpPr>
          <a:xfrm>
            <a:off x="8684218" y="94368"/>
            <a:ext cx="5855930" cy="1875295"/>
            <a:chOff x="8684218" y="94368"/>
            <a:chExt cx="5855930" cy="1875295"/>
          </a:xfrm>
        </p:grpSpPr>
        <p:sp>
          <p:nvSpPr>
            <p:cNvPr id="34" name="Rectangle 33">
              <a:extLst>
                <a:ext uri="{FF2B5EF4-FFF2-40B4-BE49-F238E27FC236}">
                  <a16:creationId xmlns:a16="http://schemas.microsoft.com/office/drawing/2014/main" id="{F5FB6DAA-71D0-1F3F-21B8-A49C0664329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5" name="TextBox 34">
              <a:extLst>
                <a:ext uri="{FF2B5EF4-FFF2-40B4-BE49-F238E27FC236}">
                  <a16:creationId xmlns:a16="http://schemas.microsoft.com/office/drawing/2014/main" id="{F338AB73-4E5C-B4C8-6635-EEC67ED93731}"/>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6" name="Picture 35" descr="A bottle of soda with a red label&#10;&#10;Description automatically generated">
              <a:extLst>
                <a:ext uri="{FF2B5EF4-FFF2-40B4-BE49-F238E27FC236}">
                  <a16:creationId xmlns:a16="http://schemas.microsoft.com/office/drawing/2014/main" id="{FB424077-F3A5-FBAB-8BB1-F5473D81B9A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7" name="Picture 36" descr="A flag on a button&#10;&#10;Description automatically generated">
              <a:extLst>
                <a:ext uri="{FF2B5EF4-FFF2-40B4-BE49-F238E27FC236}">
                  <a16:creationId xmlns:a16="http://schemas.microsoft.com/office/drawing/2014/main" id="{A0384399-DB8A-0A61-7DF9-5B65ED736EBE}"/>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1686189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F5EDFA-B76C-21D2-AFC6-A6BC97FF7EB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C7297D6-C7C1-2DCA-0A70-78C83E148CEB}"/>
              </a:ext>
            </a:extLst>
          </p:cNvPr>
          <p:cNvSpPr>
            <a:spLocks noGrp="1"/>
          </p:cNvSpPr>
          <p:nvPr>
            <p:ph type="sldNum" sz="quarter" idx="14"/>
          </p:nvPr>
        </p:nvSpPr>
        <p:spPr/>
        <p:txBody>
          <a:bodyPr/>
          <a:lstStyle/>
          <a:p>
            <a:fld id="{9BBCFCA3-D307-4DD3-86E3-CC1388E97AC0}" type="slidenum">
              <a:rPr lang="en-US" smtClean="0"/>
              <a:pPr/>
              <a:t>144</a:t>
            </a:fld>
            <a:endParaRPr lang="en-US"/>
          </a:p>
        </p:txBody>
      </p:sp>
      <p:grpSp>
        <p:nvGrpSpPr>
          <p:cNvPr id="10" name="Group 9">
            <a:extLst>
              <a:ext uri="{FF2B5EF4-FFF2-40B4-BE49-F238E27FC236}">
                <a16:creationId xmlns:a16="http://schemas.microsoft.com/office/drawing/2014/main" id="{75A3D6E0-5B97-A32C-712B-FB98888D2411}"/>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D98E76C0-C5BD-9BC0-C0FF-C6E6F1E02D5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31D3321-FF62-D8AC-24E0-19F521D1CE8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49525B24-CA5F-5C81-F66C-053A259D6BE6}"/>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1F445D11-A0B0-F7F2-C777-CE19332F670A}"/>
              </a:ext>
            </a:extLst>
          </p:cNvPr>
          <p:cNvGraphicFramePr>
            <a:graphicFrameLocks noGrp="1"/>
          </p:cNvGraphicFramePr>
          <p:nvPr>
            <p:extLst>
              <p:ext uri="{D42A27DB-BD31-4B8C-83A1-F6EECF244321}">
                <p14:modId xmlns:p14="http://schemas.microsoft.com/office/powerpoint/2010/main" val="122496194"/>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cold</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accent5">
                              <a:lumMod val="50000"/>
                            </a:schemeClr>
                          </a:solidFill>
                          <a:effectLst/>
                          <a:latin typeface="Avenir Next LT Pro" panose="020B0504020202020204" pitchFamily="34" charset="0"/>
                          <a:ea typeface="+mn-ea"/>
                          <a:cs typeface="+mn-cs"/>
                        </a:rPr>
                        <a:t>52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marL="0" algn="ctr" defTabSz="1097280" rtl="0" eaLnBrk="1" fontAlgn="b" latinLnBrk="0" hangingPunct="1">
                        <a:buNone/>
                      </a:pPr>
                      <a:r>
                        <a:rPr lang="en-IN" sz="1000" b="0" i="0" u="none" strike="noStrike" kern="1200" dirty="0">
                          <a:solidFill>
                            <a:schemeClr val="accent5">
                              <a:lumMod val="50000"/>
                            </a:schemeClr>
                          </a:solidFill>
                          <a:effectLst/>
                          <a:latin typeface="Avenir Next LT Pro" panose="020B0504020202020204" pitchFamily="34" charset="0"/>
                          <a:ea typeface="+mn-ea"/>
                          <a:cs typeface="+mn-cs"/>
                        </a:rPr>
                        <a:t>50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marL="0" algn="ctr" defTabSz="1097280" rtl="0" eaLnBrk="1" fontAlgn="b" latinLnBrk="0" hangingPunct="1">
                        <a:buNone/>
                      </a:pPr>
                      <a:r>
                        <a:rPr lang="en-IN" sz="1000" b="0" i="0" u="none" strike="noStrike" kern="1200" dirty="0">
                          <a:solidFill>
                            <a:schemeClr val="accent5">
                              <a:lumMod val="50000"/>
                            </a:schemeClr>
                          </a:solidFill>
                          <a:effectLst/>
                          <a:latin typeface="Avenir Next LT Pro" panose="020B0504020202020204" pitchFamily="34" charset="0"/>
                          <a:ea typeface="+mn-ea"/>
                          <a:cs typeface="+mn-cs"/>
                        </a:rPr>
                        <a:t>50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refreshing</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feeling thirsty</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crisp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to enjoy on its own</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great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delicious</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balanced taste with bubbles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70815756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goes well with my food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275817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bold taste/</a:t>
                      </a:r>
                      <a:r>
                        <a:rPr lang="en-IN" sz="1000" kern="0" dirty="0" err="1">
                          <a:solidFill>
                            <a:srgbClr val="000000"/>
                          </a:solidFill>
                          <a:effectLst/>
                          <a:latin typeface="Avenir Next LT Pro" panose="020B0504020202020204" pitchFamily="34" charset="0"/>
                          <a:cs typeface="Times New Roman" panose="02020603050405020304" pitchFamily="18" charset="0"/>
                        </a:rPr>
                        <a:t>flavor</a:t>
                      </a:r>
                      <a:endParaRPr lang="en-IN" sz="1000" kern="0" dirty="0">
                        <a:solidFill>
                          <a:srgbClr val="000000"/>
                        </a:solidFill>
                        <a:effectLst/>
                        <a:latin typeface="Avenir Next LT Pro" panose="020B0504020202020204" pitchFamily="34" charset="0"/>
                        <a:cs typeface="Times New Roman" panose="02020603050405020304" pitchFamily="18" charset="0"/>
                      </a:endParaRP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40909561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sugary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86633521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treat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109959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taking a break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0390000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for someone like 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6254444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watching tv/mobile phone or playing a video game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693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for sharing with family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07119912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have a craving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93314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reward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2658358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brings me happiness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774107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spend time with friends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6234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improve my mood / cheers me up</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7664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stimulate / awaken my senses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40257577"/>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boost my energy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139096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snack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7926274"/>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It's my habit / routine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1464365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a beverage </a:t>
                      </a:r>
                      <a:r>
                        <a:rPr lang="en-IN" sz="1000" kern="0" dirty="0" err="1">
                          <a:solidFill>
                            <a:srgbClr val="000000"/>
                          </a:solidFill>
                          <a:effectLst/>
                          <a:latin typeface="Avenir Next LT Pro" panose="020B0504020202020204" pitchFamily="34" charset="0"/>
                          <a:cs typeface="Times New Roman" panose="02020603050405020304" pitchFamily="18" charset="0"/>
                        </a:rPr>
                        <a:t>i'd</a:t>
                      </a:r>
                      <a:r>
                        <a:rPr lang="en-IN" sz="1000" kern="0" dirty="0">
                          <a:solidFill>
                            <a:srgbClr val="000000"/>
                          </a:solidFill>
                          <a:effectLst/>
                          <a:latin typeface="Avenir Next LT Pro" panose="020B0504020202020204" pitchFamily="34" charset="0"/>
                          <a:cs typeface="Times New Roman" panose="02020603050405020304" pitchFamily="18" charset="0"/>
                        </a:rPr>
                        <a:t> be proud to be seen drinking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0095090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provides a morning and/or afternoon boost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9052722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self-care / relaxing moment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990168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doing homework or working late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754748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me stay awake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608549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try something new / different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8868630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clear my mind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1"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1"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1" i="0" u="none" strike="noStrike" kern="120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dirty="0">
                          <a:solidFill>
                            <a:schemeClr val="tx1"/>
                          </a:solidFill>
                          <a:effectLst/>
                          <a:latin typeface="Avenir Next LT Pro" panose="020B0504020202020204" pitchFamily="34" charset="0"/>
                          <a:ea typeface="+mn-ea"/>
                          <a:cs typeface="+mn-cs"/>
                        </a:rPr>
                        <a:t>1</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8F7D0F82-79E6-0F00-1F02-8FA3339B8639}"/>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9668EAB4-A448-5CE9-5083-C4E826105E7E}"/>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A8F7F396-45BC-EC79-E02F-51E431AF6793}"/>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6E10E0AC-E425-1A26-C558-AD6850F8DDBE}"/>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F6389C7F-358B-EF8D-A28E-35785F2E98D0}"/>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95643B1F-5BF8-3F2D-166E-ADB99EFC2ED4}"/>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C9B811C5-28C7-982E-4E1D-0CA77128F102}"/>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32367E9D-2BAD-5EDE-BC06-5CF2C1D8B2E3}"/>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54CDA933-AF7C-AED4-8A74-E1C1AA170AAA}"/>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3087ECAA-A874-976A-899C-7B1E58CEE0C7}"/>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23D1913B-1898-678E-7ADA-69262A550B01}"/>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0AE968A1-FDFC-59C4-C308-7A7DB24E0649}"/>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BA0057C7-3BE9-B932-0D27-A37455FA5AC6}"/>
              </a:ext>
            </a:extLst>
          </p:cNvPr>
          <p:cNvSpPr txBox="1"/>
          <p:nvPr/>
        </p:nvSpPr>
        <p:spPr>
          <a:xfrm>
            <a:off x="582632" y="1764867"/>
            <a:ext cx="1716068" cy="215444"/>
          </a:xfrm>
          <a:prstGeom prst="rect">
            <a:avLst/>
          </a:prstGeom>
          <a:solidFill>
            <a:srgbClr val="FF99FF"/>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CCOT</a:t>
            </a:r>
          </a:p>
        </p:txBody>
      </p:sp>
      <p:grpSp>
        <p:nvGrpSpPr>
          <p:cNvPr id="25" name="Group 24">
            <a:extLst>
              <a:ext uri="{FF2B5EF4-FFF2-40B4-BE49-F238E27FC236}">
                <a16:creationId xmlns:a16="http://schemas.microsoft.com/office/drawing/2014/main" id="{EE550811-BEA7-023D-4DCF-8208362D9B6C}"/>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D93DB258-F16B-E36D-BA32-733DCE7D56FB}"/>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E5E30221-AEB0-7487-6CC1-D767E58E123B}"/>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7688B991-7986-381F-B9AE-C291338088CE}"/>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D4B4BEA2-9271-3A1B-6964-2167059DCABC}"/>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39" name="Group 38">
            <a:extLst>
              <a:ext uri="{FF2B5EF4-FFF2-40B4-BE49-F238E27FC236}">
                <a16:creationId xmlns:a16="http://schemas.microsoft.com/office/drawing/2014/main" id="{6687B63A-F29B-086D-83DE-B2DCF7073E46}"/>
              </a:ext>
            </a:extLst>
          </p:cNvPr>
          <p:cNvGrpSpPr/>
          <p:nvPr/>
        </p:nvGrpSpPr>
        <p:grpSpPr>
          <a:xfrm>
            <a:off x="12293960" y="5441870"/>
            <a:ext cx="2399777" cy="1067056"/>
            <a:chOff x="8242096" y="6989801"/>
            <a:chExt cx="2399777" cy="1067056"/>
          </a:xfrm>
        </p:grpSpPr>
        <p:sp>
          <p:nvSpPr>
            <p:cNvPr id="40" name="Rectangle 39">
              <a:extLst>
                <a:ext uri="{FF2B5EF4-FFF2-40B4-BE49-F238E27FC236}">
                  <a16:creationId xmlns:a16="http://schemas.microsoft.com/office/drawing/2014/main" id="{3A6FDBFB-AC7F-24C5-97B0-81BDDFC6F513}"/>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rPr>
                <a:t>Strong</a:t>
              </a:r>
            </a:p>
          </p:txBody>
        </p:sp>
        <p:sp>
          <p:nvSpPr>
            <p:cNvPr id="41" name="Rectangle 40">
              <a:extLst>
                <a:ext uri="{FF2B5EF4-FFF2-40B4-BE49-F238E27FC236}">
                  <a16:creationId xmlns:a16="http://schemas.microsoft.com/office/drawing/2014/main" id="{4D888168-E434-842C-5224-B0B2EAA4A95B}"/>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42" name="Rectangle 41">
              <a:extLst>
                <a:ext uri="{FF2B5EF4-FFF2-40B4-BE49-F238E27FC236}">
                  <a16:creationId xmlns:a16="http://schemas.microsoft.com/office/drawing/2014/main" id="{BB43CCC2-EFB8-D632-0487-AC1E4E87A4F6}"/>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43" name="TextBox 42">
              <a:extLst>
                <a:ext uri="{FF2B5EF4-FFF2-40B4-BE49-F238E27FC236}">
                  <a16:creationId xmlns:a16="http://schemas.microsoft.com/office/drawing/2014/main" id="{3C0D2D10-3AE2-6201-4B54-7B173335223D}"/>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TB Agreement 70% - 100%</a:t>
              </a:r>
            </a:p>
          </p:txBody>
        </p:sp>
        <p:sp>
          <p:nvSpPr>
            <p:cNvPr id="44" name="TextBox 43">
              <a:extLst>
                <a:ext uri="{FF2B5EF4-FFF2-40B4-BE49-F238E27FC236}">
                  <a16:creationId xmlns:a16="http://schemas.microsoft.com/office/drawing/2014/main" id="{889A3BB9-6539-7D40-82A1-7722EB528628}"/>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45" name="TextBox 44">
              <a:extLst>
                <a:ext uri="{FF2B5EF4-FFF2-40B4-BE49-F238E27FC236}">
                  <a16:creationId xmlns:a16="http://schemas.microsoft.com/office/drawing/2014/main" id="{36E4FC99-7D98-A194-A00C-74325532C7A4}"/>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46" name="Rectangle 45">
              <a:extLst>
                <a:ext uri="{FF2B5EF4-FFF2-40B4-BE49-F238E27FC236}">
                  <a16:creationId xmlns:a16="http://schemas.microsoft.com/office/drawing/2014/main" id="{D377F519-ED11-B386-2E52-EFC0446C2175}"/>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47" name="TextBox 46">
              <a:extLst>
                <a:ext uri="{FF2B5EF4-FFF2-40B4-BE49-F238E27FC236}">
                  <a16:creationId xmlns:a16="http://schemas.microsoft.com/office/drawing/2014/main" id="{811F1085-7811-AFAD-3AB2-FDA6344D9AFC}"/>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grpSp>
        <p:nvGrpSpPr>
          <p:cNvPr id="32" name="Group 31">
            <a:extLst>
              <a:ext uri="{FF2B5EF4-FFF2-40B4-BE49-F238E27FC236}">
                <a16:creationId xmlns:a16="http://schemas.microsoft.com/office/drawing/2014/main" id="{2408D8B7-4AB9-6464-37D9-565A9BFBCE3E}"/>
              </a:ext>
            </a:extLst>
          </p:cNvPr>
          <p:cNvGrpSpPr/>
          <p:nvPr/>
        </p:nvGrpSpPr>
        <p:grpSpPr>
          <a:xfrm>
            <a:off x="8684218" y="94368"/>
            <a:ext cx="5855930" cy="1875295"/>
            <a:chOff x="8684218" y="94368"/>
            <a:chExt cx="5855930" cy="1875295"/>
          </a:xfrm>
        </p:grpSpPr>
        <p:sp>
          <p:nvSpPr>
            <p:cNvPr id="33" name="Rectangle 32">
              <a:extLst>
                <a:ext uri="{FF2B5EF4-FFF2-40B4-BE49-F238E27FC236}">
                  <a16:creationId xmlns:a16="http://schemas.microsoft.com/office/drawing/2014/main" id="{9AAB31E6-4C8B-7532-C21D-F8A5E065D67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4" name="TextBox 33">
              <a:extLst>
                <a:ext uri="{FF2B5EF4-FFF2-40B4-BE49-F238E27FC236}">
                  <a16:creationId xmlns:a16="http://schemas.microsoft.com/office/drawing/2014/main" id="{D1098DDF-36EC-9CE3-E3A8-5A395A93AC4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43D7E8BA-A042-DBFA-6DA8-2039365D8A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6" name="Picture 35" descr="A flag on a button&#10;&#10;Description automatically generated">
              <a:extLst>
                <a:ext uri="{FF2B5EF4-FFF2-40B4-BE49-F238E27FC236}">
                  <a16:creationId xmlns:a16="http://schemas.microsoft.com/office/drawing/2014/main" id="{D5199C57-494E-4779-2504-EE05CAC3265D}"/>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730138245"/>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A82E10-6FD7-BBD9-18D4-A502DFF470F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EBFA642-60F6-F1AC-B94F-FC8FA40DAD20}"/>
              </a:ext>
            </a:extLst>
          </p:cNvPr>
          <p:cNvSpPr>
            <a:spLocks noGrp="1"/>
          </p:cNvSpPr>
          <p:nvPr>
            <p:ph type="sldNum" sz="quarter" idx="14"/>
          </p:nvPr>
        </p:nvSpPr>
        <p:spPr/>
        <p:txBody>
          <a:bodyPr/>
          <a:lstStyle/>
          <a:p>
            <a:fld id="{9BBCFCA3-D307-4DD3-86E3-CC1388E97AC0}" type="slidenum">
              <a:rPr lang="en-US" smtClean="0"/>
              <a:pPr/>
              <a:t>145</a:t>
            </a:fld>
            <a:endParaRPr lang="en-US"/>
          </a:p>
        </p:txBody>
      </p:sp>
      <p:grpSp>
        <p:nvGrpSpPr>
          <p:cNvPr id="10" name="Group 9">
            <a:extLst>
              <a:ext uri="{FF2B5EF4-FFF2-40B4-BE49-F238E27FC236}">
                <a16:creationId xmlns:a16="http://schemas.microsoft.com/office/drawing/2014/main" id="{DCF4A543-911B-41C9-80E3-816800141910}"/>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C53A5733-9DA3-E083-74C3-674114EE9369}"/>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6BEE31A4-708F-E170-941A-3A71DBE0AF6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EAEB8075-350E-8DFC-6849-2F75BA519833}"/>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D838B87E-D8DF-3D61-1187-B664F81071F8}"/>
              </a:ext>
            </a:extLst>
          </p:cNvPr>
          <p:cNvGraphicFramePr>
            <a:graphicFrameLocks noGrp="1"/>
          </p:cNvGraphicFramePr>
          <p:nvPr>
            <p:extLst>
              <p:ext uri="{D42A27DB-BD31-4B8C-83A1-F6EECF244321}">
                <p14:modId xmlns:p14="http://schemas.microsoft.com/office/powerpoint/2010/main" val="3278484803"/>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cold</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accent5">
                              <a:lumMod val="50000"/>
                            </a:schemeClr>
                          </a:solidFill>
                          <a:effectLst/>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refreshing</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feeling thirsty</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crisp taste</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to enjoy on its own</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great taste</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delicious</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30392275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balanced taste with bubbles</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815756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goes well with my food</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75817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bold taste/</a:t>
                      </a:r>
                      <a:r>
                        <a:rPr lang="en-IN" sz="1000" kern="0" dirty="0" err="1">
                          <a:solidFill>
                            <a:srgbClr val="000000"/>
                          </a:solidFill>
                          <a:effectLst/>
                          <a:latin typeface="Avenir Next LT Pro" panose="020B0504020202020204" pitchFamily="34" charset="0"/>
                          <a:cs typeface="Times New Roman" panose="02020603050405020304" pitchFamily="18" charset="0"/>
                        </a:rPr>
                        <a:t>flavor</a:t>
                      </a:r>
                      <a:endParaRPr lang="en-IN" sz="1000" kern="0" dirty="0">
                        <a:solidFill>
                          <a:srgbClr val="000000"/>
                        </a:solidFill>
                        <a:effectLst/>
                        <a:latin typeface="Avenir Next LT Pro" panose="020B0504020202020204" pitchFamily="34" charset="0"/>
                        <a:cs typeface="Times New Roman" panose="02020603050405020304" pitchFamily="18" charset="0"/>
                      </a:endParaRP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09561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sugary</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633521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treat myself</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109959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taking a break</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0390000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for someone like me</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6254444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watching tv/mobile phone or playing a video game</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693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for sharing with family</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7119912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have a craving</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93314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reward myself</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2658358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brings me happiness</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774107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spend time with friends</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6234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improve my mood / cheers me up</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7664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stimulate / awaken my senses</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40257577"/>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boost my energy</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139096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snack</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7926274"/>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It's my habit / routine</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1464365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a beverage </a:t>
                      </a:r>
                      <a:r>
                        <a:rPr lang="en-IN" sz="1000" kern="0" dirty="0" err="1">
                          <a:solidFill>
                            <a:srgbClr val="000000"/>
                          </a:solidFill>
                          <a:effectLst/>
                          <a:latin typeface="Avenir Next LT Pro" panose="020B0504020202020204" pitchFamily="34" charset="0"/>
                          <a:cs typeface="Times New Roman" panose="02020603050405020304" pitchFamily="18" charset="0"/>
                        </a:rPr>
                        <a:t>i'd</a:t>
                      </a:r>
                      <a:r>
                        <a:rPr lang="en-IN" sz="1000" kern="0" dirty="0">
                          <a:solidFill>
                            <a:srgbClr val="000000"/>
                          </a:solidFill>
                          <a:effectLst/>
                          <a:latin typeface="Avenir Next LT Pro" panose="020B0504020202020204" pitchFamily="34" charset="0"/>
                          <a:cs typeface="Times New Roman" panose="02020603050405020304" pitchFamily="18" charset="0"/>
                        </a:rPr>
                        <a:t> be proud to be seen drinking</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0095090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provides a morning and/or afternoon boost</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9052722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self-care / relaxing moment</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990168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doing homework or working late</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754748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me stay awake</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608549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try something new / different</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8868630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clear my mind</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0</a:t>
                      </a:r>
                      <a:endPar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endParaRP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C73EA7A2-BC45-659D-E599-470A012B8A85}"/>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3FC9F57E-B9FE-8471-EDFC-D94018CC5FB6}"/>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B59FD722-0FD2-3BD1-F80D-25CD79ABF366}"/>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CE041EBF-90A6-84F8-4D5B-EF776FA16B3E}"/>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13ECCEAE-EE6A-DC55-EB55-B3D4A4924A96}"/>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8FF59858-17FC-42F0-9E1E-774700AB3722}"/>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FE8DA419-6638-2D15-3F12-77EC8E23F718}"/>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2ACE73CE-BD4A-7A85-474E-B735E22DF704}"/>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7ADBA108-39AE-E7C2-59CA-D62CD14C0D9D}"/>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FC066B84-3E6F-3381-0B39-E311160D6E31}"/>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210EE068-A82D-F105-FB1D-1D982FE30B73}"/>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DA7D8ABB-0D13-DDD8-C70B-305801E3050C}"/>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DC99AEA4-69BF-7F03-A18C-86E907CF687B}"/>
              </a:ext>
            </a:extLst>
          </p:cNvPr>
          <p:cNvSpPr txBox="1"/>
          <p:nvPr/>
        </p:nvSpPr>
        <p:spPr>
          <a:xfrm>
            <a:off x="582632" y="1764867"/>
            <a:ext cx="1716068" cy="215444"/>
          </a:xfrm>
          <a:prstGeom prst="rect">
            <a:avLst/>
          </a:prstGeom>
          <a:solidFill>
            <a:srgbClr val="FF6699"/>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1-3x M CCOT</a:t>
            </a:r>
          </a:p>
        </p:txBody>
      </p:sp>
      <p:grpSp>
        <p:nvGrpSpPr>
          <p:cNvPr id="25" name="Group 24">
            <a:extLst>
              <a:ext uri="{FF2B5EF4-FFF2-40B4-BE49-F238E27FC236}">
                <a16:creationId xmlns:a16="http://schemas.microsoft.com/office/drawing/2014/main" id="{9F5D52AF-5F3C-2AC2-DF6B-4B7B1C75226B}"/>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A0667520-24A1-BD92-C8B4-908C46DA9A0B}"/>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A501B9B2-CF94-5C26-7C7D-3FA8C3E6FE7B}"/>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AD888222-9A88-C9CE-07FE-37D32104A607}"/>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A86F61F5-1895-B639-1C19-184A1B496169}"/>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6" name="Group 5">
            <a:extLst>
              <a:ext uri="{FF2B5EF4-FFF2-40B4-BE49-F238E27FC236}">
                <a16:creationId xmlns:a16="http://schemas.microsoft.com/office/drawing/2014/main" id="{C0BD3637-6540-C8DC-A167-6E6F193978BC}"/>
              </a:ext>
            </a:extLst>
          </p:cNvPr>
          <p:cNvGrpSpPr/>
          <p:nvPr/>
        </p:nvGrpSpPr>
        <p:grpSpPr>
          <a:xfrm>
            <a:off x="8684218" y="94368"/>
            <a:ext cx="5855930" cy="1875295"/>
            <a:chOff x="8684218" y="94368"/>
            <a:chExt cx="5855930" cy="1875295"/>
          </a:xfrm>
        </p:grpSpPr>
        <p:sp>
          <p:nvSpPr>
            <p:cNvPr id="8" name="Rectangle 7">
              <a:extLst>
                <a:ext uri="{FF2B5EF4-FFF2-40B4-BE49-F238E27FC236}">
                  <a16:creationId xmlns:a16="http://schemas.microsoft.com/office/drawing/2014/main" id="{E05F1F26-39CC-30B1-2B28-E10DA378ADE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1CDFF6D2-2982-7859-87C7-E3538B17D3C4}"/>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13710CA9-ADF9-4C63-9EA1-41F9E947BF8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ED6999EA-C674-AF05-7676-CBAABBD052B9}"/>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033512776"/>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1EB28A-2EA3-0665-5452-56DC8741611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CE60210B-B899-77BC-7B3E-FAB7332D2B62}"/>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2D11D56A-629B-3E48-E417-EDF8A4FE6EDA}"/>
              </a:ext>
            </a:extLst>
          </p:cNvPr>
          <p:cNvGrpSpPr/>
          <p:nvPr/>
        </p:nvGrpSpPr>
        <p:grpSpPr>
          <a:xfrm>
            <a:off x="129359" y="2744156"/>
            <a:ext cx="7073546" cy="4678287"/>
            <a:chOff x="531863" y="1967463"/>
            <a:chExt cx="5331526" cy="4128790"/>
          </a:xfrm>
        </p:grpSpPr>
        <p:sp>
          <p:nvSpPr>
            <p:cNvPr id="54" name="Rectangle 53">
              <a:extLst>
                <a:ext uri="{FF2B5EF4-FFF2-40B4-BE49-F238E27FC236}">
                  <a16:creationId xmlns:a16="http://schemas.microsoft.com/office/drawing/2014/main" id="{DEA4B804-4E4A-7C99-0A84-BEBF45135ED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E31F80A7-7180-8016-A7E9-8CD70965B46A}"/>
                </a:ext>
              </a:extLst>
            </p:cNvPr>
            <p:cNvGraphicFramePr/>
            <p:nvPr>
              <p:extLst>
                <p:ext uri="{D42A27DB-BD31-4B8C-83A1-F6EECF244321}">
                  <p14:modId xmlns:p14="http://schemas.microsoft.com/office/powerpoint/2010/main" val="1766671684"/>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85A14183-9267-BD64-1332-2BC02E642B07}"/>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9" name="TextBox 68">
            <a:extLst>
              <a:ext uri="{FF2B5EF4-FFF2-40B4-BE49-F238E27FC236}">
                <a16:creationId xmlns:a16="http://schemas.microsoft.com/office/drawing/2014/main" id="{A3A992ED-77F2-905B-8C2D-CA6DCEA88F67}"/>
              </a:ext>
            </a:extLst>
          </p:cNvPr>
          <p:cNvSpPr txBox="1"/>
          <p:nvPr/>
        </p:nvSpPr>
        <p:spPr>
          <a:xfrm>
            <a:off x="2689941" y="3324408"/>
            <a:ext cx="2312522" cy="326898"/>
          </a:xfrm>
          <a:prstGeom prst="roundRect">
            <a:avLst/>
          </a:prstGeom>
          <a:solidFill>
            <a:srgbClr val="FF99FF"/>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W+ CCOT</a:t>
            </a:r>
          </a:p>
        </p:txBody>
      </p:sp>
      <p:sp>
        <p:nvSpPr>
          <p:cNvPr id="11" name="TextBox 10">
            <a:extLst>
              <a:ext uri="{FF2B5EF4-FFF2-40B4-BE49-F238E27FC236}">
                <a16:creationId xmlns:a16="http://schemas.microsoft.com/office/drawing/2014/main" id="{69483380-9E02-F915-FADC-3CC2C1045BC2}"/>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07AA9A76-EAB1-74FD-DF6F-BF8D357E1574}"/>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146</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CC76F347-31B5-1E09-609C-19A7CD8AF73B}"/>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45ACE3E7-F851-7053-23ED-68BA11120845}"/>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CF4173E3-EC89-8E14-DF29-E6702467866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9AA1684E-7B76-F114-F06F-6D33DE94301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4" name="TextBox 3">
            <a:extLst>
              <a:ext uri="{FF2B5EF4-FFF2-40B4-BE49-F238E27FC236}">
                <a16:creationId xmlns:a16="http://schemas.microsoft.com/office/drawing/2014/main" id="{B9E8C6CF-2BDC-0F53-F3C7-4A1F209B92C0}"/>
              </a:ext>
            </a:extLst>
          </p:cNvPr>
          <p:cNvSpPr txBox="1"/>
          <p:nvPr/>
        </p:nvSpPr>
        <p:spPr>
          <a:xfrm>
            <a:off x="1825211" y="3698662"/>
            <a:ext cx="3572501" cy="326898"/>
          </a:xfrm>
          <a:prstGeom prst="roundRect">
            <a:avLst/>
          </a:prstGeom>
          <a:noFill/>
        </p:spPr>
        <p:txBody>
          <a:bodyPr wrap="square" lIns="0" tIns="0" rIns="0" bIns="0" rtlCol="0" anchor="ctr">
            <a:spAutoFit/>
          </a:bodyPr>
          <a:lstStyle/>
          <a:p>
            <a:pPr algn="ctr" defTabSz="1097280">
              <a:defRPr/>
            </a:pPr>
            <a:r>
              <a:rPr lang="en-US" sz="1920" b="1" kern="0" dirty="0">
                <a:latin typeface="Avenir Next LT Pro" panose="020B0504020202020204" pitchFamily="34" charset="0"/>
              </a:rPr>
              <a:t>“Has a </a:t>
            </a:r>
            <a:r>
              <a:rPr lang="en-US" sz="1920" b="1" kern="0" dirty="0" err="1">
                <a:latin typeface="Avenir Next LT Pro" panose="020B0504020202020204" pitchFamily="34" charset="0"/>
              </a:rPr>
              <a:t>Real_______Taste</a:t>
            </a:r>
            <a:r>
              <a:rPr lang="en-US" sz="1920" b="1" kern="0" dirty="0">
                <a:latin typeface="Avenir Next LT Pro" panose="020B0504020202020204" pitchFamily="34" charset="0"/>
              </a:rPr>
              <a:t>”</a:t>
            </a:r>
          </a:p>
        </p:txBody>
      </p:sp>
      <p:grpSp>
        <p:nvGrpSpPr>
          <p:cNvPr id="2" name="Group 1">
            <a:extLst>
              <a:ext uri="{FF2B5EF4-FFF2-40B4-BE49-F238E27FC236}">
                <a16:creationId xmlns:a16="http://schemas.microsoft.com/office/drawing/2014/main" id="{5F520DA5-B161-85F1-D6AB-362D81093A8C}"/>
              </a:ext>
            </a:extLst>
          </p:cNvPr>
          <p:cNvGrpSpPr/>
          <p:nvPr/>
        </p:nvGrpSpPr>
        <p:grpSpPr>
          <a:xfrm>
            <a:off x="7404453" y="2736225"/>
            <a:ext cx="7073546" cy="4679159"/>
            <a:chOff x="531863" y="1967463"/>
            <a:chExt cx="5331526" cy="4128790"/>
          </a:xfrm>
        </p:grpSpPr>
        <p:sp>
          <p:nvSpPr>
            <p:cNvPr id="8" name="Rectangle 7">
              <a:extLst>
                <a:ext uri="{FF2B5EF4-FFF2-40B4-BE49-F238E27FC236}">
                  <a16:creationId xmlns:a16="http://schemas.microsoft.com/office/drawing/2014/main" id="{8B453BCA-A4AD-4E89-D524-6BF9F25D792E}"/>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13" name="Chart 12">
              <a:extLst>
                <a:ext uri="{FF2B5EF4-FFF2-40B4-BE49-F238E27FC236}">
                  <a16:creationId xmlns:a16="http://schemas.microsoft.com/office/drawing/2014/main" id="{5E460C89-5BE5-97A8-2E4C-DFB4C238A9AD}"/>
                </a:ext>
              </a:extLst>
            </p:cNvPr>
            <p:cNvGraphicFramePr/>
            <p:nvPr>
              <p:extLst>
                <p:ext uri="{D42A27DB-BD31-4B8C-83A1-F6EECF244321}">
                  <p14:modId xmlns:p14="http://schemas.microsoft.com/office/powerpoint/2010/main" val="4146561245"/>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5" name="TextBox 14">
              <a:extLst>
                <a:ext uri="{FF2B5EF4-FFF2-40B4-BE49-F238E27FC236}">
                  <a16:creationId xmlns:a16="http://schemas.microsoft.com/office/drawing/2014/main" id="{FAD91801-C328-399B-7244-43F70D10394B}"/>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17" name="TextBox 16">
            <a:extLst>
              <a:ext uri="{FF2B5EF4-FFF2-40B4-BE49-F238E27FC236}">
                <a16:creationId xmlns:a16="http://schemas.microsoft.com/office/drawing/2014/main" id="{DACBA6CD-6232-851A-AC8E-74B7EC9296C5}"/>
              </a:ext>
            </a:extLst>
          </p:cNvPr>
          <p:cNvSpPr txBox="1"/>
          <p:nvPr/>
        </p:nvSpPr>
        <p:spPr>
          <a:xfrm>
            <a:off x="10077333" y="3332430"/>
            <a:ext cx="2312522" cy="326898"/>
          </a:xfrm>
          <a:prstGeom prst="roundRect">
            <a:avLst/>
          </a:prstGeom>
          <a:solidFill>
            <a:srgbClr val="FF6699"/>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1-3x M CCOT</a:t>
            </a:r>
          </a:p>
        </p:txBody>
      </p:sp>
      <p:sp>
        <p:nvSpPr>
          <p:cNvPr id="20" name="TextBox 19">
            <a:extLst>
              <a:ext uri="{FF2B5EF4-FFF2-40B4-BE49-F238E27FC236}">
                <a16:creationId xmlns:a16="http://schemas.microsoft.com/office/drawing/2014/main" id="{FB727210-4881-B8C9-D34A-DAE5245DFEDA}"/>
              </a:ext>
            </a:extLst>
          </p:cNvPr>
          <p:cNvSpPr txBox="1"/>
          <p:nvPr/>
        </p:nvSpPr>
        <p:spPr>
          <a:xfrm>
            <a:off x="9244687" y="3674600"/>
            <a:ext cx="3572501" cy="326898"/>
          </a:xfrm>
          <a:prstGeom prst="roundRect">
            <a:avLst/>
          </a:prstGeom>
          <a:noFill/>
        </p:spPr>
        <p:txBody>
          <a:bodyPr wrap="square" lIns="0" tIns="0" rIns="0" bIns="0" rtlCol="0" anchor="ctr">
            <a:spAutoFit/>
          </a:bodyPr>
          <a:lstStyle/>
          <a:p>
            <a:pPr algn="ctr" defTabSz="1097280">
              <a:defRPr/>
            </a:pPr>
            <a:r>
              <a:rPr lang="en-US" sz="1920" b="1" kern="0" dirty="0">
                <a:latin typeface="Avenir Next LT Pro" panose="020B0504020202020204" pitchFamily="34" charset="0"/>
              </a:rPr>
              <a:t>“Has a </a:t>
            </a:r>
            <a:r>
              <a:rPr lang="en-US" sz="1920" b="1" kern="0" dirty="0" err="1">
                <a:latin typeface="Avenir Next LT Pro" panose="020B0504020202020204" pitchFamily="34" charset="0"/>
              </a:rPr>
              <a:t>Real_______Taste</a:t>
            </a:r>
            <a:r>
              <a:rPr lang="en-US" sz="1920" b="1" kern="0" dirty="0">
                <a:latin typeface="Avenir Next LT Pro" panose="020B0504020202020204" pitchFamily="34" charset="0"/>
              </a:rPr>
              <a:t>”</a:t>
            </a:r>
          </a:p>
        </p:txBody>
      </p:sp>
      <p:pic>
        <p:nvPicPr>
          <p:cNvPr id="26" name="Picture 25">
            <a:extLst>
              <a:ext uri="{FF2B5EF4-FFF2-40B4-BE49-F238E27FC236}">
                <a16:creationId xmlns:a16="http://schemas.microsoft.com/office/drawing/2014/main" id="{51989EF5-8C36-64C2-199C-A4E374569D0C}"/>
              </a:ext>
            </a:extLst>
          </p:cNvPr>
          <p:cNvPicPr>
            <a:picLocks noChangeAspect="1"/>
          </p:cNvPicPr>
          <p:nvPr/>
        </p:nvPicPr>
        <p:blipFill>
          <a:blip r:embed="rId4"/>
          <a:stretch>
            <a:fillRect/>
          </a:stretch>
        </p:blipFill>
        <p:spPr>
          <a:xfrm>
            <a:off x="13056071" y="1498380"/>
            <a:ext cx="1421928" cy="1218795"/>
          </a:xfrm>
          <a:prstGeom prst="rect">
            <a:avLst/>
          </a:prstGeom>
        </p:spPr>
      </p:pic>
      <p:grpSp>
        <p:nvGrpSpPr>
          <p:cNvPr id="27" name="Group 26">
            <a:extLst>
              <a:ext uri="{FF2B5EF4-FFF2-40B4-BE49-F238E27FC236}">
                <a16:creationId xmlns:a16="http://schemas.microsoft.com/office/drawing/2014/main" id="{94F73120-0D43-9E00-994B-1BE9BD200DC4}"/>
              </a:ext>
            </a:extLst>
          </p:cNvPr>
          <p:cNvGrpSpPr/>
          <p:nvPr/>
        </p:nvGrpSpPr>
        <p:grpSpPr>
          <a:xfrm>
            <a:off x="5688412" y="7531591"/>
            <a:ext cx="3202822" cy="545303"/>
            <a:chOff x="107157" y="4978029"/>
            <a:chExt cx="2669019" cy="454419"/>
          </a:xfrm>
        </p:grpSpPr>
        <p:sp>
          <p:nvSpPr>
            <p:cNvPr id="28" name="TextBox 27">
              <a:extLst>
                <a:ext uri="{FF2B5EF4-FFF2-40B4-BE49-F238E27FC236}">
                  <a16:creationId xmlns:a16="http://schemas.microsoft.com/office/drawing/2014/main" id="{93E028C6-7DCC-F145-8925-E712E57ED8ED}"/>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9" name="TextBox 28">
              <a:extLst>
                <a:ext uri="{FF2B5EF4-FFF2-40B4-BE49-F238E27FC236}">
                  <a16:creationId xmlns:a16="http://schemas.microsoft.com/office/drawing/2014/main" id="{2100F85C-AB1A-DB9E-4FF1-258C211734B9}"/>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0" name="TextBox 29">
              <a:extLst>
                <a:ext uri="{FF2B5EF4-FFF2-40B4-BE49-F238E27FC236}">
                  <a16:creationId xmlns:a16="http://schemas.microsoft.com/office/drawing/2014/main" id="{2C6F1C6E-5B3B-2991-313B-E189151CA4F7}"/>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31" name="TextBox 30">
              <a:extLst>
                <a:ext uri="{FF2B5EF4-FFF2-40B4-BE49-F238E27FC236}">
                  <a16:creationId xmlns:a16="http://schemas.microsoft.com/office/drawing/2014/main" id="{12929F0A-3423-D71B-EEFD-A8BAAE5B75EC}"/>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34" name="Group 33">
            <a:extLst>
              <a:ext uri="{FF2B5EF4-FFF2-40B4-BE49-F238E27FC236}">
                <a16:creationId xmlns:a16="http://schemas.microsoft.com/office/drawing/2014/main" id="{E4D92498-6A33-22B7-384F-9503F122E9B5}"/>
              </a:ext>
            </a:extLst>
          </p:cNvPr>
          <p:cNvGrpSpPr/>
          <p:nvPr/>
        </p:nvGrpSpPr>
        <p:grpSpPr>
          <a:xfrm>
            <a:off x="8684218" y="94368"/>
            <a:ext cx="5855930" cy="1875295"/>
            <a:chOff x="8684218" y="94368"/>
            <a:chExt cx="5855930" cy="1875295"/>
          </a:xfrm>
        </p:grpSpPr>
        <p:sp>
          <p:nvSpPr>
            <p:cNvPr id="35" name="Rectangle 34">
              <a:extLst>
                <a:ext uri="{FF2B5EF4-FFF2-40B4-BE49-F238E27FC236}">
                  <a16:creationId xmlns:a16="http://schemas.microsoft.com/office/drawing/2014/main" id="{158D9CCB-6B0C-A738-7B24-B06BE362F68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6" name="TextBox 35">
              <a:extLst>
                <a:ext uri="{FF2B5EF4-FFF2-40B4-BE49-F238E27FC236}">
                  <a16:creationId xmlns:a16="http://schemas.microsoft.com/office/drawing/2014/main" id="{6B96CBDE-C7B3-2461-CDBA-748600DFD316}"/>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7" name="Picture 36" descr="A bottle of soda with a red label&#10;&#10;Description automatically generated">
              <a:extLst>
                <a:ext uri="{FF2B5EF4-FFF2-40B4-BE49-F238E27FC236}">
                  <a16:creationId xmlns:a16="http://schemas.microsoft.com/office/drawing/2014/main" id="{610DD191-048D-32B1-725B-0AE0A9CCE93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8" name="Picture 37" descr="A flag on a button&#10;&#10;Description automatically generated">
              <a:extLst>
                <a:ext uri="{FF2B5EF4-FFF2-40B4-BE49-F238E27FC236}">
                  <a16:creationId xmlns:a16="http://schemas.microsoft.com/office/drawing/2014/main" id="{EE5A8D07-211A-21FE-E505-93635D075D51}"/>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097828427"/>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A35512-52C9-1AE0-A32B-173BDB81426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DF77858-59FB-C853-F485-A24B7DDC955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C313E7F7-09BE-A8C5-DC38-C41971A3DDF4}"/>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C999AE31-BF1E-F057-E1C8-C9840C4704C7}"/>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FA1D3FEC-EE79-E288-58F9-50162D62820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C2CEECAB-B842-DC24-D770-C88166A2D8AE}"/>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62D033EA-8502-5E2D-0305-71341B66775D}"/>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EA076B24-CD05-D8BD-F57D-702F398A4682}"/>
              </a:ext>
            </a:extLst>
          </p:cNvPr>
          <p:cNvGraphicFramePr/>
          <p:nvPr>
            <p:extLst>
              <p:ext uri="{D42A27DB-BD31-4B8C-83A1-F6EECF244321}">
                <p14:modId xmlns:p14="http://schemas.microsoft.com/office/powerpoint/2010/main" val="3465998194"/>
              </p:ext>
            </p:extLst>
          </p:nvPr>
        </p:nvGraphicFramePr>
        <p:xfrm>
          <a:off x="2298001" y="3770747"/>
          <a:ext cx="5822757" cy="3612995"/>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7ECD034B-D5FC-92E4-8F13-554469C1F655}"/>
              </a:ext>
            </a:extLst>
          </p:cNvPr>
          <p:cNvSpPr txBox="1"/>
          <p:nvPr/>
        </p:nvSpPr>
        <p:spPr>
          <a:xfrm>
            <a:off x="4308180"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40" name="Table 10">
            <a:extLst>
              <a:ext uri="{FF2B5EF4-FFF2-40B4-BE49-F238E27FC236}">
                <a16:creationId xmlns:a16="http://schemas.microsoft.com/office/drawing/2014/main" id="{E5193AB0-94A9-3BA8-C611-308B93E520EF}"/>
              </a:ext>
            </a:extLst>
          </p:cNvPr>
          <p:cNvGraphicFramePr>
            <a:graphicFrameLocks noGrp="1"/>
          </p:cNvGraphicFramePr>
          <p:nvPr>
            <p:extLst>
              <p:ext uri="{D42A27DB-BD31-4B8C-83A1-F6EECF244321}">
                <p14:modId xmlns:p14="http://schemas.microsoft.com/office/powerpoint/2010/main" val="1165103868"/>
              </p:ext>
            </p:extLst>
          </p:nvPr>
        </p:nvGraphicFramePr>
        <p:xfrm>
          <a:off x="284043" y="3461142"/>
          <a:ext cx="7680960" cy="33528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90946">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Coca-Cola Net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65%</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16" name="Rectangle 15">
            <a:extLst>
              <a:ext uri="{FF2B5EF4-FFF2-40B4-BE49-F238E27FC236}">
                <a16:creationId xmlns:a16="http://schemas.microsoft.com/office/drawing/2014/main" id="{43FC44D1-8BA1-0FA7-8DCF-3E87AA245408}"/>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8386FE2C-60E7-602D-2DD9-1CDAF475A17D}"/>
              </a:ext>
            </a:extLst>
          </p:cNvPr>
          <p:cNvGraphicFramePr/>
          <p:nvPr>
            <p:extLst>
              <p:ext uri="{D42A27DB-BD31-4B8C-83A1-F6EECF244321}">
                <p14:modId xmlns:p14="http://schemas.microsoft.com/office/powerpoint/2010/main" val="4118961620"/>
              </p:ext>
            </p:extLst>
          </p:nvPr>
        </p:nvGraphicFramePr>
        <p:xfrm>
          <a:off x="8141771" y="3778503"/>
          <a:ext cx="5822757" cy="3612995"/>
        </p:xfrm>
        <a:graphic>
          <a:graphicData uri="http://schemas.openxmlformats.org/drawingml/2006/chart">
            <c:chart xmlns:c="http://schemas.openxmlformats.org/drawingml/2006/chart" xmlns:r="http://schemas.openxmlformats.org/officeDocument/2006/relationships" r:id="rId4"/>
          </a:graphicData>
        </a:graphic>
      </p:graphicFrame>
      <p:sp>
        <p:nvSpPr>
          <p:cNvPr id="18" name="TextBox 17">
            <a:extLst>
              <a:ext uri="{FF2B5EF4-FFF2-40B4-BE49-F238E27FC236}">
                <a16:creationId xmlns:a16="http://schemas.microsoft.com/office/drawing/2014/main" id="{48B86E5A-20C9-6C8A-047B-5C78144B8E6A}"/>
              </a:ext>
            </a:extLst>
          </p:cNvPr>
          <p:cNvSpPr txBox="1"/>
          <p:nvPr/>
        </p:nvSpPr>
        <p:spPr>
          <a:xfrm>
            <a:off x="10190675"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20" name="Table 19">
            <a:extLst>
              <a:ext uri="{FF2B5EF4-FFF2-40B4-BE49-F238E27FC236}">
                <a16:creationId xmlns:a16="http://schemas.microsoft.com/office/drawing/2014/main" id="{978BA58A-9C0E-081E-13F3-0080F15487D7}"/>
              </a:ext>
            </a:extLst>
          </p:cNvPr>
          <p:cNvGraphicFramePr>
            <a:graphicFrameLocks noGrp="1"/>
          </p:cNvGraphicFramePr>
          <p:nvPr>
            <p:extLst>
              <p:ext uri="{D42A27DB-BD31-4B8C-83A1-F6EECF244321}">
                <p14:modId xmlns:p14="http://schemas.microsoft.com/office/powerpoint/2010/main" val="3358185826"/>
              </p:ext>
            </p:extLst>
          </p:nvPr>
        </p:nvGraphicFramePr>
        <p:xfrm>
          <a:off x="8544075" y="3554255"/>
          <a:ext cx="5303520" cy="274320"/>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61%</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DC7848CB-C777-8B5A-A729-0DA5C328B9EF}"/>
              </a:ext>
            </a:extLst>
          </p:cNvPr>
          <p:cNvSpPr txBox="1"/>
          <p:nvPr/>
        </p:nvSpPr>
        <p:spPr>
          <a:xfrm>
            <a:off x="10104163" y="281581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5" name="TextBox 4">
            <a:extLst>
              <a:ext uri="{FF2B5EF4-FFF2-40B4-BE49-F238E27FC236}">
                <a16:creationId xmlns:a16="http://schemas.microsoft.com/office/drawing/2014/main" id="{2DC8D764-1995-9482-54E5-2EE9EC46CE96}"/>
              </a:ext>
            </a:extLst>
          </p:cNvPr>
          <p:cNvSpPr txBox="1"/>
          <p:nvPr/>
        </p:nvSpPr>
        <p:spPr>
          <a:xfrm>
            <a:off x="4107909" y="2815811"/>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52" name="TextBox 51">
            <a:extLst>
              <a:ext uri="{FF2B5EF4-FFF2-40B4-BE49-F238E27FC236}">
                <a16:creationId xmlns:a16="http://schemas.microsoft.com/office/drawing/2014/main" id="{09F3BB98-524C-E0F5-E672-43069FA7B87E}"/>
              </a:ext>
            </a:extLst>
          </p:cNvPr>
          <p:cNvSpPr txBox="1"/>
          <p:nvPr/>
        </p:nvSpPr>
        <p:spPr>
          <a:xfrm>
            <a:off x="4287680" y="3115346"/>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Coca-Cola</a:t>
            </a:r>
          </a:p>
        </p:txBody>
      </p:sp>
      <p:sp>
        <p:nvSpPr>
          <p:cNvPr id="54" name="TextBox 53">
            <a:extLst>
              <a:ext uri="{FF2B5EF4-FFF2-40B4-BE49-F238E27FC236}">
                <a16:creationId xmlns:a16="http://schemas.microsoft.com/office/drawing/2014/main" id="{CCB7BB54-8B85-ACD4-6E55-93FCC38901E1}"/>
              </a:ext>
            </a:extLst>
          </p:cNvPr>
          <p:cNvSpPr txBox="1"/>
          <p:nvPr/>
        </p:nvSpPr>
        <p:spPr>
          <a:xfrm>
            <a:off x="10295449" y="3107326"/>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Coca-Cola</a:t>
            </a:r>
          </a:p>
        </p:txBody>
      </p:sp>
      <p:grpSp>
        <p:nvGrpSpPr>
          <p:cNvPr id="57" name="Group 56">
            <a:extLst>
              <a:ext uri="{FF2B5EF4-FFF2-40B4-BE49-F238E27FC236}">
                <a16:creationId xmlns:a16="http://schemas.microsoft.com/office/drawing/2014/main" id="{CBB70F7F-3EA5-0C84-B99B-72A156064910}"/>
              </a:ext>
            </a:extLst>
          </p:cNvPr>
          <p:cNvGrpSpPr/>
          <p:nvPr/>
        </p:nvGrpSpPr>
        <p:grpSpPr>
          <a:xfrm>
            <a:off x="8944960" y="7499507"/>
            <a:ext cx="3202822" cy="545303"/>
            <a:chOff x="107157" y="4978029"/>
            <a:chExt cx="2669019" cy="454419"/>
          </a:xfrm>
        </p:grpSpPr>
        <p:sp>
          <p:nvSpPr>
            <p:cNvPr id="58" name="TextBox 57">
              <a:extLst>
                <a:ext uri="{FF2B5EF4-FFF2-40B4-BE49-F238E27FC236}">
                  <a16:creationId xmlns:a16="http://schemas.microsoft.com/office/drawing/2014/main" id="{AC9B8C8A-29EA-E2A9-09C0-A3C91597DDF9}"/>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DED08A37-6840-CAD3-2B38-CB02A11FB6EB}"/>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60" name="TextBox 59">
              <a:extLst>
                <a:ext uri="{FF2B5EF4-FFF2-40B4-BE49-F238E27FC236}">
                  <a16:creationId xmlns:a16="http://schemas.microsoft.com/office/drawing/2014/main" id="{693AD1CB-19F2-4DA6-0C38-25751A87C87E}"/>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FA9D1A8E-B958-6E9C-2C34-7195D38BBF6E}"/>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62" name="Group 61">
            <a:extLst>
              <a:ext uri="{FF2B5EF4-FFF2-40B4-BE49-F238E27FC236}">
                <a16:creationId xmlns:a16="http://schemas.microsoft.com/office/drawing/2014/main" id="{3BC2E75D-0B4B-CCCF-FC99-B8864B3064F6}"/>
              </a:ext>
            </a:extLst>
          </p:cNvPr>
          <p:cNvGrpSpPr/>
          <p:nvPr/>
        </p:nvGrpSpPr>
        <p:grpSpPr>
          <a:xfrm>
            <a:off x="12243859" y="1317256"/>
            <a:ext cx="2200037" cy="1080000"/>
            <a:chOff x="11635308" y="3815820"/>
            <a:chExt cx="2378875" cy="1426740"/>
          </a:xfrm>
        </p:grpSpPr>
        <p:sp>
          <p:nvSpPr>
            <p:cNvPr id="63" name="Rectangle 62">
              <a:extLst>
                <a:ext uri="{FF2B5EF4-FFF2-40B4-BE49-F238E27FC236}">
                  <a16:creationId xmlns:a16="http://schemas.microsoft.com/office/drawing/2014/main" id="{D91ACE50-05B9-6F21-410F-3B112BD50F4C}"/>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4" name="Rectangle 63">
              <a:extLst>
                <a:ext uri="{FF2B5EF4-FFF2-40B4-BE49-F238E27FC236}">
                  <a16:creationId xmlns:a16="http://schemas.microsoft.com/office/drawing/2014/main" id="{A219D26C-EFD6-7FCB-5CA3-A9BD4C6FB08E}"/>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818EB9A8-7085-AB43-0A9D-3C6E206E87D3}"/>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5DE7F638-2AC7-B6A5-6F62-A8ADEF26783E}"/>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7" name="TextBox 66">
              <a:extLst>
                <a:ext uri="{FF2B5EF4-FFF2-40B4-BE49-F238E27FC236}">
                  <a16:creationId xmlns:a16="http://schemas.microsoft.com/office/drawing/2014/main" id="{CEFBDEFE-F1C1-6D1C-9BD7-873E607B0A57}"/>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68" name="TextBox 67">
              <a:extLst>
                <a:ext uri="{FF2B5EF4-FFF2-40B4-BE49-F238E27FC236}">
                  <a16:creationId xmlns:a16="http://schemas.microsoft.com/office/drawing/2014/main" id="{63864D8E-F431-42DD-1F57-11A358249497}"/>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69" name="TextBox 68">
              <a:extLst>
                <a:ext uri="{FF2B5EF4-FFF2-40B4-BE49-F238E27FC236}">
                  <a16:creationId xmlns:a16="http://schemas.microsoft.com/office/drawing/2014/main" id="{40EB8117-6B0B-D2BA-9D43-AACE05C4C243}"/>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0" name="Rectangle 69">
              <a:extLst>
                <a:ext uri="{FF2B5EF4-FFF2-40B4-BE49-F238E27FC236}">
                  <a16:creationId xmlns:a16="http://schemas.microsoft.com/office/drawing/2014/main" id="{0EF6DC9D-0C1F-5329-7621-AB53A7D2C231}"/>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grpSp>
      <p:grpSp>
        <p:nvGrpSpPr>
          <p:cNvPr id="71" name="Group 70">
            <a:extLst>
              <a:ext uri="{FF2B5EF4-FFF2-40B4-BE49-F238E27FC236}">
                <a16:creationId xmlns:a16="http://schemas.microsoft.com/office/drawing/2014/main" id="{06D90297-15EE-C28C-652D-2DC25EA18795}"/>
              </a:ext>
            </a:extLst>
          </p:cNvPr>
          <p:cNvGrpSpPr/>
          <p:nvPr/>
        </p:nvGrpSpPr>
        <p:grpSpPr>
          <a:xfrm>
            <a:off x="8684218" y="94368"/>
            <a:ext cx="5855930" cy="1875295"/>
            <a:chOff x="8684218" y="94368"/>
            <a:chExt cx="5855930" cy="1875295"/>
          </a:xfrm>
        </p:grpSpPr>
        <p:sp>
          <p:nvSpPr>
            <p:cNvPr id="72" name="Rectangle 71">
              <a:extLst>
                <a:ext uri="{FF2B5EF4-FFF2-40B4-BE49-F238E27FC236}">
                  <a16:creationId xmlns:a16="http://schemas.microsoft.com/office/drawing/2014/main" id="{51631CF2-30A1-627D-899A-0C389EC45A8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3" name="TextBox 72">
              <a:extLst>
                <a:ext uri="{FF2B5EF4-FFF2-40B4-BE49-F238E27FC236}">
                  <a16:creationId xmlns:a16="http://schemas.microsoft.com/office/drawing/2014/main" id="{ABA83DC0-D447-ADA2-94C2-30D6E915645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74" name="Picture 73" descr="A bottle of soda with a red label&#10;&#10;Description automatically generated">
              <a:extLst>
                <a:ext uri="{FF2B5EF4-FFF2-40B4-BE49-F238E27FC236}">
                  <a16:creationId xmlns:a16="http://schemas.microsoft.com/office/drawing/2014/main" id="{C21C7E8E-209E-486B-EFBD-25ABCCDBFAF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75" name="Picture 74" descr="A flag on a button&#10;&#10;Description automatically generated">
              <a:extLst>
                <a:ext uri="{FF2B5EF4-FFF2-40B4-BE49-F238E27FC236}">
                  <a16:creationId xmlns:a16="http://schemas.microsoft.com/office/drawing/2014/main" id="{CACD4AC8-B9A1-9111-044C-99693348594C}"/>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702208380"/>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7D6E68-8A1B-AE8F-8B24-F6CFA616B1C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7C73812-C170-4BC5-F318-21BFB7A6E451}"/>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CE5EFA9B-2AAB-FAFB-915A-CA8CE80C374E}"/>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B11ABBC0-F1C6-CB9B-6F4A-66F9EC52D83F}"/>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F12686E9-5D46-0402-6837-99DF6D87B8C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E5BD787C-8D61-27C1-B2E3-D13E8A8013B6}"/>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1982F067-C6FF-2DDC-52C0-EACBA5E05112}"/>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D28137C7-C9F3-090E-54E2-16B06A8A52BB}"/>
              </a:ext>
            </a:extLst>
          </p:cNvPr>
          <p:cNvGraphicFramePr/>
          <p:nvPr>
            <p:extLst>
              <p:ext uri="{D42A27DB-BD31-4B8C-83A1-F6EECF244321}">
                <p14:modId xmlns:p14="http://schemas.microsoft.com/office/powerpoint/2010/main" val="4293919420"/>
              </p:ext>
            </p:extLst>
          </p:nvPr>
        </p:nvGraphicFramePr>
        <p:xfrm>
          <a:off x="2298001" y="3770747"/>
          <a:ext cx="5822757" cy="3612995"/>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0B48A4AA-0272-C00C-EFDC-B939E28E777E}"/>
              </a:ext>
            </a:extLst>
          </p:cNvPr>
          <p:cNvSpPr txBox="1"/>
          <p:nvPr/>
        </p:nvSpPr>
        <p:spPr>
          <a:xfrm>
            <a:off x="4308180"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40" name="Table 10">
            <a:extLst>
              <a:ext uri="{FF2B5EF4-FFF2-40B4-BE49-F238E27FC236}">
                <a16:creationId xmlns:a16="http://schemas.microsoft.com/office/drawing/2014/main" id="{D0080F9E-E292-C14B-AE76-EE8D47FACCF6}"/>
              </a:ext>
            </a:extLst>
          </p:cNvPr>
          <p:cNvGraphicFramePr>
            <a:graphicFrameLocks noGrp="1"/>
          </p:cNvGraphicFramePr>
          <p:nvPr>
            <p:extLst>
              <p:ext uri="{D42A27DB-BD31-4B8C-83A1-F6EECF244321}">
                <p14:modId xmlns:p14="http://schemas.microsoft.com/office/powerpoint/2010/main" val="3135401409"/>
              </p:ext>
            </p:extLst>
          </p:nvPr>
        </p:nvGraphicFramePr>
        <p:xfrm>
          <a:off x="284043" y="3461142"/>
          <a:ext cx="7680960" cy="33528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81802">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Pepsi Net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35%</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16" name="Rectangle 15">
            <a:extLst>
              <a:ext uri="{FF2B5EF4-FFF2-40B4-BE49-F238E27FC236}">
                <a16:creationId xmlns:a16="http://schemas.microsoft.com/office/drawing/2014/main" id="{9A38104B-4984-6DF9-6203-5C96DDDE0189}"/>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9AC08C1E-4043-B926-FC09-25ACAD16F954}"/>
              </a:ext>
            </a:extLst>
          </p:cNvPr>
          <p:cNvGraphicFramePr/>
          <p:nvPr>
            <p:extLst>
              <p:ext uri="{D42A27DB-BD31-4B8C-83A1-F6EECF244321}">
                <p14:modId xmlns:p14="http://schemas.microsoft.com/office/powerpoint/2010/main" val="3688566094"/>
              </p:ext>
            </p:extLst>
          </p:nvPr>
        </p:nvGraphicFramePr>
        <p:xfrm>
          <a:off x="8141771" y="3778503"/>
          <a:ext cx="5822757" cy="3612995"/>
        </p:xfrm>
        <a:graphic>
          <a:graphicData uri="http://schemas.openxmlformats.org/drawingml/2006/chart">
            <c:chart xmlns:c="http://schemas.openxmlformats.org/drawingml/2006/chart" xmlns:r="http://schemas.openxmlformats.org/officeDocument/2006/relationships" r:id="rId4"/>
          </a:graphicData>
        </a:graphic>
      </p:graphicFrame>
      <p:sp>
        <p:nvSpPr>
          <p:cNvPr id="18" name="TextBox 17">
            <a:extLst>
              <a:ext uri="{FF2B5EF4-FFF2-40B4-BE49-F238E27FC236}">
                <a16:creationId xmlns:a16="http://schemas.microsoft.com/office/drawing/2014/main" id="{E2A845AE-22FA-89E4-903F-4BB4114C6D2C}"/>
              </a:ext>
            </a:extLst>
          </p:cNvPr>
          <p:cNvSpPr txBox="1"/>
          <p:nvPr/>
        </p:nvSpPr>
        <p:spPr>
          <a:xfrm>
            <a:off x="10190675"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20" name="Table 19">
            <a:extLst>
              <a:ext uri="{FF2B5EF4-FFF2-40B4-BE49-F238E27FC236}">
                <a16:creationId xmlns:a16="http://schemas.microsoft.com/office/drawing/2014/main" id="{401F4A8C-AD3D-2E45-1F98-2C2C4BAAB653}"/>
              </a:ext>
            </a:extLst>
          </p:cNvPr>
          <p:cNvGraphicFramePr>
            <a:graphicFrameLocks noGrp="1"/>
          </p:cNvGraphicFramePr>
          <p:nvPr>
            <p:extLst>
              <p:ext uri="{D42A27DB-BD31-4B8C-83A1-F6EECF244321}">
                <p14:modId xmlns:p14="http://schemas.microsoft.com/office/powerpoint/2010/main" val="2813755267"/>
              </p:ext>
            </p:extLst>
          </p:nvPr>
        </p:nvGraphicFramePr>
        <p:xfrm>
          <a:off x="8544075" y="3554255"/>
          <a:ext cx="5303520" cy="274320"/>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74320">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37%</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71152BE8-E5E6-5126-E224-3A9E10C56378}"/>
              </a:ext>
            </a:extLst>
          </p:cNvPr>
          <p:cNvSpPr txBox="1"/>
          <p:nvPr/>
        </p:nvSpPr>
        <p:spPr>
          <a:xfrm>
            <a:off x="10104163" y="281581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5" name="TextBox 4">
            <a:extLst>
              <a:ext uri="{FF2B5EF4-FFF2-40B4-BE49-F238E27FC236}">
                <a16:creationId xmlns:a16="http://schemas.microsoft.com/office/drawing/2014/main" id="{02CD10C8-2B40-6083-D583-D7436B801BC6}"/>
              </a:ext>
            </a:extLst>
          </p:cNvPr>
          <p:cNvSpPr txBox="1"/>
          <p:nvPr/>
        </p:nvSpPr>
        <p:spPr>
          <a:xfrm>
            <a:off x="4107909" y="2815811"/>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52" name="TextBox 51">
            <a:extLst>
              <a:ext uri="{FF2B5EF4-FFF2-40B4-BE49-F238E27FC236}">
                <a16:creationId xmlns:a16="http://schemas.microsoft.com/office/drawing/2014/main" id="{B275A720-B91A-68A4-E3C8-2B005AB7025A}"/>
              </a:ext>
            </a:extLst>
          </p:cNvPr>
          <p:cNvSpPr txBox="1"/>
          <p:nvPr/>
        </p:nvSpPr>
        <p:spPr>
          <a:xfrm>
            <a:off x="4287680" y="3131691"/>
            <a:ext cx="1833258" cy="32689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Pepsi</a:t>
            </a:r>
          </a:p>
        </p:txBody>
      </p:sp>
      <p:sp>
        <p:nvSpPr>
          <p:cNvPr id="54" name="TextBox 53">
            <a:extLst>
              <a:ext uri="{FF2B5EF4-FFF2-40B4-BE49-F238E27FC236}">
                <a16:creationId xmlns:a16="http://schemas.microsoft.com/office/drawing/2014/main" id="{B09100A0-E91A-7FCB-3F83-16C1BFE0D839}"/>
              </a:ext>
            </a:extLst>
          </p:cNvPr>
          <p:cNvSpPr txBox="1"/>
          <p:nvPr/>
        </p:nvSpPr>
        <p:spPr>
          <a:xfrm>
            <a:off x="10295449" y="3123671"/>
            <a:ext cx="1833258" cy="32689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Pepsi</a:t>
            </a:r>
          </a:p>
        </p:txBody>
      </p:sp>
      <p:grpSp>
        <p:nvGrpSpPr>
          <p:cNvPr id="57" name="Group 56">
            <a:extLst>
              <a:ext uri="{FF2B5EF4-FFF2-40B4-BE49-F238E27FC236}">
                <a16:creationId xmlns:a16="http://schemas.microsoft.com/office/drawing/2014/main" id="{A3265C49-D2F6-C716-C0D7-5E3F315FA0E7}"/>
              </a:ext>
            </a:extLst>
          </p:cNvPr>
          <p:cNvGrpSpPr/>
          <p:nvPr/>
        </p:nvGrpSpPr>
        <p:grpSpPr>
          <a:xfrm>
            <a:off x="8944960" y="7499507"/>
            <a:ext cx="3202822" cy="545303"/>
            <a:chOff x="107157" y="4978029"/>
            <a:chExt cx="2669019" cy="454419"/>
          </a:xfrm>
        </p:grpSpPr>
        <p:sp>
          <p:nvSpPr>
            <p:cNvPr id="58" name="TextBox 57">
              <a:extLst>
                <a:ext uri="{FF2B5EF4-FFF2-40B4-BE49-F238E27FC236}">
                  <a16:creationId xmlns:a16="http://schemas.microsoft.com/office/drawing/2014/main" id="{A55B9C9F-FD8D-CBA0-14C7-63E8DB06F787}"/>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429ED7A8-D872-89BC-7BD1-BC040F9E085E}"/>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60" name="TextBox 59">
              <a:extLst>
                <a:ext uri="{FF2B5EF4-FFF2-40B4-BE49-F238E27FC236}">
                  <a16:creationId xmlns:a16="http://schemas.microsoft.com/office/drawing/2014/main" id="{B51F054B-543C-5854-D789-50552E756F48}"/>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1367460D-AE0B-1FE1-4F94-8CE0BB686416}"/>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8" name="Group 7">
            <a:extLst>
              <a:ext uri="{FF2B5EF4-FFF2-40B4-BE49-F238E27FC236}">
                <a16:creationId xmlns:a16="http://schemas.microsoft.com/office/drawing/2014/main" id="{07CE6A87-21C5-BF0D-1974-1283B685F55C}"/>
              </a:ext>
            </a:extLst>
          </p:cNvPr>
          <p:cNvGrpSpPr/>
          <p:nvPr/>
        </p:nvGrpSpPr>
        <p:grpSpPr>
          <a:xfrm>
            <a:off x="12095146" y="1328871"/>
            <a:ext cx="1884906" cy="1054812"/>
            <a:chOff x="11635308" y="3815820"/>
            <a:chExt cx="2378875" cy="1375380"/>
          </a:xfrm>
        </p:grpSpPr>
        <p:sp>
          <p:nvSpPr>
            <p:cNvPr id="9" name="Rectangle 8">
              <a:extLst>
                <a:ext uri="{FF2B5EF4-FFF2-40B4-BE49-F238E27FC236}">
                  <a16:creationId xmlns:a16="http://schemas.microsoft.com/office/drawing/2014/main" id="{5753C74F-A133-DFAA-DCB9-1D8515A3A266}"/>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14" name="Rectangle 13">
              <a:extLst>
                <a:ext uri="{FF2B5EF4-FFF2-40B4-BE49-F238E27FC236}">
                  <a16:creationId xmlns:a16="http://schemas.microsoft.com/office/drawing/2014/main" id="{5D7C1EB9-E3CC-4635-1B29-6782ACFA842D}"/>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15" name="Rectangle 14">
              <a:extLst>
                <a:ext uri="{FF2B5EF4-FFF2-40B4-BE49-F238E27FC236}">
                  <a16:creationId xmlns:a16="http://schemas.microsoft.com/office/drawing/2014/main" id="{CD4DE93C-D392-6B7F-327F-38C918870B7C}"/>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21" name="Rectangle 20">
              <a:extLst>
                <a:ext uri="{FF2B5EF4-FFF2-40B4-BE49-F238E27FC236}">
                  <a16:creationId xmlns:a16="http://schemas.microsoft.com/office/drawing/2014/main" id="{5B5E3596-073C-0121-E661-02B796CB0ED1}"/>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26" name="TextBox 25">
              <a:extLst>
                <a:ext uri="{FF2B5EF4-FFF2-40B4-BE49-F238E27FC236}">
                  <a16:creationId xmlns:a16="http://schemas.microsoft.com/office/drawing/2014/main" id="{12B544ED-294F-6B13-A9E2-AAB345CAA841}"/>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27" name="TextBox 26">
              <a:extLst>
                <a:ext uri="{FF2B5EF4-FFF2-40B4-BE49-F238E27FC236}">
                  <a16:creationId xmlns:a16="http://schemas.microsoft.com/office/drawing/2014/main" id="{D9F2D290-F185-438B-DC10-022B30DC23AD}"/>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28" name="TextBox 27">
              <a:extLst>
                <a:ext uri="{FF2B5EF4-FFF2-40B4-BE49-F238E27FC236}">
                  <a16:creationId xmlns:a16="http://schemas.microsoft.com/office/drawing/2014/main" id="{223086E8-772C-8CFA-655C-9CD07B1882B5}"/>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29" name="Rectangle 28">
              <a:extLst>
                <a:ext uri="{FF2B5EF4-FFF2-40B4-BE49-F238E27FC236}">
                  <a16:creationId xmlns:a16="http://schemas.microsoft.com/office/drawing/2014/main" id="{E46EF97B-D9C2-E29F-67AB-6F49A67F9E39}"/>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grpSp>
      <p:grpSp>
        <p:nvGrpSpPr>
          <p:cNvPr id="30" name="Group 29">
            <a:extLst>
              <a:ext uri="{FF2B5EF4-FFF2-40B4-BE49-F238E27FC236}">
                <a16:creationId xmlns:a16="http://schemas.microsoft.com/office/drawing/2014/main" id="{FB52593A-3BA0-5D85-3EA2-D2EB4141A6F5}"/>
              </a:ext>
            </a:extLst>
          </p:cNvPr>
          <p:cNvGrpSpPr/>
          <p:nvPr/>
        </p:nvGrpSpPr>
        <p:grpSpPr>
          <a:xfrm>
            <a:off x="8684218" y="94368"/>
            <a:ext cx="5855930" cy="1875295"/>
            <a:chOff x="8684218" y="94368"/>
            <a:chExt cx="5855930" cy="1875295"/>
          </a:xfrm>
        </p:grpSpPr>
        <p:sp>
          <p:nvSpPr>
            <p:cNvPr id="31" name="Rectangle 30">
              <a:extLst>
                <a:ext uri="{FF2B5EF4-FFF2-40B4-BE49-F238E27FC236}">
                  <a16:creationId xmlns:a16="http://schemas.microsoft.com/office/drawing/2014/main" id="{85AC9CCB-FBAE-E67D-BF8D-9980066A250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2" name="TextBox 31">
              <a:extLst>
                <a:ext uri="{FF2B5EF4-FFF2-40B4-BE49-F238E27FC236}">
                  <a16:creationId xmlns:a16="http://schemas.microsoft.com/office/drawing/2014/main" id="{0341B6D8-C4BC-FB77-83E6-C14CFF2EFFA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3" name="Picture 32" descr="A bottle of soda with a red label&#10;&#10;Description automatically generated">
              <a:extLst>
                <a:ext uri="{FF2B5EF4-FFF2-40B4-BE49-F238E27FC236}">
                  <a16:creationId xmlns:a16="http://schemas.microsoft.com/office/drawing/2014/main" id="{B04008AC-53E3-2CE1-3F67-8734387FC1A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66BE94BB-5B92-AC3D-A8AC-757DF77F7150}"/>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3779434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6E4E25-1F29-DB0F-DCAC-A2BAB9F1C9CA}"/>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F25BEFD1-CF30-2491-865E-3AF82B2BAD62}"/>
              </a:ext>
            </a:extLst>
          </p:cNvPr>
          <p:cNvSpPr>
            <a:spLocks noGrp="1"/>
          </p:cNvSpPr>
          <p:nvPr>
            <p:ph type="ctrTitle"/>
          </p:nvPr>
        </p:nvSpPr>
        <p:spPr>
          <a:xfrm>
            <a:off x="601852" y="2865842"/>
            <a:ext cx="13716000" cy="1354217"/>
          </a:xfrm>
        </p:spPr>
        <p:txBody>
          <a:bodyPr/>
          <a:lstStyle/>
          <a:p>
            <a:r>
              <a:rPr lang="en-US" sz="4400" dirty="0"/>
              <a:t>W+ CCOT vs. 1-3x M CCOT Results</a:t>
            </a:r>
            <a:br>
              <a:rPr lang="en-US" sz="4400" dirty="0"/>
            </a:br>
            <a:r>
              <a:rPr lang="en-US" sz="4400" dirty="0"/>
              <a:t>(4.0 Prototypes vs. Each Other)</a:t>
            </a:r>
          </a:p>
        </p:txBody>
      </p:sp>
      <p:sp>
        <p:nvSpPr>
          <p:cNvPr id="4" name="Slide Number Placeholder 3">
            <a:extLst>
              <a:ext uri="{FF2B5EF4-FFF2-40B4-BE49-F238E27FC236}">
                <a16:creationId xmlns:a16="http://schemas.microsoft.com/office/drawing/2014/main" id="{3AD63BDE-2495-9994-7152-B9AE3EDF3DC1}"/>
              </a:ext>
            </a:extLst>
          </p:cNvPr>
          <p:cNvSpPr>
            <a:spLocks noGrp="1"/>
          </p:cNvSpPr>
          <p:nvPr>
            <p:ph type="sldNum" sz="quarter" idx="14"/>
          </p:nvPr>
        </p:nvSpPr>
        <p:spPr/>
        <p:txBody>
          <a:bodyPr/>
          <a:lstStyle/>
          <a:p>
            <a:fld id="{9BBCFCA3-D307-4DD3-86E3-CC1388E97AC0}" type="slidenum">
              <a:rPr lang="en-US" smtClean="0"/>
              <a:pPr/>
              <a:t>149</a:t>
            </a:fld>
            <a:endParaRPr lang="en-US"/>
          </a:p>
        </p:txBody>
      </p:sp>
      <p:grpSp>
        <p:nvGrpSpPr>
          <p:cNvPr id="3" name="Group 2">
            <a:extLst>
              <a:ext uri="{FF2B5EF4-FFF2-40B4-BE49-F238E27FC236}">
                <a16:creationId xmlns:a16="http://schemas.microsoft.com/office/drawing/2014/main" id="{EE6C4148-48F3-F4C9-179C-950A354FC6DC}"/>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E39F5A34-B7F0-D54D-4251-D475E0B7C70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7D51BD5A-E6E0-F1FB-F98F-8AD674C828E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D18BCAAC-5693-1465-EAD6-1A99E825291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3" name="Picture 12" descr="A flag on a button&#10;&#10;Description automatically generated">
              <a:extLst>
                <a:ext uri="{FF2B5EF4-FFF2-40B4-BE49-F238E27FC236}">
                  <a16:creationId xmlns:a16="http://schemas.microsoft.com/office/drawing/2014/main" id="{EF7E8AC2-D5D8-4437-4C22-FF31B1BED1AD}"/>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22552063"/>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FF8416-8959-2432-F588-F58802D33FB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DD651EF-4CB1-117A-B74C-607324504CD4}"/>
              </a:ext>
            </a:extLst>
          </p:cNvPr>
          <p:cNvSpPr>
            <a:spLocks noGrp="1"/>
          </p:cNvSpPr>
          <p:nvPr>
            <p:ph type="sldNum" sz="quarter" idx="14"/>
          </p:nvPr>
        </p:nvSpPr>
        <p:spPr/>
        <p:txBody>
          <a:bodyPr/>
          <a:lstStyle/>
          <a:p>
            <a:fld id="{9BBCFCA3-D307-4DD3-86E3-CC1388E97AC0}" type="slidenum">
              <a:rPr lang="en-US" smtClean="0"/>
              <a:pPr/>
              <a:t>150</a:t>
            </a:fld>
            <a:endParaRPr lang="en-US"/>
          </a:p>
        </p:txBody>
      </p:sp>
      <p:grpSp>
        <p:nvGrpSpPr>
          <p:cNvPr id="10" name="Group 9">
            <a:extLst>
              <a:ext uri="{FF2B5EF4-FFF2-40B4-BE49-F238E27FC236}">
                <a16:creationId xmlns:a16="http://schemas.microsoft.com/office/drawing/2014/main" id="{6D3A8470-F951-39FC-E873-A5ADB13E4C7D}"/>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72353AA-AAF0-C34F-9B61-135C619EA244}"/>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F8880837-F3A1-A1D4-CF6D-5968C9D360D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592A889D-1A65-20CD-036C-AC76F9DCFCF4}"/>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0ADCC7B5-A04F-BB57-F2E6-793D382EC777}"/>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C89D2442-7B6A-E82B-DBDE-6D33F81885C1}"/>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7529D29E-3F72-1B54-411A-26585199FDBC}"/>
              </a:ext>
            </a:extLst>
          </p:cNvPr>
          <p:cNvGraphicFramePr>
            <a:graphicFrameLocks noGrp="1"/>
          </p:cNvGraphicFramePr>
          <p:nvPr>
            <p:extLst>
              <p:ext uri="{D42A27DB-BD31-4B8C-83A1-F6EECF244321}">
                <p14:modId xmlns:p14="http://schemas.microsoft.com/office/powerpoint/2010/main" val="740965307"/>
              </p:ext>
            </p:extLst>
          </p:nvPr>
        </p:nvGraphicFramePr>
        <p:xfrm>
          <a:off x="1229576" y="3151518"/>
          <a:ext cx="6480001" cy="3600001"/>
        </p:xfrm>
        <a:graphic>
          <a:graphicData uri="http://schemas.openxmlformats.org/drawingml/2006/table">
            <a:tbl>
              <a:tblPr firstRow="1" bandRow="1">
                <a:tableStyleId>{5C22544A-7EE6-4342-B048-85BDC9FD1C3A}</a:tableStyleId>
              </a:tblPr>
              <a:tblGrid>
                <a:gridCol w="2127760">
                  <a:extLst>
                    <a:ext uri="{9D8B030D-6E8A-4147-A177-3AD203B41FA5}">
                      <a16:colId xmlns:a16="http://schemas.microsoft.com/office/drawing/2014/main" val="665467437"/>
                    </a:ext>
                  </a:extLst>
                </a:gridCol>
                <a:gridCol w="1450747">
                  <a:extLst>
                    <a:ext uri="{9D8B030D-6E8A-4147-A177-3AD203B41FA5}">
                      <a16:colId xmlns:a16="http://schemas.microsoft.com/office/drawing/2014/main" val="2678574176"/>
                    </a:ext>
                  </a:extLst>
                </a:gridCol>
                <a:gridCol w="1450747">
                  <a:extLst>
                    <a:ext uri="{9D8B030D-6E8A-4147-A177-3AD203B41FA5}">
                      <a16:colId xmlns:a16="http://schemas.microsoft.com/office/drawing/2014/main" val="364985952"/>
                    </a:ext>
                  </a:extLst>
                </a:gridCol>
                <a:gridCol w="1450747">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Overall Satisfaction</a:t>
                      </a:r>
                      <a:br>
                        <a:rPr lang="en-GB" sz="1200" b="1" dirty="0">
                          <a:latin typeface="Avenir Next LT Pro" panose="020B0504020202020204" pitchFamily="34" charset="0"/>
                        </a:rPr>
                      </a:br>
                      <a:r>
                        <a:rPr lang="en-GB"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6154">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C34A3A78-E237-347C-C972-EC93E95A17B8}"/>
              </a:ext>
            </a:extLst>
          </p:cNvPr>
          <p:cNvSpPr txBox="1"/>
          <p:nvPr/>
        </p:nvSpPr>
        <p:spPr>
          <a:xfrm>
            <a:off x="1251786" y="3264953"/>
            <a:ext cx="2119916" cy="276999"/>
          </a:xfrm>
          <a:prstGeom prst="rect">
            <a:avLst/>
          </a:prstGeom>
          <a:noFill/>
        </p:spPr>
        <p:txBody>
          <a:bodyPr wrap="square" lIns="0" tIns="0" rIns="0" bIns="0" rtlCol="0">
            <a:spAutoFit/>
          </a:bodyPr>
          <a:lstStyle/>
          <a:p>
            <a:pPr algn="ctr" defTabSz="548640">
              <a:defRPr/>
            </a:pPr>
            <a:r>
              <a:rPr lang="en-US" b="1" kern="0" dirty="0">
                <a:solidFill>
                  <a:srgbClr val="FF99FF"/>
                </a:solidFill>
                <a:latin typeface="Avenir Next LT Pro" panose="020B0504020202020204" pitchFamily="34" charset="0"/>
              </a:rPr>
              <a:t>W+ CCOT</a:t>
            </a:r>
          </a:p>
        </p:txBody>
      </p:sp>
      <p:graphicFrame>
        <p:nvGraphicFramePr>
          <p:cNvPr id="14" name="Table 2">
            <a:extLst>
              <a:ext uri="{FF2B5EF4-FFF2-40B4-BE49-F238E27FC236}">
                <a16:creationId xmlns:a16="http://schemas.microsoft.com/office/drawing/2014/main" id="{24761EE4-1F6F-B8DD-ED52-E739953C0DDB}"/>
              </a:ext>
            </a:extLst>
          </p:cNvPr>
          <p:cNvGraphicFramePr>
            <a:graphicFrameLocks noGrp="1"/>
          </p:cNvGraphicFramePr>
          <p:nvPr>
            <p:extLst>
              <p:ext uri="{D42A27DB-BD31-4B8C-83A1-F6EECF244321}">
                <p14:modId xmlns:p14="http://schemas.microsoft.com/office/powerpoint/2010/main" val="685463734"/>
              </p:ext>
            </p:extLst>
          </p:nvPr>
        </p:nvGraphicFramePr>
        <p:xfrm>
          <a:off x="7959238" y="3063286"/>
          <a:ext cx="6480001" cy="3600001"/>
        </p:xfrm>
        <a:graphic>
          <a:graphicData uri="http://schemas.openxmlformats.org/drawingml/2006/table">
            <a:tbl>
              <a:tblPr firstRow="1" bandRow="1">
                <a:tableStyleId>{5C22544A-7EE6-4342-B048-85BDC9FD1C3A}</a:tableStyleId>
              </a:tblPr>
              <a:tblGrid>
                <a:gridCol w="2127763">
                  <a:extLst>
                    <a:ext uri="{9D8B030D-6E8A-4147-A177-3AD203B41FA5}">
                      <a16:colId xmlns:a16="http://schemas.microsoft.com/office/drawing/2014/main" val="665467437"/>
                    </a:ext>
                  </a:extLst>
                </a:gridCol>
                <a:gridCol w="1450746">
                  <a:extLst>
                    <a:ext uri="{9D8B030D-6E8A-4147-A177-3AD203B41FA5}">
                      <a16:colId xmlns:a16="http://schemas.microsoft.com/office/drawing/2014/main" val="2678574176"/>
                    </a:ext>
                  </a:extLst>
                </a:gridCol>
                <a:gridCol w="1450746">
                  <a:extLst>
                    <a:ext uri="{9D8B030D-6E8A-4147-A177-3AD203B41FA5}">
                      <a16:colId xmlns:a16="http://schemas.microsoft.com/office/drawing/2014/main" val="364985952"/>
                    </a:ext>
                  </a:extLst>
                </a:gridCol>
                <a:gridCol w="1450746">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7.33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6154">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17" name="TextBox 16">
            <a:extLst>
              <a:ext uri="{FF2B5EF4-FFF2-40B4-BE49-F238E27FC236}">
                <a16:creationId xmlns:a16="http://schemas.microsoft.com/office/drawing/2014/main" id="{7B64442D-4DAB-36D6-A2B6-EF5712B672C2}"/>
              </a:ext>
            </a:extLst>
          </p:cNvPr>
          <p:cNvSpPr txBox="1"/>
          <p:nvPr/>
        </p:nvSpPr>
        <p:spPr>
          <a:xfrm>
            <a:off x="7881186" y="3226853"/>
            <a:ext cx="2119916" cy="276999"/>
          </a:xfrm>
          <a:prstGeom prst="rect">
            <a:avLst/>
          </a:prstGeom>
          <a:noFill/>
        </p:spPr>
        <p:txBody>
          <a:bodyPr wrap="square" lIns="0" tIns="0" rIns="0" bIns="0" rtlCol="0">
            <a:spAutoFit/>
          </a:bodyPr>
          <a:lstStyle/>
          <a:p>
            <a:pPr algn="ctr" defTabSz="548640">
              <a:defRPr/>
            </a:pPr>
            <a:r>
              <a:rPr lang="en-US" b="1" kern="0" dirty="0">
                <a:solidFill>
                  <a:srgbClr val="FF6699"/>
                </a:solidFill>
                <a:latin typeface="Avenir Next LT Pro" panose="020B0504020202020204" pitchFamily="34" charset="0"/>
              </a:rPr>
              <a:t>1-3x M CCOT</a:t>
            </a:r>
          </a:p>
        </p:txBody>
      </p:sp>
      <p:grpSp>
        <p:nvGrpSpPr>
          <p:cNvPr id="18" name="Group 17">
            <a:extLst>
              <a:ext uri="{FF2B5EF4-FFF2-40B4-BE49-F238E27FC236}">
                <a16:creationId xmlns:a16="http://schemas.microsoft.com/office/drawing/2014/main" id="{C917C305-2FAD-4BA8-BCC9-DA0EE419740D}"/>
              </a:ext>
            </a:extLst>
          </p:cNvPr>
          <p:cNvGrpSpPr/>
          <p:nvPr/>
        </p:nvGrpSpPr>
        <p:grpSpPr>
          <a:xfrm>
            <a:off x="8684218" y="94368"/>
            <a:ext cx="5855930" cy="1875295"/>
            <a:chOff x="8684218" y="94368"/>
            <a:chExt cx="5855930" cy="1875295"/>
          </a:xfrm>
        </p:grpSpPr>
        <p:sp>
          <p:nvSpPr>
            <p:cNvPr id="19" name="Rectangle 18">
              <a:extLst>
                <a:ext uri="{FF2B5EF4-FFF2-40B4-BE49-F238E27FC236}">
                  <a16:creationId xmlns:a16="http://schemas.microsoft.com/office/drawing/2014/main" id="{F0B0A369-ED86-F9C0-C359-AFD7C94370E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7BA06F7F-7F20-87DC-66AF-0111B97F050A}"/>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373D0C62-0B62-BA61-DBC4-0B2DAAAB182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4" name="Picture 23" descr="A flag on a button&#10;&#10;Description automatically generated">
              <a:extLst>
                <a:ext uri="{FF2B5EF4-FFF2-40B4-BE49-F238E27FC236}">
                  <a16:creationId xmlns:a16="http://schemas.microsoft.com/office/drawing/2014/main" id="{5143C9F4-203D-AEB7-D3BA-0FC1E46CFF85}"/>
                </a:ext>
              </a:extLst>
            </p:cNvPr>
            <p:cNvPicPr>
              <a:picLocks noChangeAspect="1"/>
            </p:cNvPicPr>
            <p:nvPr/>
          </p:nvPicPr>
          <p:blipFill>
            <a:blip r:embed="rId3"/>
            <a:stretch>
              <a:fillRect/>
            </a:stretch>
          </p:blipFill>
          <p:spPr>
            <a:xfrm>
              <a:off x="8976350" y="421300"/>
              <a:ext cx="1404000" cy="1051290"/>
            </a:xfrm>
            <a:prstGeom prst="rect">
              <a:avLst/>
            </a:prstGeom>
          </p:spPr>
        </p:pic>
      </p:grpSp>
      <p:sp>
        <p:nvSpPr>
          <p:cNvPr id="3" name="Oval 2">
            <a:extLst>
              <a:ext uri="{FF2B5EF4-FFF2-40B4-BE49-F238E27FC236}">
                <a16:creationId xmlns:a16="http://schemas.microsoft.com/office/drawing/2014/main" id="{3F853794-2518-1681-2A48-F6218E6C30C7}"/>
              </a:ext>
            </a:extLst>
          </p:cNvPr>
          <p:cNvSpPr/>
          <p:nvPr/>
        </p:nvSpPr>
        <p:spPr>
          <a:xfrm>
            <a:off x="1612433" y="2029968"/>
            <a:ext cx="1186967" cy="801302"/>
          </a:xfrm>
          <a:prstGeom prst="ellipse">
            <a:avLst/>
          </a:prstGeom>
          <a:solidFill>
            <a:schemeClr val="accent5">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68195549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4FD589-4033-5B0C-8D4A-5762C071DF6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98AE15A-81F4-2F69-F551-4E2D558353BF}"/>
              </a:ext>
            </a:extLst>
          </p:cNvPr>
          <p:cNvSpPr>
            <a:spLocks noGrp="1"/>
          </p:cNvSpPr>
          <p:nvPr>
            <p:ph type="sldNum" sz="quarter" idx="14"/>
          </p:nvPr>
        </p:nvSpPr>
        <p:spPr/>
        <p:txBody>
          <a:bodyPr/>
          <a:lstStyle/>
          <a:p>
            <a:fld id="{9BBCFCA3-D307-4DD3-86E3-CC1388E97AC0}" type="slidenum">
              <a:rPr lang="en-US" smtClean="0"/>
              <a:pPr/>
              <a:t>151</a:t>
            </a:fld>
            <a:endParaRPr lang="en-US"/>
          </a:p>
        </p:txBody>
      </p:sp>
      <p:grpSp>
        <p:nvGrpSpPr>
          <p:cNvPr id="10" name="Group 9">
            <a:extLst>
              <a:ext uri="{FF2B5EF4-FFF2-40B4-BE49-F238E27FC236}">
                <a16:creationId xmlns:a16="http://schemas.microsoft.com/office/drawing/2014/main" id="{ED97AA81-3EFE-8330-C62D-88146107CFB8}"/>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636CB9C-381F-4DB0-2AA3-14D8D9BE7DB0}"/>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8DF9C7AC-A65F-44AB-FD03-E29CCFB8943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1AF217E1-6652-6C01-117F-61CBDC662D53}"/>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3" name="TextBox 2">
            <a:extLst>
              <a:ext uri="{FF2B5EF4-FFF2-40B4-BE49-F238E27FC236}">
                <a16:creationId xmlns:a16="http://schemas.microsoft.com/office/drawing/2014/main" id="{8241B3C5-712F-5156-565E-4EB3C981FF44}"/>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B6F16840-DA92-55AD-AC31-6FCA4939A545}"/>
              </a:ext>
            </a:extLst>
          </p:cNvPr>
          <p:cNvGrpSpPr/>
          <p:nvPr/>
        </p:nvGrpSpPr>
        <p:grpSpPr>
          <a:xfrm>
            <a:off x="8684218" y="94368"/>
            <a:ext cx="5855930" cy="1875295"/>
            <a:chOff x="8684218" y="94368"/>
            <a:chExt cx="5855930" cy="1875295"/>
          </a:xfrm>
        </p:grpSpPr>
        <p:sp>
          <p:nvSpPr>
            <p:cNvPr id="8" name="Rectangle 7">
              <a:extLst>
                <a:ext uri="{FF2B5EF4-FFF2-40B4-BE49-F238E27FC236}">
                  <a16:creationId xmlns:a16="http://schemas.microsoft.com/office/drawing/2014/main" id="{E0C92A5A-A792-6FB8-6180-18BD1004294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F79B9C5A-A158-DE22-8CD2-9202B569B366}"/>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6E0674E6-9F1E-9272-1241-E0C6910E162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B07DB0F4-7B88-5F30-9207-6C268462E646}"/>
                </a:ext>
              </a:extLst>
            </p:cNvPr>
            <p:cNvPicPr>
              <a:picLocks noChangeAspect="1"/>
            </p:cNvPicPr>
            <p:nvPr/>
          </p:nvPicPr>
          <p:blipFill>
            <a:blip r:embed="rId3"/>
            <a:stretch>
              <a:fillRect/>
            </a:stretch>
          </p:blipFill>
          <p:spPr>
            <a:xfrm>
              <a:off x="8976350" y="421300"/>
              <a:ext cx="1404000" cy="1051290"/>
            </a:xfrm>
            <a:prstGeom prst="rect">
              <a:avLst/>
            </a:prstGeom>
          </p:spPr>
        </p:pic>
      </p:grpSp>
      <p:graphicFrame>
        <p:nvGraphicFramePr>
          <p:cNvPr id="15" name="Table 2">
            <a:extLst>
              <a:ext uri="{FF2B5EF4-FFF2-40B4-BE49-F238E27FC236}">
                <a16:creationId xmlns:a16="http://schemas.microsoft.com/office/drawing/2014/main" id="{4EB1C0C1-9FAA-0237-DD83-09A276D81088}"/>
              </a:ext>
            </a:extLst>
          </p:cNvPr>
          <p:cNvGraphicFramePr>
            <a:graphicFrameLocks noGrp="1"/>
          </p:cNvGraphicFramePr>
          <p:nvPr>
            <p:extLst>
              <p:ext uri="{D42A27DB-BD31-4B8C-83A1-F6EECF244321}">
                <p14:modId xmlns:p14="http://schemas.microsoft.com/office/powerpoint/2010/main" val="3525765365"/>
              </p:ext>
            </p:extLst>
          </p:nvPr>
        </p:nvGraphicFramePr>
        <p:xfrm>
          <a:off x="1229576" y="3151518"/>
          <a:ext cx="6480001" cy="2953847"/>
        </p:xfrm>
        <a:graphic>
          <a:graphicData uri="http://schemas.openxmlformats.org/drawingml/2006/table">
            <a:tbl>
              <a:tblPr firstRow="1" bandRow="1">
                <a:tableStyleId>{5C22544A-7EE6-4342-B048-85BDC9FD1C3A}</a:tableStyleId>
              </a:tblPr>
              <a:tblGrid>
                <a:gridCol w="2127760">
                  <a:extLst>
                    <a:ext uri="{9D8B030D-6E8A-4147-A177-3AD203B41FA5}">
                      <a16:colId xmlns:a16="http://schemas.microsoft.com/office/drawing/2014/main" val="665467437"/>
                    </a:ext>
                  </a:extLst>
                </a:gridCol>
                <a:gridCol w="1450747">
                  <a:extLst>
                    <a:ext uri="{9D8B030D-6E8A-4147-A177-3AD203B41FA5}">
                      <a16:colId xmlns:a16="http://schemas.microsoft.com/office/drawing/2014/main" val="2678574176"/>
                    </a:ext>
                  </a:extLst>
                </a:gridCol>
                <a:gridCol w="1450747">
                  <a:extLst>
                    <a:ext uri="{9D8B030D-6E8A-4147-A177-3AD203B41FA5}">
                      <a16:colId xmlns:a16="http://schemas.microsoft.com/office/drawing/2014/main" val="364985952"/>
                    </a:ext>
                  </a:extLst>
                </a:gridCol>
                <a:gridCol w="1450747">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Meeting Expectation</a:t>
                      </a:r>
                      <a:br>
                        <a:rPr lang="en-GB" sz="1200" b="1" dirty="0">
                          <a:latin typeface="Avenir Next LT Pro" panose="020B0504020202020204" pitchFamily="34" charset="0"/>
                        </a:rPr>
                      </a:br>
                      <a:r>
                        <a:rPr lang="en-GB" sz="1200" b="1" dirty="0">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dirty="0">
                          <a:latin typeface="Avenir Next LT Pro" panose="020B0504020202020204" pitchFamily="34" charset="0"/>
                        </a:rPr>
                        <a:t>Net Promoter Score</a:t>
                      </a:r>
                      <a:br>
                        <a:rPr lang="en-GB" sz="1200" b="1" dirty="0">
                          <a:latin typeface="Avenir Next LT Pro" panose="020B0504020202020204" pitchFamily="34" charset="0"/>
                        </a:rPr>
                      </a:br>
                      <a:r>
                        <a:rPr lang="en-GB" sz="1200" b="1" dirty="0">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bl>
          </a:graphicData>
        </a:graphic>
      </p:graphicFrame>
      <p:graphicFrame>
        <p:nvGraphicFramePr>
          <p:cNvPr id="18" name="Table 2">
            <a:extLst>
              <a:ext uri="{FF2B5EF4-FFF2-40B4-BE49-F238E27FC236}">
                <a16:creationId xmlns:a16="http://schemas.microsoft.com/office/drawing/2014/main" id="{C019A763-8814-F299-6E64-C50936776420}"/>
              </a:ext>
            </a:extLst>
          </p:cNvPr>
          <p:cNvGraphicFramePr>
            <a:graphicFrameLocks noGrp="1"/>
          </p:cNvGraphicFramePr>
          <p:nvPr>
            <p:extLst>
              <p:ext uri="{D42A27DB-BD31-4B8C-83A1-F6EECF244321}">
                <p14:modId xmlns:p14="http://schemas.microsoft.com/office/powerpoint/2010/main" val="4188625466"/>
              </p:ext>
            </p:extLst>
          </p:nvPr>
        </p:nvGraphicFramePr>
        <p:xfrm>
          <a:off x="7959238" y="3063286"/>
          <a:ext cx="6480001" cy="2953847"/>
        </p:xfrm>
        <a:graphic>
          <a:graphicData uri="http://schemas.openxmlformats.org/drawingml/2006/table">
            <a:tbl>
              <a:tblPr firstRow="1" bandRow="1">
                <a:tableStyleId>{5C22544A-7EE6-4342-B048-85BDC9FD1C3A}</a:tableStyleId>
              </a:tblPr>
              <a:tblGrid>
                <a:gridCol w="2127763">
                  <a:extLst>
                    <a:ext uri="{9D8B030D-6E8A-4147-A177-3AD203B41FA5}">
                      <a16:colId xmlns:a16="http://schemas.microsoft.com/office/drawing/2014/main" val="665467437"/>
                    </a:ext>
                  </a:extLst>
                </a:gridCol>
                <a:gridCol w="1450746">
                  <a:extLst>
                    <a:ext uri="{9D8B030D-6E8A-4147-A177-3AD203B41FA5}">
                      <a16:colId xmlns:a16="http://schemas.microsoft.com/office/drawing/2014/main" val="2678574176"/>
                    </a:ext>
                  </a:extLst>
                </a:gridCol>
                <a:gridCol w="1450746">
                  <a:extLst>
                    <a:ext uri="{9D8B030D-6E8A-4147-A177-3AD203B41FA5}">
                      <a16:colId xmlns:a16="http://schemas.microsoft.com/office/drawing/2014/main" val="364985952"/>
                    </a:ext>
                  </a:extLst>
                </a:gridCol>
                <a:gridCol w="1450746">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Meeting Expectation</a:t>
                      </a:r>
                      <a:br>
                        <a:rPr lang="en-GB" sz="1200" b="1" dirty="0">
                          <a:latin typeface="Avenir Next LT Pro" panose="020B0504020202020204" pitchFamily="34" charset="0"/>
                        </a:rPr>
                      </a:br>
                      <a:r>
                        <a:rPr lang="en-GB" sz="1200" b="1" dirty="0">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dirty="0">
                          <a:latin typeface="Avenir Next LT Pro" panose="020B0504020202020204" pitchFamily="34" charset="0"/>
                        </a:rPr>
                        <a:t>Net Promoter Score</a:t>
                      </a:r>
                      <a:br>
                        <a:rPr lang="en-GB" sz="1200" b="1" dirty="0">
                          <a:latin typeface="Avenir Next LT Pro" panose="020B0504020202020204" pitchFamily="34" charset="0"/>
                        </a:rPr>
                      </a:br>
                      <a:r>
                        <a:rPr lang="en-GB" sz="1200" b="1" dirty="0">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bl>
          </a:graphicData>
        </a:graphic>
      </p:graphicFrame>
      <p:sp>
        <p:nvSpPr>
          <p:cNvPr id="26" name="TextBox 25">
            <a:extLst>
              <a:ext uri="{FF2B5EF4-FFF2-40B4-BE49-F238E27FC236}">
                <a16:creationId xmlns:a16="http://schemas.microsoft.com/office/drawing/2014/main" id="{2FE09CBA-208A-AC3B-FDC2-7669EEF46667}"/>
              </a:ext>
            </a:extLst>
          </p:cNvPr>
          <p:cNvSpPr txBox="1"/>
          <p:nvPr/>
        </p:nvSpPr>
        <p:spPr>
          <a:xfrm>
            <a:off x="1251786" y="3264953"/>
            <a:ext cx="2119916" cy="276999"/>
          </a:xfrm>
          <a:prstGeom prst="rect">
            <a:avLst/>
          </a:prstGeom>
          <a:noFill/>
        </p:spPr>
        <p:txBody>
          <a:bodyPr wrap="square" lIns="0" tIns="0" rIns="0" bIns="0" rtlCol="0">
            <a:spAutoFit/>
          </a:bodyPr>
          <a:lstStyle/>
          <a:p>
            <a:pPr algn="ctr" defTabSz="548640">
              <a:defRPr/>
            </a:pPr>
            <a:r>
              <a:rPr lang="en-US" b="1" kern="0" dirty="0">
                <a:solidFill>
                  <a:srgbClr val="FF99FF"/>
                </a:solidFill>
                <a:latin typeface="Avenir Next LT Pro" panose="020B0504020202020204" pitchFamily="34" charset="0"/>
              </a:rPr>
              <a:t>W+ CCOT</a:t>
            </a:r>
          </a:p>
        </p:txBody>
      </p:sp>
      <p:sp>
        <p:nvSpPr>
          <p:cNvPr id="28" name="TextBox 27">
            <a:extLst>
              <a:ext uri="{FF2B5EF4-FFF2-40B4-BE49-F238E27FC236}">
                <a16:creationId xmlns:a16="http://schemas.microsoft.com/office/drawing/2014/main" id="{B023090F-FB3D-65AE-1960-ECDE68C145DD}"/>
              </a:ext>
            </a:extLst>
          </p:cNvPr>
          <p:cNvSpPr txBox="1"/>
          <p:nvPr/>
        </p:nvSpPr>
        <p:spPr>
          <a:xfrm>
            <a:off x="7881186" y="3226853"/>
            <a:ext cx="2119916" cy="276999"/>
          </a:xfrm>
          <a:prstGeom prst="rect">
            <a:avLst/>
          </a:prstGeom>
          <a:noFill/>
        </p:spPr>
        <p:txBody>
          <a:bodyPr wrap="square" lIns="0" tIns="0" rIns="0" bIns="0" rtlCol="0">
            <a:spAutoFit/>
          </a:bodyPr>
          <a:lstStyle/>
          <a:p>
            <a:pPr algn="ctr" defTabSz="548640">
              <a:defRPr/>
            </a:pPr>
            <a:r>
              <a:rPr lang="en-US" b="1" kern="0" dirty="0">
                <a:solidFill>
                  <a:srgbClr val="FF6699"/>
                </a:solidFill>
                <a:latin typeface="Avenir Next LT Pro" panose="020B0504020202020204" pitchFamily="34" charset="0"/>
              </a:rPr>
              <a:t>1-3x M CCOT</a:t>
            </a:r>
          </a:p>
        </p:txBody>
      </p:sp>
      <p:sp>
        <p:nvSpPr>
          <p:cNvPr id="30" name="TextBox 29">
            <a:extLst>
              <a:ext uri="{FF2B5EF4-FFF2-40B4-BE49-F238E27FC236}">
                <a16:creationId xmlns:a16="http://schemas.microsoft.com/office/drawing/2014/main" id="{C5EBADA5-93F3-FA6A-4835-0898E159AE85}"/>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dirty="0">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dirty="0">
                <a:solidFill>
                  <a:srgbClr val="000000"/>
                </a:solidFill>
                <a:latin typeface="Avenir Next LT Pro" panose="020B0504020202020204" pitchFamily="34" charset="0"/>
              </a:rPr>
              <a:t>Ratings for Sensory Appeal based on 1-9 point scale </a:t>
            </a:r>
          </a:p>
        </p:txBody>
      </p:sp>
    </p:spTree>
    <p:extLst>
      <p:ext uri="{BB962C8B-B14F-4D97-AF65-F5344CB8AC3E}">
        <p14:creationId xmlns:p14="http://schemas.microsoft.com/office/powerpoint/2010/main" val="66348587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EE25A4-01A5-ED1F-038D-B6C742D3024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259B1A1-3616-77EE-C302-F7DE03420036}"/>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E5DAB630-FF9B-3F40-7062-19BC7361AC80}"/>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continues to be most appealing, based upon drinking the full bottle. </a:t>
            </a:r>
          </a:p>
        </p:txBody>
      </p:sp>
      <p:grpSp>
        <p:nvGrpSpPr>
          <p:cNvPr id="2" name="Group 1">
            <a:extLst>
              <a:ext uri="{FF2B5EF4-FFF2-40B4-BE49-F238E27FC236}">
                <a16:creationId xmlns:a16="http://schemas.microsoft.com/office/drawing/2014/main" id="{167822AC-505A-3FEB-431D-16E202B94B44}"/>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D31FBFA9-234E-3FAD-87CA-CB60196FDE2C}"/>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E7AC1C32-E57F-E29B-422C-5DD6CD6D01A0}"/>
                </a:ext>
              </a:extLst>
            </p:cNvPr>
            <p:cNvGraphicFramePr/>
            <p:nvPr>
              <p:extLst>
                <p:ext uri="{D42A27DB-BD31-4B8C-83A1-F6EECF244321}">
                  <p14:modId xmlns:p14="http://schemas.microsoft.com/office/powerpoint/2010/main" val="188486752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EC828032-F012-EDF2-4459-4C2812E3B8F5}"/>
                </a:ext>
              </a:extLst>
            </p:cNvPr>
            <p:cNvSpPr txBox="1"/>
            <p:nvPr/>
          </p:nvSpPr>
          <p:spPr>
            <a:xfrm>
              <a:off x="1076828" y="2049369"/>
              <a:ext cx="4456729"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Last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453C0DE1-9154-3068-73B2-C93C5D434E48}"/>
              </a:ext>
            </a:extLst>
          </p:cNvPr>
          <p:cNvGraphicFramePr>
            <a:graphicFrameLocks noGrp="1"/>
          </p:cNvGraphicFramePr>
          <p:nvPr>
            <p:extLst>
              <p:ext uri="{D42A27DB-BD31-4B8C-83A1-F6EECF244321}">
                <p14:modId xmlns:p14="http://schemas.microsoft.com/office/powerpoint/2010/main" val="4190950855"/>
              </p:ext>
            </p:extLst>
          </p:nvPr>
        </p:nvGraphicFramePr>
        <p:xfrm>
          <a:off x="335576" y="3341771"/>
          <a:ext cx="7315200" cy="609600"/>
        </p:xfrm>
        <a:graphic>
          <a:graphicData uri="http://schemas.openxmlformats.org/drawingml/2006/table">
            <a:tbl>
              <a:tblPr firstRow="1" bandRow="1">
                <a:tableStyleId>{5940675A-B579-460E-94D1-54222C63F5DA}</a:tableStyleId>
              </a:tblPr>
              <a:tblGrid>
                <a:gridCol w="2103120">
                  <a:extLst>
                    <a:ext uri="{9D8B030D-6E8A-4147-A177-3AD203B41FA5}">
                      <a16:colId xmlns:a16="http://schemas.microsoft.com/office/drawing/2014/main" val="1775160107"/>
                    </a:ext>
                  </a:extLst>
                </a:gridCol>
                <a:gridCol w="1737360">
                  <a:extLst>
                    <a:ext uri="{9D8B030D-6E8A-4147-A177-3AD203B41FA5}">
                      <a16:colId xmlns:a16="http://schemas.microsoft.com/office/drawing/2014/main" val="1227359485"/>
                    </a:ext>
                  </a:extLst>
                </a:gridCol>
                <a:gridCol w="1737360">
                  <a:extLst>
                    <a:ext uri="{9D8B030D-6E8A-4147-A177-3AD203B41FA5}">
                      <a16:colId xmlns:a16="http://schemas.microsoft.com/office/drawing/2014/main" val="1183472630"/>
                    </a:ext>
                  </a:extLst>
                </a:gridCol>
                <a:gridCol w="1737360">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17" name="Group 16">
            <a:extLst>
              <a:ext uri="{FF2B5EF4-FFF2-40B4-BE49-F238E27FC236}">
                <a16:creationId xmlns:a16="http://schemas.microsoft.com/office/drawing/2014/main" id="{F61F7D80-1C50-213F-0CC5-B6C368972096}"/>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3B3CA5FC-488B-E33E-3590-68317F652C3C}"/>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66D60879-0333-CD92-665F-838E2E6C6DB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pic>
        <p:nvPicPr>
          <p:cNvPr id="13" name="Picture 12">
            <a:extLst>
              <a:ext uri="{FF2B5EF4-FFF2-40B4-BE49-F238E27FC236}">
                <a16:creationId xmlns:a16="http://schemas.microsoft.com/office/drawing/2014/main" id="{A72B1795-F8B0-304E-646B-8AB40010625F}"/>
              </a:ext>
            </a:extLst>
          </p:cNvPr>
          <p:cNvPicPr>
            <a:picLocks noChangeAspect="1"/>
          </p:cNvPicPr>
          <p:nvPr/>
        </p:nvPicPr>
        <p:blipFill>
          <a:blip r:embed="rId4"/>
          <a:stretch>
            <a:fillRect/>
          </a:stretch>
        </p:blipFill>
        <p:spPr>
          <a:xfrm>
            <a:off x="12338113" y="1411893"/>
            <a:ext cx="1523800" cy="961166"/>
          </a:xfrm>
          <a:prstGeom prst="rect">
            <a:avLst/>
          </a:prstGeom>
        </p:spPr>
      </p:pic>
      <p:grpSp>
        <p:nvGrpSpPr>
          <p:cNvPr id="14" name="Group 13">
            <a:extLst>
              <a:ext uri="{FF2B5EF4-FFF2-40B4-BE49-F238E27FC236}">
                <a16:creationId xmlns:a16="http://schemas.microsoft.com/office/drawing/2014/main" id="{71317994-844B-0F28-667C-1E0FFF8D3DFC}"/>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6FDEA896-192A-6017-D5C6-37B65C068BD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F08520E1-850D-93C7-27A7-E130B22A66F1}"/>
                </a:ext>
              </a:extLst>
            </p:cNvPr>
            <p:cNvGraphicFramePr/>
            <p:nvPr>
              <p:extLst>
                <p:ext uri="{D42A27DB-BD31-4B8C-83A1-F6EECF244321}">
                  <p14:modId xmlns:p14="http://schemas.microsoft.com/office/powerpoint/2010/main" val="2217391466"/>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20">
              <a:extLst>
                <a:ext uri="{FF2B5EF4-FFF2-40B4-BE49-F238E27FC236}">
                  <a16:creationId xmlns:a16="http://schemas.microsoft.com/office/drawing/2014/main" id="{43B1B743-4151-F224-BA4D-98C9559E34DF}"/>
                </a:ext>
              </a:extLst>
            </p:cNvPr>
            <p:cNvSpPr txBox="1"/>
            <p:nvPr/>
          </p:nvSpPr>
          <p:spPr>
            <a:xfrm>
              <a:off x="1076828" y="2049369"/>
              <a:ext cx="4456729"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Last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11" name="Table 10">
            <a:extLst>
              <a:ext uri="{FF2B5EF4-FFF2-40B4-BE49-F238E27FC236}">
                <a16:creationId xmlns:a16="http://schemas.microsoft.com/office/drawing/2014/main" id="{EF292606-B1E8-B05C-9F9B-07C0B0134887}"/>
              </a:ext>
            </a:extLst>
          </p:cNvPr>
          <p:cNvGraphicFramePr>
            <a:graphicFrameLocks noGrp="1"/>
          </p:cNvGraphicFramePr>
          <p:nvPr>
            <p:extLst>
              <p:ext uri="{D42A27DB-BD31-4B8C-83A1-F6EECF244321}">
                <p14:modId xmlns:p14="http://schemas.microsoft.com/office/powerpoint/2010/main" val="4010421790"/>
              </p:ext>
            </p:extLst>
          </p:nvPr>
        </p:nvGraphicFramePr>
        <p:xfrm>
          <a:off x="8429032" y="3374136"/>
          <a:ext cx="5212080" cy="546755"/>
        </p:xfrm>
        <a:graphic>
          <a:graphicData uri="http://schemas.openxmlformats.org/drawingml/2006/table">
            <a:tbl>
              <a:tblPr firstRow="1" bandRow="1">
                <a:tableStyleId>{5940675A-B579-460E-94D1-54222C63F5DA}</a:tableStyleId>
              </a:tblPr>
              <a:tblGrid>
                <a:gridCol w="1737360">
                  <a:extLst>
                    <a:ext uri="{9D8B030D-6E8A-4147-A177-3AD203B41FA5}">
                      <a16:colId xmlns:a16="http://schemas.microsoft.com/office/drawing/2014/main" val="3472888951"/>
                    </a:ext>
                  </a:extLst>
                </a:gridCol>
                <a:gridCol w="1737360">
                  <a:extLst>
                    <a:ext uri="{9D8B030D-6E8A-4147-A177-3AD203B41FA5}">
                      <a16:colId xmlns:a16="http://schemas.microsoft.com/office/drawing/2014/main" val="1957554440"/>
                    </a:ext>
                  </a:extLst>
                </a:gridCol>
                <a:gridCol w="1737360">
                  <a:extLst>
                    <a:ext uri="{9D8B030D-6E8A-4147-A177-3AD203B41FA5}">
                      <a16:colId xmlns:a16="http://schemas.microsoft.com/office/drawing/2014/main" val="3624477152"/>
                    </a:ext>
                  </a:extLst>
                </a:gridCol>
              </a:tblGrid>
              <a:tr h="272435">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716583326"/>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6050465"/>
                  </a:ext>
                </a:extLst>
              </a:tr>
            </a:tbl>
          </a:graphicData>
        </a:graphic>
      </p:graphicFrame>
      <p:sp>
        <p:nvSpPr>
          <p:cNvPr id="22" name="TextBox 21">
            <a:extLst>
              <a:ext uri="{FF2B5EF4-FFF2-40B4-BE49-F238E27FC236}">
                <a16:creationId xmlns:a16="http://schemas.microsoft.com/office/drawing/2014/main" id="{56CF0E70-C593-1041-BBC9-01150608BEDE}"/>
              </a:ext>
            </a:extLst>
          </p:cNvPr>
          <p:cNvSpPr txBox="1"/>
          <p:nvPr/>
        </p:nvSpPr>
        <p:spPr>
          <a:xfrm>
            <a:off x="9864133" y="2934019"/>
            <a:ext cx="2139696" cy="276999"/>
          </a:xfrm>
          <a:prstGeom prst="rect">
            <a:avLst/>
          </a:prstGeom>
          <a:solidFill>
            <a:srgbClr val="FF66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CCOT</a:t>
            </a:r>
          </a:p>
        </p:txBody>
      </p:sp>
      <p:sp>
        <p:nvSpPr>
          <p:cNvPr id="23" name="TextBox 22">
            <a:extLst>
              <a:ext uri="{FF2B5EF4-FFF2-40B4-BE49-F238E27FC236}">
                <a16:creationId xmlns:a16="http://schemas.microsoft.com/office/drawing/2014/main" id="{8CDC559D-838B-067D-2291-BC88E59D2C5A}"/>
              </a:ext>
            </a:extLst>
          </p:cNvPr>
          <p:cNvSpPr txBox="1"/>
          <p:nvPr/>
        </p:nvSpPr>
        <p:spPr>
          <a:xfrm>
            <a:off x="4050759" y="2934020"/>
            <a:ext cx="2139696" cy="276999"/>
          </a:xfrm>
          <a:prstGeom prst="rect">
            <a:avLst/>
          </a:prstGeom>
          <a:solidFill>
            <a:srgbClr val="FF99FF"/>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a typeface="+mn-ea"/>
                <a:cs typeface="+mn-cs"/>
              </a:rPr>
              <a:t>W+ CCOT</a:t>
            </a:r>
          </a:p>
        </p:txBody>
      </p:sp>
      <p:sp>
        <p:nvSpPr>
          <p:cNvPr id="8" name="TextBox 7">
            <a:extLst>
              <a:ext uri="{FF2B5EF4-FFF2-40B4-BE49-F238E27FC236}">
                <a16:creationId xmlns:a16="http://schemas.microsoft.com/office/drawing/2014/main" id="{0DA10F68-6254-2258-7440-387304FF2078}"/>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sp>
        <p:nvSpPr>
          <p:cNvPr id="16" name="TextBox 15">
            <a:extLst>
              <a:ext uri="{FF2B5EF4-FFF2-40B4-BE49-F238E27FC236}">
                <a16:creationId xmlns:a16="http://schemas.microsoft.com/office/drawing/2014/main" id="{3A2D8A4E-07A2-D603-F35E-7F33C0867E61}"/>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9" name="Group 38">
            <a:extLst>
              <a:ext uri="{FF2B5EF4-FFF2-40B4-BE49-F238E27FC236}">
                <a16:creationId xmlns:a16="http://schemas.microsoft.com/office/drawing/2014/main" id="{BC1C4F4E-F74D-4C10-826B-FACDD27DD56D}"/>
              </a:ext>
            </a:extLst>
          </p:cNvPr>
          <p:cNvGrpSpPr/>
          <p:nvPr/>
        </p:nvGrpSpPr>
        <p:grpSpPr>
          <a:xfrm>
            <a:off x="8684218" y="94368"/>
            <a:ext cx="5855930" cy="1875295"/>
            <a:chOff x="8684218" y="94368"/>
            <a:chExt cx="5855930" cy="1875295"/>
          </a:xfrm>
        </p:grpSpPr>
        <p:sp>
          <p:nvSpPr>
            <p:cNvPr id="40" name="Rectangle 39">
              <a:extLst>
                <a:ext uri="{FF2B5EF4-FFF2-40B4-BE49-F238E27FC236}">
                  <a16:creationId xmlns:a16="http://schemas.microsoft.com/office/drawing/2014/main" id="{54E5F6C7-488F-2E5B-3F7E-824751D4D42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1" name="TextBox 40">
              <a:extLst>
                <a:ext uri="{FF2B5EF4-FFF2-40B4-BE49-F238E27FC236}">
                  <a16:creationId xmlns:a16="http://schemas.microsoft.com/office/drawing/2014/main" id="{43BCDAFB-29D3-B509-77A5-5653F78A18C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2" name="Picture 41" descr="A bottle of soda with a red label&#10;&#10;Description automatically generated">
              <a:extLst>
                <a:ext uri="{FF2B5EF4-FFF2-40B4-BE49-F238E27FC236}">
                  <a16:creationId xmlns:a16="http://schemas.microsoft.com/office/drawing/2014/main" id="{CBF908B4-87F1-FDD4-CECD-B87DEF829B7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3" name="Picture 42" descr="A flag on a button&#10;&#10;Description automatically generated">
              <a:extLst>
                <a:ext uri="{FF2B5EF4-FFF2-40B4-BE49-F238E27FC236}">
                  <a16:creationId xmlns:a16="http://schemas.microsoft.com/office/drawing/2014/main" id="{0D8DEF2E-5B40-DE10-B02D-D9BF076B43E4}"/>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847463210"/>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F5F11D-86B6-FADD-5B37-B4078F0D54A0}"/>
            </a:ext>
          </a:extLst>
        </p:cNvPr>
        <p:cNvGrpSpPr/>
        <p:nvPr/>
      </p:nvGrpSpPr>
      <p:grpSpPr>
        <a:xfrm>
          <a:off x="0" y="0"/>
          <a:ext cx="0" cy="0"/>
          <a:chOff x="0" y="0"/>
          <a:chExt cx="0" cy="0"/>
        </a:xfrm>
      </p:grpSpPr>
      <p:grpSp>
        <p:nvGrpSpPr>
          <p:cNvPr id="31" name="Group 30">
            <a:extLst>
              <a:ext uri="{FF2B5EF4-FFF2-40B4-BE49-F238E27FC236}">
                <a16:creationId xmlns:a16="http://schemas.microsoft.com/office/drawing/2014/main" id="{E8555684-DB32-C8D6-B00A-F5CFA6989B92}"/>
              </a:ext>
            </a:extLst>
          </p:cNvPr>
          <p:cNvGrpSpPr/>
          <p:nvPr/>
        </p:nvGrpSpPr>
        <p:grpSpPr>
          <a:xfrm>
            <a:off x="7996372" y="3162872"/>
            <a:ext cx="5746065" cy="4184643"/>
            <a:chOff x="531863" y="1967463"/>
            <a:chExt cx="5331526" cy="4128790"/>
          </a:xfrm>
        </p:grpSpPr>
        <p:sp>
          <p:nvSpPr>
            <p:cNvPr id="32" name="Rectangle 31">
              <a:extLst>
                <a:ext uri="{FF2B5EF4-FFF2-40B4-BE49-F238E27FC236}">
                  <a16:creationId xmlns:a16="http://schemas.microsoft.com/office/drawing/2014/main" id="{FA60B17D-26AA-BBE4-9CF8-CCF2B0EE10B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7" name="Chart 36">
              <a:extLst>
                <a:ext uri="{FF2B5EF4-FFF2-40B4-BE49-F238E27FC236}">
                  <a16:creationId xmlns:a16="http://schemas.microsoft.com/office/drawing/2014/main" id="{B59038EA-7AEE-DFFA-D713-AC3D9E060DB2}"/>
                </a:ext>
              </a:extLst>
            </p:cNvPr>
            <p:cNvGraphicFramePr/>
            <p:nvPr>
              <p:extLst>
                <p:ext uri="{D42A27DB-BD31-4B8C-83A1-F6EECF244321}">
                  <p14:modId xmlns:p14="http://schemas.microsoft.com/office/powerpoint/2010/main" val="2279230189"/>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38" name="TextBox 37">
              <a:extLst>
                <a:ext uri="{FF2B5EF4-FFF2-40B4-BE49-F238E27FC236}">
                  <a16:creationId xmlns:a16="http://schemas.microsoft.com/office/drawing/2014/main" id="{F1DC15D7-3BE5-BF7E-BD8E-1C35BD00BF2E}"/>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Satisfaction </a:t>
              </a:r>
            </a:p>
          </p:txBody>
        </p:sp>
      </p:grpSp>
      <p:sp>
        <p:nvSpPr>
          <p:cNvPr id="4" name="Slide Number Placeholder 3">
            <a:extLst>
              <a:ext uri="{FF2B5EF4-FFF2-40B4-BE49-F238E27FC236}">
                <a16:creationId xmlns:a16="http://schemas.microsoft.com/office/drawing/2014/main" id="{EC90D0DB-8827-4B80-813F-E8241C7380C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9D9CAF42-186F-2E3C-8355-CA44373ACBC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For both groups, Satisfaction is strongest for Prototype 3.</a:t>
            </a:r>
          </a:p>
        </p:txBody>
      </p:sp>
      <p:grpSp>
        <p:nvGrpSpPr>
          <p:cNvPr id="13" name="Group 12">
            <a:extLst>
              <a:ext uri="{FF2B5EF4-FFF2-40B4-BE49-F238E27FC236}">
                <a16:creationId xmlns:a16="http://schemas.microsoft.com/office/drawing/2014/main" id="{0AF11E7B-3008-990B-F2A8-5FACCFAAA066}"/>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D8F8A6F8-1325-2781-232A-94463DEBB51A}"/>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5" name="Rectangle 14">
              <a:extLst>
                <a:ext uri="{FF2B5EF4-FFF2-40B4-BE49-F238E27FC236}">
                  <a16:creationId xmlns:a16="http://schemas.microsoft.com/office/drawing/2014/main" id="{873214ED-671A-4989-887D-42085F92E65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16" name="Group 15">
            <a:extLst>
              <a:ext uri="{FF2B5EF4-FFF2-40B4-BE49-F238E27FC236}">
                <a16:creationId xmlns:a16="http://schemas.microsoft.com/office/drawing/2014/main" id="{F6ACB759-F25E-5641-F495-46EF767A6B8D}"/>
              </a:ext>
            </a:extLst>
          </p:cNvPr>
          <p:cNvGrpSpPr/>
          <p:nvPr/>
        </p:nvGrpSpPr>
        <p:grpSpPr>
          <a:xfrm>
            <a:off x="2152901" y="3162872"/>
            <a:ext cx="5746065" cy="4184643"/>
            <a:chOff x="531863" y="1967463"/>
            <a:chExt cx="5331526" cy="4128790"/>
          </a:xfrm>
        </p:grpSpPr>
        <p:sp>
          <p:nvSpPr>
            <p:cNvPr id="17" name="Rectangle 16">
              <a:extLst>
                <a:ext uri="{FF2B5EF4-FFF2-40B4-BE49-F238E27FC236}">
                  <a16:creationId xmlns:a16="http://schemas.microsoft.com/office/drawing/2014/main" id="{D6543EE5-CACB-D4D7-5684-A0627FF8FA7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5AF65372-7E50-99F4-3434-6A20E5AA48F6}"/>
                </a:ext>
              </a:extLst>
            </p:cNvPr>
            <p:cNvGraphicFramePr/>
            <p:nvPr>
              <p:extLst>
                <p:ext uri="{D42A27DB-BD31-4B8C-83A1-F6EECF244321}">
                  <p14:modId xmlns:p14="http://schemas.microsoft.com/office/powerpoint/2010/main" val="2012379856"/>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a:extLst>
                <a:ext uri="{FF2B5EF4-FFF2-40B4-BE49-F238E27FC236}">
                  <a16:creationId xmlns:a16="http://schemas.microsoft.com/office/drawing/2014/main" id="{532FA1C1-59BB-7D22-7F24-984F2B454D91}"/>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Satisfaction </a:t>
              </a:r>
            </a:p>
          </p:txBody>
        </p:sp>
      </p:grpSp>
      <p:pic>
        <p:nvPicPr>
          <p:cNvPr id="21" name="Picture 20">
            <a:extLst>
              <a:ext uri="{FF2B5EF4-FFF2-40B4-BE49-F238E27FC236}">
                <a16:creationId xmlns:a16="http://schemas.microsoft.com/office/drawing/2014/main" id="{8BAB230C-F321-599C-64F7-8B299CDF3D46}"/>
              </a:ext>
            </a:extLst>
          </p:cNvPr>
          <p:cNvPicPr>
            <a:picLocks noChangeAspect="1"/>
          </p:cNvPicPr>
          <p:nvPr/>
        </p:nvPicPr>
        <p:blipFill>
          <a:blip r:embed="rId5"/>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FC023EA7-691E-93CE-8E24-0A6DCEB9E22D}"/>
              </a:ext>
            </a:extLst>
          </p:cNvPr>
          <p:cNvGraphicFramePr>
            <a:graphicFrameLocks noGrp="1"/>
          </p:cNvGraphicFramePr>
          <p:nvPr>
            <p:extLst>
              <p:ext uri="{D42A27DB-BD31-4B8C-83A1-F6EECF244321}">
                <p14:modId xmlns:p14="http://schemas.microsoft.com/office/powerpoint/2010/main" val="3973696563"/>
              </p:ext>
            </p:extLst>
          </p:nvPr>
        </p:nvGraphicFramePr>
        <p:xfrm>
          <a:off x="331470" y="3850908"/>
          <a:ext cx="7289785" cy="609600"/>
        </p:xfrm>
        <a:graphic>
          <a:graphicData uri="http://schemas.openxmlformats.org/drawingml/2006/table">
            <a:tbl>
              <a:tblPr firstRow="1" bandRow="1">
                <a:tableStyleId>{5940675A-B579-460E-94D1-54222C63F5DA}</a:tableStyleId>
              </a:tblPr>
              <a:tblGrid>
                <a:gridCol w="2352025">
                  <a:extLst>
                    <a:ext uri="{9D8B030D-6E8A-4147-A177-3AD203B41FA5}">
                      <a16:colId xmlns:a16="http://schemas.microsoft.com/office/drawing/2014/main" val="1775160107"/>
                    </a:ext>
                  </a:extLst>
                </a:gridCol>
                <a:gridCol w="1645920">
                  <a:extLst>
                    <a:ext uri="{9D8B030D-6E8A-4147-A177-3AD203B41FA5}">
                      <a16:colId xmlns:a16="http://schemas.microsoft.com/office/drawing/2014/main" val="1227359485"/>
                    </a:ext>
                  </a:extLst>
                </a:gridCol>
                <a:gridCol w="1645920">
                  <a:extLst>
                    <a:ext uri="{9D8B030D-6E8A-4147-A177-3AD203B41FA5}">
                      <a16:colId xmlns:a16="http://schemas.microsoft.com/office/drawing/2014/main" val="1183472630"/>
                    </a:ext>
                  </a:extLst>
                </a:gridCol>
                <a:gridCol w="1645920">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2" name="Table 1">
            <a:extLst>
              <a:ext uri="{FF2B5EF4-FFF2-40B4-BE49-F238E27FC236}">
                <a16:creationId xmlns:a16="http://schemas.microsoft.com/office/drawing/2014/main" id="{8DC74F62-D971-1BA5-80E0-C32928A99B23}"/>
              </a:ext>
            </a:extLst>
          </p:cNvPr>
          <p:cNvGraphicFramePr>
            <a:graphicFrameLocks noGrp="1"/>
          </p:cNvGraphicFramePr>
          <p:nvPr>
            <p:extLst>
              <p:ext uri="{D42A27DB-BD31-4B8C-83A1-F6EECF244321}">
                <p14:modId xmlns:p14="http://schemas.microsoft.com/office/powerpoint/2010/main" val="2699686521"/>
              </p:ext>
            </p:extLst>
          </p:nvPr>
        </p:nvGraphicFramePr>
        <p:xfrm>
          <a:off x="8489560" y="3855667"/>
          <a:ext cx="4937760" cy="548640"/>
        </p:xfrm>
        <a:graphic>
          <a:graphicData uri="http://schemas.openxmlformats.org/drawingml/2006/table">
            <a:tbl>
              <a:tblPr firstRow="1" bandRow="1">
                <a:tableStyleId>{5940675A-B579-460E-94D1-54222C63F5DA}</a:tableStyleId>
              </a:tblPr>
              <a:tblGrid>
                <a:gridCol w="1645920">
                  <a:extLst>
                    <a:ext uri="{9D8B030D-6E8A-4147-A177-3AD203B41FA5}">
                      <a16:colId xmlns:a16="http://schemas.microsoft.com/office/drawing/2014/main" val="3021391267"/>
                    </a:ext>
                  </a:extLst>
                </a:gridCol>
                <a:gridCol w="1645920">
                  <a:extLst>
                    <a:ext uri="{9D8B030D-6E8A-4147-A177-3AD203B41FA5}">
                      <a16:colId xmlns:a16="http://schemas.microsoft.com/office/drawing/2014/main" val="2082769135"/>
                    </a:ext>
                  </a:extLst>
                </a:gridCol>
                <a:gridCol w="1645920">
                  <a:extLst>
                    <a:ext uri="{9D8B030D-6E8A-4147-A177-3AD203B41FA5}">
                      <a16:colId xmlns:a16="http://schemas.microsoft.com/office/drawing/2014/main" val="1538910650"/>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7.33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2694340"/>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29314202"/>
                  </a:ext>
                </a:extLst>
              </a:tr>
            </a:tbl>
          </a:graphicData>
        </a:graphic>
      </p:graphicFrame>
      <p:sp>
        <p:nvSpPr>
          <p:cNvPr id="11" name="TextBox 10">
            <a:extLst>
              <a:ext uri="{FF2B5EF4-FFF2-40B4-BE49-F238E27FC236}">
                <a16:creationId xmlns:a16="http://schemas.microsoft.com/office/drawing/2014/main" id="{BDF452D7-76F4-EC8C-9083-886E424916AA}"/>
              </a:ext>
            </a:extLst>
          </p:cNvPr>
          <p:cNvSpPr txBox="1"/>
          <p:nvPr/>
        </p:nvSpPr>
        <p:spPr>
          <a:xfrm>
            <a:off x="9864133" y="3535900"/>
            <a:ext cx="2139696" cy="276999"/>
          </a:xfrm>
          <a:prstGeom prst="rect">
            <a:avLst/>
          </a:prstGeom>
          <a:solidFill>
            <a:srgbClr val="FF66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CCOT</a:t>
            </a:r>
          </a:p>
        </p:txBody>
      </p:sp>
      <p:sp>
        <p:nvSpPr>
          <p:cNvPr id="23" name="TextBox 22">
            <a:extLst>
              <a:ext uri="{FF2B5EF4-FFF2-40B4-BE49-F238E27FC236}">
                <a16:creationId xmlns:a16="http://schemas.microsoft.com/office/drawing/2014/main" id="{1E57FF3C-F004-95E2-61F4-1A473E129F58}"/>
              </a:ext>
            </a:extLst>
          </p:cNvPr>
          <p:cNvSpPr txBox="1"/>
          <p:nvPr/>
        </p:nvSpPr>
        <p:spPr>
          <a:xfrm>
            <a:off x="4050759" y="3535901"/>
            <a:ext cx="2139696" cy="276999"/>
          </a:xfrm>
          <a:prstGeom prst="rect">
            <a:avLst/>
          </a:prstGeom>
          <a:solidFill>
            <a:srgbClr val="FF99FF"/>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a typeface="+mn-ea"/>
                <a:cs typeface="+mn-cs"/>
              </a:rPr>
              <a:t>W+ CCOT</a:t>
            </a:r>
          </a:p>
        </p:txBody>
      </p:sp>
      <p:sp>
        <p:nvSpPr>
          <p:cNvPr id="8" name="TextBox 7">
            <a:extLst>
              <a:ext uri="{FF2B5EF4-FFF2-40B4-BE49-F238E27FC236}">
                <a16:creationId xmlns:a16="http://schemas.microsoft.com/office/drawing/2014/main" id="{47C01B19-A914-7DE1-F6BB-7B3E44B47FAA}"/>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sp>
        <p:nvSpPr>
          <p:cNvPr id="10" name="TextBox 9">
            <a:extLst>
              <a:ext uri="{FF2B5EF4-FFF2-40B4-BE49-F238E27FC236}">
                <a16:creationId xmlns:a16="http://schemas.microsoft.com/office/drawing/2014/main" id="{7F07F893-B0EF-7882-1C7B-F233C624386D}"/>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9" name="Group 38">
            <a:extLst>
              <a:ext uri="{FF2B5EF4-FFF2-40B4-BE49-F238E27FC236}">
                <a16:creationId xmlns:a16="http://schemas.microsoft.com/office/drawing/2014/main" id="{43A2DF20-B4CC-5A5B-FD0B-BB4A47882062}"/>
              </a:ext>
            </a:extLst>
          </p:cNvPr>
          <p:cNvGrpSpPr/>
          <p:nvPr/>
        </p:nvGrpSpPr>
        <p:grpSpPr>
          <a:xfrm>
            <a:off x="8684218" y="94368"/>
            <a:ext cx="5855930" cy="1875295"/>
            <a:chOff x="8684218" y="94368"/>
            <a:chExt cx="5855930" cy="1875295"/>
          </a:xfrm>
        </p:grpSpPr>
        <p:sp>
          <p:nvSpPr>
            <p:cNvPr id="40" name="Rectangle 39">
              <a:extLst>
                <a:ext uri="{FF2B5EF4-FFF2-40B4-BE49-F238E27FC236}">
                  <a16:creationId xmlns:a16="http://schemas.microsoft.com/office/drawing/2014/main" id="{4EF2EA77-B5B2-616C-79C3-D49151F24E2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1" name="TextBox 40">
              <a:extLst>
                <a:ext uri="{FF2B5EF4-FFF2-40B4-BE49-F238E27FC236}">
                  <a16:creationId xmlns:a16="http://schemas.microsoft.com/office/drawing/2014/main" id="{6D9097AD-066B-2409-88E7-AEA8FB52BFD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2" name="Picture 41" descr="A bottle of soda with a red label&#10;&#10;Description automatically generated">
              <a:extLst>
                <a:ext uri="{FF2B5EF4-FFF2-40B4-BE49-F238E27FC236}">
                  <a16:creationId xmlns:a16="http://schemas.microsoft.com/office/drawing/2014/main" id="{2398D899-C3EC-53ED-E5D9-1BC0B25C3CA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3" name="Picture 42" descr="A flag on a button&#10;&#10;Description automatically generated">
              <a:extLst>
                <a:ext uri="{FF2B5EF4-FFF2-40B4-BE49-F238E27FC236}">
                  <a16:creationId xmlns:a16="http://schemas.microsoft.com/office/drawing/2014/main" id="{0A4D222E-8B2C-8ED5-BD75-A3B898E790F9}"/>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728392940"/>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3E0D5B-4D41-4F80-8E5E-65CDF84FEE5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AC7CEB5-90BB-957F-B567-4E1643B692C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53E36F30-3ACF-4A47-7048-34AAED4AC25C}"/>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08E2422F-DB86-FA2C-7CA6-B71A56EC94D9}"/>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CE58ECAB-4D1E-A0FB-CA43-42778A6992F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2A6C2332-98DD-BB85-E2A0-2F1099AE7C03}"/>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Aftertaste appears to be more of an issue for Prototype 1 than others but differences are not significant.</a:t>
            </a:r>
          </a:p>
        </p:txBody>
      </p:sp>
      <p:grpSp>
        <p:nvGrpSpPr>
          <p:cNvPr id="2" name="Group 1">
            <a:extLst>
              <a:ext uri="{FF2B5EF4-FFF2-40B4-BE49-F238E27FC236}">
                <a16:creationId xmlns:a16="http://schemas.microsoft.com/office/drawing/2014/main" id="{306D3AEB-2B00-D862-9DC1-C4AA87E8D46A}"/>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AA980E2F-98E3-9EAC-1AA8-A34400C1F32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25F944F8-714F-44B7-BDE0-32A8B5807539}"/>
                </a:ext>
              </a:extLst>
            </p:cNvPr>
            <p:cNvGraphicFramePr/>
            <p:nvPr>
              <p:extLst>
                <p:ext uri="{D42A27DB-BD31-4B8C-83A1-F6EECF244321}">
                  <p14:modId xmlns:p14="http://schemas.microsoft.com/office/powerpoint/2010/main" val="279223670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26BB5739-DD05-2199-ED00-541CEC918C14}"/>
                </a:ext>
              </a:extLst>
            </p:cNvPr>
            <p:cNvSpPr txBox="1"/>
            <p:nvPr/>
          </p:nvSpPr>
          <p:spPr>
            <a:xfrm>
              <a:off x="2829693" y="2140474"/>
              <a:ext cx="735899"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548EC295-741A-1397-1F4E-A725FAABB4CA}"/>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014040DC-701E-80F5-0F21-A1072B9BD031}"/>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EC8C2176-57BD-EEE8-67D9-81C03C15F13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221B9750-BDBD-CAF7-4041-A2E0340B1357}"/>
                </a:ext>
              </a:extLst>
            </p:cNvPr>
            <p:cNvGraphicFramePr/>
            <p:nvPr>
              <p:extLst>
                <p:ext uri="{D42A27DB-BD31-4B8C-83A1-F6EECF244321}">
                  <p14:modId xmlns:p14="http://schemas.microsoft.com/office/powerpoint/2010/main" val="168440783"/>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0E9F9118-7F4C-4377-F051-72D86A2E92BB}"/>
                </a:ext>
              </a:extLst>
            </p:cNvPr>
            <p:cNvSpPr txBox="1"/>
            <p:nvPr/>
          </p:nvSpPr>
          <p:spPr>
            <a:xfrm>
              <a:off x="2829693" y="2140474"/>
              <a:ext cx="735899"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19" name="TextBox 18">
            <a:extLst>
              <a:ext uri="{FF2B5EF4-FFF2-40B4-BE49-F238E27FC236}">
                <a16:creationId xmlns:a16="http://schemas.microsoft.com/office/drawing/2014/main" id="{6AA93845-BB6B-59FD-479F-CC584D8AF891}"/>
              </a:ext>
            </a:extLst>
          </p:cNvPr>
          <p:cNvSpPr txBox="1"/>
          <p:nvPr/>
        </p:nvSpPr>
        <p:spPr>
          <a:xfrm>
            <a:off x="8880287" y="2575203"/>
            <a:ext cx="2139696" cy="276999"/>
          </a:xfrm>
          <a:prstGeom prst="rect">
            <a:avLst/>
          </a:prstGeom>
          <a:solidFill>
            <a:srgbClr val="FF66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CCOT</a:t>
            </a:r>
          </a:p>
        </p:txBody>
      </p:sp>
      <p:sp>
        <p:nvSpPr>
          <p:cNvPr id="20" name="TextBox 19">
            <a:extLst>
              <a:ext uri="{FF2B5EF4-FFF2-40B4-BE49-F238E27FC236}">
                <a16:creationId xmlns:a16="http://schemas.microsoft.com/office/drawing/2014/main" id="{3DE5387A-B2B3-84D5-48BF-31325D0975C1}"/>
              </a:ext>
            </a:extLst>
          </p:cNvPr>
          <p:cNvSpPr txBox="1"/>
          <p:nvPr/>
        </p:nvSpPr>
        <p:spPr>
          <a:xfrm>
            <a:off x="2680769" y="2575204"/>
            <a:ext cx="2139696" cy="276999"/>
          </a:xfrm>
          <a:prstGeom prst="rect">
            <a:avLst/>
          </a:prstGeom>
          <a:solidFill>
            <a:srgbClr val="FF99FF"/>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a typeface="+mn-ea"/>
                <a:cs typeface="+mn-cs"/>
              </a:rPr>
              <a:t>W+ CCOT</a:t>
            </a:r>
          </a:p>
        </p:txBody>
      </p:sp>
      <p:sp>
        <p:nvSpPr>
          <p:cNvPr id="8" name="TextBox 7">
            <a:extLst>
              <a:ext uri="{FF2B5EF4-FFF2-40B4-BE49-F238E27FC236}">
                <a16:creationId xmlns:a16="http://schemas.microsoft.com/office/drawing/2014/main" id="{FEEB104D-DB95-EEB6-7F29-7A18EC59D66A}"/>
              </a:ext>
            </a:extLst>
          </p:cNvPr>
          <p:cNvSpPr txBox="1"/>
          <p:nvPr/>
        </p:nvSpPr>
        <p:spPr>
          <a:xfrm>
            <a:off x="9310920" y="76143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18" name="Group 17">
            <a:extLst>
              <a:ext uri="{FF2B5EF4-FFF2-40B4-BE49-F238E27FC236}">
                <a16:creationId xmlns:a16="http://schemas.microsoft.com/office/drawing/2014/main" id="{8C944D72-295B-FB25-0D6D-27365E35F236}"/>
              </a:ext>
            </a:extLst>
          </p:cNvPr>
          <p:cNvGrpSpPr/>
          <p:nvPr/>
        </p:nvGrpSpPr>
        <p:grpSpPr>
          <a:xfrm>
            <a:off x="8684218" y="94368"/>
            <a:ext cx="5855930" cy="1875295"/>
            <a:chOff x="8684218" y="94368"/>
            <a:chExt cx="5855930" cy="1875295"/>
          </a:xfrm>
        </p:grpSpPr>
        <p:sp>
          <p:nvSpPr>
            <p:cNvPr id="24" name="Rectangle 23">
              <a:extLst>
                <a:ext uri="{FF2B5EF4-FFF2-40B4-BE49-F238E27FC236}">
                  <a16:creationId xmlns:a16="http://schemas.microsoft.com/office/drawing/2014/main" id="{39B4A624-217B-B351-95C2-066BA05EF59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AD8A5020-F8EC-B391-81F8-CDE8B9B80F1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44D2BEB4-15D7-C1E3-445A-775E219BBBB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F77ADB0B-1954-4819-8644-7E1F98AD46DD}"/>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982854510"/>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0B4615-2F07-6E4C-ABDC-EF23FD742CFC}"/>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73DDF872-A395-2EA1-AFAE-A4D6C497E158}"/>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dirty="0">
                <a:ln>
                  <a:noFill/>
                </a:ln>
                <a:solidFill>
                  <a:srgbClr val="000000"/>
                </a:solidFill>
                <a:effectLst/>
                <a:highlight>
                  <a:srgbClr val="FFFF00"/>
                </a:highlight>
                <a:uLnTx/>
                <a:uFillTx/>
                <a:latin typeface="Avenir Next LT Pro" panose="020B0504020202020204" pitchFamily="34" charset="0"/>
                <a:ea typeface="+mn-ea"/>
                <a:cs typeface="+mn-cs"/>
              </a:rPr>
              <a:t>215</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CFDBB180-C55B-E99C-8F84-4AB765CFE1AB}"/>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fi-FI" sz="4400" dirty="0"/>
              <a:t>W+ Pepsi Max vs. 1-3x M Pepsi Max </a:t>
            </a:r>
            <a:r>
              <a:rPr lang="en-US" sz="4400" dirty="0"/>
              <a:t>Results</a:t>
            </a:r>
            <a:br>
              <a:rPr lang="en-US" sz="4400" dirty="0"/>
            </a:br>
            <a:r>
              <a:rPr lang="en-US" sz="4400" dirty="0"/>
              <a:t>(4.0 Prototypes vs. 4.0 Control)</a:t>
            </a:r>
          </a:p>
        </p:txBody>
      </p:sp>
      <p:sp>
        <p:nvSpPr>
          <p:cNvPr id="2" name="TextBox 1">
            <a:extLst>
              <a:ext uri="{FF2B5EF4-FFF2-40B4-BE49-F238E27FC236}">
                <a16:creationId xmlns:a16="http://schemas.microsoft.com/office/drawing/2014/main" id="{BDD8DDCA-FF19-10D3-67A1-4BF3BE0EC0AD}"/>
              </a:ext>
            </a:extLst>
          </p:cNvPr>
          <p:cNvSpPr txBox="1"/>
          <p:nvPr/>
        </p:nvSpPr>
        <p:spPr>
          <a:xfrm>
            <a:off x="1901926" y="5365835"/>
            <a:ext cx="12487174" cy="1200329"/>
          </a:xfrm>
          <a:prstGeom prst="rect">
            <a:avLst/>
          </a:prstGeom>
          <a:solidFill>
            <a:srgbClr val="FFFF00"/>
          </a:solidFill>
        </p:spPr>
        <p:txBody>
          <a:bodyPr wrap="square" rtlCol="0">
            <a:spAutoFit/>
          </a:bodyPr>
          <a:lstStyle/>
          <a:p>
            <a:pPr marL="0" rtl="0" eaLnBrk="1" fontAlgn="ctr" latinLnBrk="0" hangingPunct="1">
              <a:spcBef>
                <a:spcPts val="0"/>
              </a:spcBef>
              <a:spcAft>
                <a:spcPts val="0"/>
              </a:spcAft>
            </a:pPr>
            <a:r>
              <a:rPr lang="en-US" sz="3600" b="1" i="0" u="none" strike="noStrike" kern="1200" dirty="0">
                <a:solidFill>
                  <a:schemeClr val="tx2"/>
                </a:solidFill>
                <a:effectLst/>
                <a:latin typeface="Avenir Next LT Pro" panose="020B0504020202020204" pitchFamily="34" charset="0"/>
              </a:rPr>
              <a:t>BANNERS: </a:t>
            </a:r>
            <a:r>
              <a:rPr lang="fi-FI" sz="3600" b="1" i="0" u="none" strike="noStrike" kern="1200" dirty="0">
                <a:solidFill>
                  <a:schemeClr val="tx2"/>
                </a:solidFill>
                <a:effectLst/>
                <a:latin typeface="Avenir Next LT Pro" panose="020B0504020202020204" pitchFamily="34" charset="0"/>
              </a:rPr>
              <a:t>W+ Pepsi Max and 1-3x M Pepsi Max</a:t>
            </a:r>
            <a:endParaRPr lang="en-US" sz="3600" b="1" i="0" u="none" strike="noStrike" kern="1200" dirty="0">
              <a:solidFill>
                <a:schemeClr val="tx2"/>
              </a:solidFill>
              <a:effectLst/>
              <a:latin typeface="Avenir Next LT Pro" panose="020B0504020202020204" pitchFamily="34" charset="0"/>
            </a:endParaRPr>
          </a:p>
          <a:p>
            <a:pPr marL="0" rtl="0" eaLnBrk="1" fontAlgn="ctr" latinLnBrk="0" hangingPunct="1">
              <a:spcBef>
                <a:spcPts val="0"/>
              </a:spcBef>
              <a:spcAft>
                <a:spcPts val="0"/>
              </a:spcAft>
            </a:pPr>
            <a:endParaRPr lang="en-US" sz="3600" b="1" i="0" u="none" strike="noStrike" dirty="0">
              <a:solidFill>
                <a:schemeClr val="tx2"/>
              </a:solidFill>
              <a:effectLst/>
              <a:latin typeface="Avenir Next LT Pro" panose="020B0504020202020204" pitchFamily="34" charset="0"/>
            </a:endParaRPr>
          </a:p>
        </p:txBody>
      </p:sp>
      <p:pic>
        <p:nvPicPr>
          <p:cNvPr id="5" name="Picture 4" descr="A flag on a button&#10;&#10;Description automatically generated">
            <a:extLst>
              <a:ext uri="{FF2B5EF4-FFF2-40B4-BE49-F238E27FC236}">
                <a16:creationId xmlns:a16="http://schemas.microsoft.com/office/drawing/2014/main" id="{93AE03CE-FAC7-5944-E3B7-26D1D7BCB3AB}"/>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4025511289"/>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96D43D-7BBE-B561-B85E-BF0F2370CD0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3A1A742-534A-7680-C8A5-FEE80C2DA979}"/>
              </a:ext>
            </a:extLst>
          </p:cNvPr>
          <p:cNvSpPr>
            <a:spLocks noGrp="1"/>
          </p:cNvSpPr>
          <p:nvPr>
            <p:ph type="ctrTitle"/>
          </p:nvPr>
        </p:nvSpPr>
        <p:spPr>
          <a:xfrm>
            <a:off x="415871" y="299953"/>
            <a:ext cx="7958380" cy="861774"/>
          </a:xfrm>
        </p:spPr>
        <p:txBody>
          <a:bodyPr/>
          <a:lstStyle/>
          <a:p>
            <a:pPr>
              <a:defRPr/>
            </a:pPr>
            <a:r>
              <a:rPr lang="en-US" dirty="0">
                <a:solidFill>
                  <a:srgbClr val="000000"/>
                </a:solidFill>
              </a:rPr>
              <a:t>Power Page Results Market Summary</a:t>
            </a:r>
            <a:r>
              <a:rPr lang="en-GB" dirty="0">
                <a:solidFill>
                  <a:srgbClr val="000000"/>
                </a:solidFill>
              </a:rPr>
              <a:t>- </a:t>
            </a:r>
            <a:br>
              <a:rPr lang="en-GB" dirty="0">
                <a:solidFill>
                  <a:srgbClr val="000000"/>
                </a:solidFill>
              </a:rPr>
            </a:br>
            <a:r>
              <a:rPr lang="en-GB" dirty="0">
                <a:solidFill>
                  <a:srgbClr val="000000"/>
                </a:solidFill>
              </a:rPr>
              <a:t>W+ Pepsi Max vs. 1-3x M Pepsi Max</a:t>
            </a:r>
            <a:endParaRPr lang="en-GB" sz="2800" b="0" dirty="0">
              <a:solidFill>
                <a:srgbClr val="FFCC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2BC6826D-9B19-B1E9-8AC8-EFC9B3183539}"/>
              </a:ext>
            </a:extLst>
          </p:cNvPr>
          <p:cNvSpPr>
            <a:spLocks noGrp="1"/>
          </p:cNvSpPr>
          <p:nvPr>
            <p:ph type="sldNum" sz="quarter" idx="14"/>
          </p:nvPr>
        </p:nvSpPr>
        <p:spPr/>
        <p:txBody>
          <a:bodyPr/>
          <a:lstStyle/>
          <a:p>
            <a:fld id="{9BBCFCA3-D307-4DD3-86E3-CC1388E97AC0}" type="slidenum">
              <a:rPr lang="en-US" smtClean="0"/>
              <a:pPr/>
              <a:t>156</a:t>
            </a:fld>
            <a:endParaRPr lang="en-US"/>
          </a:p>
        </p:txBody>
      </p:sp>
      <p:graphicFrame>
        <p:nvGraphicFramePr>
          <p:cNvPr id="10" name="Table 2">
            <a:extLst>
              <a:ext uri="{FF2B5EF4-FFF2-40B4-BE49-F238E27FC236}">
                <a16:creationId xmlns:a16="http://schemas.microsoft.com/office/drawing/2014/main" id="{9ACA881B-7D20-0163-063D-CFF7953356DD}"/>
              </a:ext>
            </a:extLst>
          </p:cNvPr>
          <p:cNvGraphicFramePr>
            <a:graphicFrameLocks noGrp="1"/>
          </p:cNvGraphicFramePr>
          <p:nvPr/>
        </p:nvGraphicFramePr>
        <p:xfrm>
          <a:off x="405537" y="2658159"/>
          <a:ext cx="7498080" cy="5284797"/>
        </p:xfrm>
        <a:graphic>
          <a:graphicData uri="http://schemas.openxmlformats.org/drawingml/2006/table">
            <a:tbl>
              <a:tblPr firstRow="1" bandRow="1">
                <a:tableStyleId>{5C22544A-7EE6-4342-B048-85BDC9FD1C3A}</a:tableStyleId>
              </a:tblPr>
              <a:tblGrid>
                <a:gridCol w="3108960">
                  <a:extLst>
                    <a:ext uri="{9D8B030D-6E8A-4147-A177-3AD203B41FA5}">
                      <a16:colId xmlns:a16="http://schemas.microsoft.com/office/drawing/2014/main" val="665467437"/>
                    </a:ext>
                  </a:extLst>
                </a:gridCol>
                <a:gridCol w="1097280">
                  <a:extLst>
                    <a:ext uri="{9D8B030D-6E8A-4147-A177-3AD203B41FA5}">
                      <a16:colId xmlns:a16="http://schemas.microsoft.com/office/drawing/2014/main" val="2678574176"/>
                    </a:ext>
                  </a:extLst>
                </a:gridCol>
                <a:gridCol w="1097280">
                  <a:extLst>
                    <a:ext uri="{9D8B030D-6E8A-4147-A177-3AD203B41FA5}">
                      <a16:colId xmlns:a16="http://schemas.microsoft.com/office/drawing/2014/main" val="364985952"/>
                    </a:ext>
                  </a:extLst>
                </a:gridCol>
                <a:gridCol w="1097280">
                  <a:extLst>
                    <a:ext uri="{9D8B030D-6E8A-4147-A177-3AD203B41FA5}">
                      <a16:colId xmlns:a16="http://schemas.microsoft.com/office/drawing/2014/main" val="2349103566"/>
                    </a:ext>
                  </a:extLst>
                </a:gridCol>
                <a:gridCol w="1097280">
                  <a:extLst>
                    <a:ext uri="{9D8B030D-6E8A-4147-A177-3AD203B41FA5}">
                      <a16:colId xmlns:a16="http://schemas.microsoft.com/office/drawing/2014/main" val="2520304896"/>
                    </a:ext>
                  </a:extLst>
                </a:gridCol>
              </a:tblGrid>
              <a:tr h="52991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69863">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8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38806053"/>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8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611745865"/>
                  </a:ext>
                </a:extLst>
              </a:tr>
              <a:tr h="469863">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40918258"/>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7.21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69863">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r h="469863">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542599096"/>
                  </a:ext>
                </a:extLst>
              </a:tr>
              <a:tr h="469863">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380288579"/>
                  </a:ext>
                </a:extLst>
              </a:tr>
            </a:tbl>
          </a:graphicData>
        </a:graphic>
      </p:graphicFrame>
      <p:graphicFrame>
        <p:nvGraphicFramePr>
          <p:cNvPr id="5" name="Table 4">
            <a:extLst>
              <a:ext uri="{FF2B5EF4-FFF2-40B4-BE49-F238E27FC236}">
                <a16:creationId xmlns:a16="http://schemas.microsoft.com/office/drawing/2014/main" id="{8E9C4D0A-A909-88FE-F4AD-E95A255CDF3F}"/>
              </a:ext>
            </a:extLst>
          </p:cNvPr>
          <p:cNvGraphicFramePr>
            <a:graphicFrameLocks noGrp="1"/>
          </p:cNvGraphicFramePr>
          <p:nvPr/>
        </p:nvGraphicFramePr>
        <p:xfrm>
          <a:off x="8010278" y="2658158"/>
          <a:ext cx="4389120" cy="5271491"/>
        </p:xfrm>
        <a:graphic>
          <a:graphicData uri="http://schemas.openxmlformats.org/drawingml/2006/table">
            <a:tbl>
              <a:tblPr firstRow="1" bandRow="1">
                <a:tableStyleId>{5C22544A-7EE6-4342-B048-85BDC9FD1C3A}</a:tableStyleId>
              </a:tblPr>
              <a:tblGrid>
                <a:gridCol w="1097280">
                  <a:extLst>
                    <a:ext uri="{9D8B030D-6E8A-4147-A177-3AD203B41FA5}">
                      <a16:colId xmlns:a16="http://schemas.microsoft.com/office/drawing/2014/main" val="4186399676"/>
                    </a:ext>
                  </a:extLst>
                </a:gridCol>
                <a:gridCol w="1097280">
                  <a:extLst>
                    <a:ext uri="{9D8B030D-6E8A-4147-A177-3AD203B41FA5}">
                      <a16:colId xmlns:a16="http://schemas.microsoft.com/office/drawing/2014/main" val="1349979003"/>
                    </a:ext>
                  </a:extLst>
                </a:gridCol>
                <a:gridCol w="1097280">
                  <a:extLst>
                    <a:ext uri="{9D8B030D-6E8A-4147-A177-3AD203B41FA5}">
                      <a16:colId xmlns:a16="http://schemas.microsoft.com/office/drawing/2014/main" val="1816892178"/>
                    </a:ext>
                  </a:extLst>
                </a:gridCol>
                <a:gridCol w="1097280">
                  <a:extLst>
                    <a:ext uri="{9D8B030D-6E8A-4147-A177-3AD203B41FA5}">
                      <a16:colId xmlns:a16="http://schemas.microsoft.com/office/drawing/2014/main" val="1708055332"/>
                    </a:ext>
                  </a:extLst>
                </a:gridCol>
              </a:tblGrid>
              <a:tr h="520641">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188653934"/>
                  </a:ext>
                </a:extLst>
              </a:tr>
              <a:tr h="475085">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39%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3989356141"/>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6.95</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6.77</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144869572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2102004748"/>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76271291"/>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403968305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189061830"/>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406229790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99046707"/>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48990125"/>
                  </a:ext>
                </a:extLst>
              </a:tr>
              <a:tr h="475085">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062598268"/>
                  </a:ext>
                </a:extLst>
              </a:tr>
            </a:tbl>
          </a:graphicData>
        </a:graphic>
      </p:graphicFrame>
      <p:sp>
        <p:nvSpPr>
          <p:cNvPr id="8" name="TextBox 7">
            <a:extLst>
              <a:ext uri="{FF2B5EF4-FFF2-40B4-BE49-F238E27FC236}">
                <a16:creationId xmlns:a16="http://schemas.microsoft.com/office/drawing/2014/main" id="{ABE1F374-17AC-6EA3-FD4A-3EB2438DD856}"/>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23" name="TextBox 22">
            <a:extLst>
              <a:ext uri="{FF2B5EF4-FFF2-40B4-BE49-F238E27FC236}">
                <a16:creationId xmlns:a16="http://schemas.microsoft.com/office/drawing/2014/main" id="{07C130C2-A677-5746-1874-D91980EB78BD}"/>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5" name="TextBox 24">
            <a:extLst>
              <a:ext uri="{FF2B5EF4-FFF2-40B4-BE49-F238E27FC236}">
                <a16:creationId xmlns:a16="http://schemas.microsoft.com/office/drawing/2014/main" id="{C2AC4C14-C755-095F-AA08-171AA6941F3E}"/>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27" name="TextBox 26">
            <a:extLst>
              <a:ext uri="{FF2B5EF4-FFF2-40B4-BE49-F238E27FC236}">
                <a16:creationId xmlns:a16="http://schemas.microsoft.com/office/drawing/2014/main" id="{796CD252-1CEC-0AE8-FFA9-B1A354253A5F}"/>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9" name="TextBox 28">
            <a:extLst>
              <a:ext uri="{FF2B5EF4-FFF2-40B4-BE49-F238E27FC236}">
                <a16:creationId xmlns:a16="http://schemas.microsoft.com/office/drawing/2014/main" id="{310A60A6-57B2-54CD-E3BC-55F4116BA4EB}"/>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31" name="Rectangle: Rounded Corners 30">
            <a:extLst>
              <a:ext uri="{FF2B5EF4-FFF2-40B4-BE49-F238E27FC236}">
                <a16:creationId xmlns:a16="http://schemas.microsoft.com/office/drawing/2014/main" id="{61B0670F-3CEF-48D4-380A-87C6F9F10CEE}"/>
              </a:ext>
            </a:extLst>
          </p:cNvPr>
          <p:cNvSpPr/>
          <p:nvPr/>
        </p:nvSpPr>
        <p:spPr>
          <a:xfrm>
            <a:off x="3523281" y="2046688"/>
            <a:ext cx="4380336" cy="604124"/>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(N~269 Per Product)</a:t>
            </a:r>
          </a:p>
        </p:txBody>
      </p:sp>
      <p:sp>
        <p:nvSpPr>
          <p:cNvPr id="33" name="Rectangle: Rounded Corners 32">
            <a:extLst>
              <a:ext uri="{FF2B5EF4-FFF2-40B4-BE49-F238E27FC236}">
                <a16:creationId xmlns:a16="http://schemas.microsoft.com/office/drawing/2014/main" id="{3291828D-0169-779E-7AA4-AC023168BD11}"/>
              </a:ext>
            </a:extLst>
          </p:cNvPr>
          <p:cNvSpPr/>
          <p:nvPr/>
        </p:nvSpPr>
        <p:spPr>
          <a:xfrm>
            <a:off x="8031781" y="2046688"/>
            <a:ext cx="4380336" cy="604124"/>
          </a:xfrm>
          <a:prstGeom prst="roundRect">
            <a:avLst/>
          </a:prstGeom>
          <a:noFill/>
          <a:ln w="28575">
            <a:solidFill>
              <a:srgbClr val="FFCC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1-3x M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(N~161 Per Product)</a:t>
            </a:r>
          </a:p>
        </p:txBody>
      </p:sp>
      <p:grpSp>
        <p:nvGrpSpPr>
          <p:cNvPr id="34" name="Group 33">
            <a:extLst>
              <a:ext uri="{FF2B5EF4-FFF2-40B4-BE49-F238E27FC236}">
                <a16:creationId xmlns:a16="http://schemas.microsoft.com/office/drawing/2014/main" id="{D274F503-9B97-AEC4-4E87-C13676E751D9}"/>
              </a:ext>
            </a:extLst>
          </p:cNvPr>
          <p:cNvGrpSpPr/>
          <p:nvPr/>
        </p:nvGrpSpPr>
        <p:grpSpPr>
          <a:xfrm>
            <a:off x="8684218" y="94368"/>
            <a:ext cx="5855930" cy="1875295"/>
            <a:chOff x="8684218" y="94368"/>
            <a:chExt cx="5855930" cy="1875295"/>
          </a:xfrm>
        </p:grpSpPr>
        <p:sp>
          <p:nvSpPr>
            <p:cNvPr id="35" name="Rectangle 34">
              <a:extLst>
                <a:ext uri="{FF2B5EF4-FFF2-40B4-BE49-F238E27FC236}">
                  <a16:creationId xmlns:a16="http://schemas.microsoft.com/office/drawing/2014/main" id="{2009E0B1-27AA-7734-B9FF-7C43DA5485F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6" name="TextBox 35">
              <a:extLst>
                <a:ext uri="{FF2B5EF4-FFF2-40B4-BE49-F238E27FC236}">
                  <a16:creationId xmlns:a16="http://schemas.microsoft.com/office/drawing/2014/main" id="{3390DC09-D2E5-EA76-7B3E-A5DED3B50D87}"/>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7" name="Picture 36" descr="A bottle of soda with a red label&#10;&#10;Description automatically generated">
              <a:extLst>
                <a:ext uri="{FF2B5EF4-FFF2-40B4-BE49-F238E27FC236}">
                  <a16:creationId xmlns:a16="http://schemas.microsoft.com/office/drawing/2014/main" id="{C7DAC39F-8004-7E4A-3B83-7593EABC87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8" name="Picture 37" descr="A flag on a button&#10;&#10;Description automatically generated">
              <a:extLst>
                <a:ext uri="{FF2B5EF4-FFF2-40B4-BE49-F238E27FC236}">
                  <a16:creationId xmlns:a16="http://schemas.microsoft.com/office/drawing/2014/main" id="{8E452940-0210-DDEA-D046-E7D697D3F414}"/>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064153969"/>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5FAA7E-5EC1-7F26-B03B-02071E1313BC}"/>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D51D830-BAEC-BE62-ED33-9C8A5C2CE64D}"/>
              </a:ext>
            </a:extLst>
          </p:cNvPr>
          <p:cNvSpPr>
            <a:spLocks noGrp="1"/>
          </p:cNvSpPr>
          <p:nvPr>
            <p:ph type="sldNum" sz="quarter" idx="14"/>
          </p:nvPr>
        </p:nvSpPr>
        <p:spPr/>
        <p:txBody>
          <a:bodyPr/>
          <a:lstStyle/>
          <a:p>
            <a:fld id="{9BBCFCA3-D307-4DD3-86E3-CC1388E97AC0}" type="slidenum">
              <a:rPr lang="en-US" smtClean="0"/>
              <a:pPr/>
              <a:t>157</a:t>
            </a:fld>
            <a:endParaRPr lang="en-US"/>
          </a:p>
        </p:txBody>
      </p:sp>
      <p:sp>
        <p:nvSpPr>
          <p:cNvPr id="5" name="Text Placeholder 4">
            <a:extLst>
              <a:ext uri="{FF2B5EF4-FFF2-40B4-BE49-F238E27FC236}">
                <a16:creationId xmlns:a16="http://schemas.microsoft.com/office/drawing/2014/main" id="{7577149C-B70B-78E8-C416-D2608F090980}"/>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For both groups, Prototypes 1 and 3 are more appealing at first sip than Prototype 2 or the Control.</a:t>
            </a:r>
          </a:p>
        </p:txBody>
      </p:sp>
      <p:grpSp>
        <p:nvGrpSpPr>
          <p:cNvPr id="2" name="Group 1">
            <a:extLst>
              <a:ext uri="{FF2B5EF4-FFF2-40B4-BE49-F238E27FC236}">
                <a16:creationId xmlns:a16="http://schemas.microsoft.com/office/drawing/2014/main" id="{F126F4E0-0088-4092-ABD9-A901706FB2BC}"/>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80591C7F-DBBE-45E6-84B1-FFF7E7367AD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8999EC87-6AD7-3CB4-C779-AA96DA35BFB7}"/>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80ECD5E1-28FF-8C6A-9B21-678607F90812}"/>
                </a:ext>
              </a:extLst>
            </p:cNvPr>
            <p:cNvSpPr txBox="1"/>
            <p:nvPr/>
          </p:nvSpPr>
          <p:spPr>
            <a:xfrm>
              <a:off x="1059423" y="2049369"/>
              <a:ext cx="4491545"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First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B8CC831D-61EA-C592-AB0F-B7F358B72419}"/>
              </a:ext>
            </a:extLst>
          </p:cNvPr>
          <p:cNvGraphicFramePr>
            <a:graphicFrameLocks noGrp="1"/>
          </p:cNvGraphicFramePr>
          <p:nvPr/>
        </p:nvGraphicFramePr>
        <p:xfrm>
          <a:off x="335576" y="3341771"/>
          <a:ext cx="7315200" cy="609600"/>
        </p:xfrm>
        <a:graphic>
          <a:graphicData uri="http://schemas.openxmlformats.org/drawingml/2006/table">
            <a:tbl>
              <a:tblPr firstRow="1" bandRow="1">
                <a:tableStyleId>{5940675A-B579-460E-94D1-54222C63F5DA}</a:tableStyleId>
              </a:tblPr>
              <a:tblGrid>
                <a:gridCol w="2194560">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4AF21E36-0843-3319-ADF4-2A14773DF30D}"/>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First Sip </a:t>
            </a:r>
            <a:r>
              <a:rPr lang="en-GB" sz="1400" i="1" dirty="0">
                <a:solidFill>
                  <a:srgbClr val="000000"/>
                </a:solidFill>
                <a:latin typeface="Avenir Next LT Pro" panose="020B0504020202020204" pitchFamily="34" charset="0"/>
              </a:rPr>
              <a:t>Sensory</a:t>
            </a: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485435BD-F869-622E-0493-CE85D500854E}"/>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219F0B5E-4529-D26F-772D-A87223BE9116}"/>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77EED4B6-B4E5-CBD1-5B16-8060F109CBB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grpSp>
        <p:nvGrpSpPr>
          <p:cNvPr id="14" name="Group 13">
            <a:extLst>
              <a:ext uri="{FF2B5EF4-FFF2-40B4-BE49-F238E27FC236}">
                <a16:creationId xmlns:a16="http://schemas.microsoft.com/office/drawing/2014/main" id="{D0C9C567-FE91-A930-2536-71883958934F}"/>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729C96C9-93A9-C2E4-66DB-E8D509358E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1814674B-7245-45AB-9940-E38EFC508218}"/>
                </a:ext>
              </a:extLst>
            </p:cNvPr>
            <p:cNvGraphicFramePr/>
            <p:nvPr>
              <p:extLst>
                <p:ext uri="{D42A27DB-BD31-4B8C-83A1-F6EECF244321}">
                  <p14:modId xmlns:p14="http://schemas.microsoft.com/office/powerpoint/2010/main" val="108079446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21" name="TextBox 20">
              <a:extLst>
                <a:ext uri="{FF2B5EF4-FFF2-40B4-BE49-F238E27FC236}">
                  <a16:creationId xmlns:a16="http://schemas.microsoft.com/office/drawing/2014/main" id="{52D50768-8AB7-5379-6AC3-0DA8329F7746}"/>
                </a:ext>
              </a:extLst>
            </p:cNvPr>
            <p:cNvSpPr txBox="1"/>
            <p:nvPr/>
          </p:nvSpPr>
          <p:spPr>
            <a:xfrm>
              <a:off x="1059420" y="2049369"/>
              <a:ext cx="4491545"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First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4" name="Table 23">
            <a:extLst>
              <a:ext uri="{FF2B5EF4-FFF2-40B4-BE49-F238E27FC236}">
                <a16:creationId xmlns:a16="http://schemas.microsoft.com/office/drawing/2014/main" id="{85F4BC6C-A41B-98B8-6D05-D0033ADAE7A0}"/>
              </a:ext>
            </a:extLst>
          </p:cNvPr>
          <p:cNvGraphicFramePr>
            <a:graphicFrameLocks noGrp="1"/>
          </p:cNvGraphicFramePr>
          <p:nvPr/>
        </p:nvGraphicFramePr>
        <p:xfrm>
          <a:off x="8474752" y="3381153"/>
          <a:ext cx="5120640" cy="539738"/>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22512352"/>
                    </a:ext>
                  </a:extLst>
                </a:gridCol>
                <a:gridCol w="1280160">
                  <a:extLst>
                    <a:ext uri="{9D8B030D-6E8A-4147-A177-3AD203B41FA5}">
                      <a16:colId xmlns:a16="http://schemas.microsoft.com/office/drawing/2014/main" val="2628811054"/>
                    </a:ext>
                  </a:extLst>
                </a:gridCol>
                <a:gridCol w="1280160">
                  <a:extLst>
                    <a:ext uri="{9D8B030D-6E8A-4147-A177-3AD203B41FA5}">
                      <a16:colId xmlns:a16="http://schemas.microsoft.com/office/drawing/2014/main" val="2793396007"/>
                    </a:ext>
                  </a:extLst>
                </a:gridCol>
                <a:gridCol w="1280160">
                  <a:extLst>
                    <a:ext uri="{9D8B030D-6E8A-4147-A177-3AD203B41FA5}">
                      <a16:colId xmlns:a16="http://schemas.microsoft.com/office/drawing/2014/main" val="4292848176"/>
                    </a:ext>
                  </a:extLst>
                </a:gridCol>
              </a:tblGrid>
              <a:tr h="265418">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6.96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90279445"/>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39%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30003987"/>
                  </a:ext>
                </a:extLst>
              </a:tr>
            </a:tbl>
          </a:graphicData>
        </a:graphic>
      </p:graphicFrame>
      <p:pic>
        <p:nvPicPr>
          <p:cNvPr id="28" name="Picture 27">
            <a:extLst>
              <a:ext uri="{FF2B5EF4-FFF2-40B4-BE49-F238E27FC236}">
                <a16:creationId xmlns:a16="http://schemas.microsoft.com/office/drawing/2014/main" id="{B776F800-9CAB-1E15-DF69-00FBA7316F70}"/>
              </a:ext>
            </a:extLst>
          </p:cNvPr>
          <p:cNvPicPr>
            <a:picLocks noChangeAspect="1"/>
          </p:cNvPicPr>
          <p:nvPr/>
        </p:nvPicPr>
        <p:blipFill>
          <a:blip r:embed="rId5"/>
          <a:stretch>
            <a:fillRect/>
          </a:stretch>
        </p:blipFill>
        <p:spPr>
          <a:xfrm>
            <a:off x="12337514" y="1425767"/>
            <a:ext cx="1524399" cy="961544"/>
          </a:xfrm>
          <a:prstGeom prst="rect">
            <a:avLst/>
          </a:prstGeom>
        </p:spPr>
      </p:pic>
      <p:sp>
        <p:nvSpPr>
          <p:cNvPr id="11" name="TextBox 10">
            <a:extLst>
              <a:ext uri="{FF2B5EF4-FFF2-40B4-BE49-F238E27FC236}">
                <a16:creationId xmlns:a16="http://schemas.microsoft.com/office/drawing/2014/main" id="{C75453D0-C16A-10B3-A22C-8F6BAC277D62}"/>
              </a:ext>
            </a:extLst>
          </p:cNvPr>
          <p:cNvSpPr txBox="1"/>
          <p:nvPr/>
        </p:nvSpPr>
        <p:spPr>
          <a:xfrm>
            <a:off x="9864133" y="289582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13" name="TextBox 12">
            <a:extLst>
              <a:ext uri="{FF2B5EF4-FFF2-40B4-BE49-F238E27FC236}">
                <a16:creationId xmlns:a16="http://schemas.microsoft.com/office/drawing/2014/main" id="{CBF965D8-1E4C-C660-B1E7-D8FA3E116C21}"/>
              </a:ext>
            </a:extLst>
          </p:cNvPr>
          <p:cNvSpPr txBox="1"/>
          <p:nvPr/>
        </p:nvSpPr>
        <p:spPr>
          <a:xfrm>
            <a:off x="4050759" y="2895821"/>
            <a:ext cx="2139696" cy="276999"/>
          </a:xfrm>
          <a:prstGeom prst="rect">
            <a:avLst/>
          </a:prstGeom>
          <a:solidFill>
            <a:srgbClr val="003399"/>
          </a:solidFill>
        </p:spPr>
        <p:txBody>
          <a:bodyPr wrap="square" lIns="0" tIns="0" rIns="0" bIns="0" rtlCol="0">
            <a:spAutoFit/>
          </a:bodyPr>
          <a:lstStyle/>
          <a:p>
            <a:pPr algn="ctr">
              <a:defRPr/>
            </a:pPr>
            <a:r>
              <a:rPr lang="en-US" b="1" kern="0" dirty="0">
                <a:solidFill>
                  <a:srgbClr val="FFFFFF"/>
                </a:solidFill>
                <a:latin typeface="Avenir Next LT Pro" panose="020B0504020202020204" pitchFamily="34" charset="0"/>
              </a:rPr>
              <a:t>W+ PEPSI MAX</a:t>
            </a:r>
            <a:endPar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ndParaRPr>
          </a:p>
        </p:txBody>
      </p:sp>
      <p:grpSp>
        <p:nvGrpSpPr>
          <p:cNvPr id="48" name="Group 47">
            <a:extLst>
              <a:ext uri="{FF2B5EF4-FFF2-40B4-BE49-F238E27FC236}">
                <a16:creationId xmlns:a16="http://schemas.microsoft.com/office/drawing/2014/main" id="{E79F43C2-E7A5-FAE6-3564-0477A5EFCDDB}"/>
              </a:ext>
            </a:extLst>
          </p:cNvPr>
          <p:cNvGrpSpPr/>
          <p:nvPr/>
        </p:nvGrpSpPr>
        <p:grpSpPr>
          <a:xfrm>
            <a:off x="7625445" y="7426776"/>
            <a:ext cx="3230077" cy="545303"/>
            <a:chOff x="107157" y="4978029"/>
            <a:chExt cx="2691728" cy="454419"/>
          </a:xfrm>
        </p:grpSpPr>
        <p:sp>
          <p:nvSpPr>
            <p:cNvPr id="49" name="TextBox 48">
              <a:extLst>
                <a:ext uri="{FF2B5EF4-FFF2-40B4-BE49-F238E27FC236}">
                  <a16:creationId xmlns:a16="http://schemas.microsoft.com/office/drawing/2014/main" id="{076EBC3B-B947-F00D-7F09-36821DDE960B}"/>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50" name="TextBox 49">
              <a:extLst>
                <a:ext uri="{FF2B5EF4-FFF2-40B4-BE49-F238E27FC236}">
                  <a16:creationId xmlns:a16="http://schemas.microsoft.com/office/drawing/2014/main" id="{22448EE6-EE26-5B82-2223-37EAD6E0D81B}"/>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51" name="TextBox 50">
              <a:extLst>
                <a:ext uri="{FF2B5EF4-FFF2-40B4-BE49-F238E27FC236}">
                  <a16:creationId xmlns:a16="http://schemas.microsoft.com/office/drawing/2014/main" id="{0DBA55ED-69E3-8C3F-0F55-76306872D838}"/>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52" name="TextBox 51">
              <a:extLst>
                <a:ext uri="{FF2B5EF4-FFF2-40B4-BE49-F238E27FC236}">
                  <a16:creationId xmlns:a16="http://schemas.microsoft.com/office/drawing/2014/main" id="{42E875CE-E102-3954-01B9-356CBA89764E}"/>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53" name="Group 52">
            <a:extLst>
              <a:ext uri="{FF2B5EF4-FFF2-40B4-BE49-F238E27FC236}">
                <a16:creationId xmlns:a16="http://schemas.microsoft.com/office/drawing/2014/main" id="{FEB63293-AC40-4ED8-66A0-EC5FEAF19702}"/>
              </a:ext>
            </a:extLst>
          </p:cNvPr>
          <p:cNvGrpSpPr/>
          <p:nvPr/>
        </p:nvGrpSpPr>
        <p:grpSpPr>
          <a:xfrm>
            <a:off x="8684218" y="94368"/>
            <a:ext cx="5855930" cy="1875295"/>
            <a:chOff x="8684218" y="94368"/>
            <a:chExt cx="5855930" cy="1875295"/>
          </a:xfrm>
        </p:grpSpPr>
        <p:sp>
          <p:nvSpPr>
            <p:cNvPr id="54" name="Rectangle 53">
              <a:extLst>
                <a:ext uri="{FF2B5EF4-FFF2-40B4-BE49-F238E27FC236}">
                  <a16:creationId xmlns:a16="http://schemas.microsoft.com/office/drawing/2014/main" id="{4A72AC3F-BD4E-6599-8230-F70F3753CB5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5" name="TextBox 54">
              <a:extLst>
                <a:ext uri="{FF2B5EF4-FFF2-40B4-BE49-F238E27FC236}">
                  <a16:creationId xmlns:a16="http://schemas.microsoft.com/office/drawing/2014/main" id="{EE360D37-F2B2-765E-17FE-39941C820E6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6" name="Picture 55" descr="A bottle of soda with a red label&#10;&#10;Description automatically generated">
              <a:extLst>
                <a:ext uri="{FF2B5EF4-FFF2-40B4-BE49-F238E27FC236}">
                  <a16:creationId xmlns:a16="http://schemas.microsoft.com/office/drawing/2014/main" id="{34CCB94D-50C6-78B0-556F-E908099B1B2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7" name="Picture 56" descr="A flag on a button&#10;&#10;Description automatically generated">
              <a:extLst>
                <a:ext uri="{FF2B5EF4-FFF2-40B4-BE49-F238E27FC236}">
                  <a16:creationId xmlns:a16="http://schemas.microsoft.com/office/drawing/2014/main" id="{F9986F96-E211-46C3-14B1-36A56935A1B6}"/>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93567702"/>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5FAA7E-5EC1-7F26-B03B-02071E1313BC}"/>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D51D830-BAEC-BE62-ED33-9C8A5C2CE64D}"/>
              </a:ext>
            </a:extLst>
          </p:cNvPr>
          <p:cNvSpPr>
            <a:spLocks noGrp="1"/>
          </p:cNvSpPr>
          <p:nvPr>
            <p:ph type="sldNum" sz="quarter" idx="14"/>
          </p:nvPr>
        </p:nvSpPr>
        <p:spPr/>
        <p:txBody>
          <a:bodyPr/>
          <a:lstStyle/>
          <a:p>
            <a:fld id="{9BBCFCA3-D307-4DD3-86E3-CC1388E97AC0}" type="slidenum">
              <a:rPr lang="en-US" smtClean="0"/>
              <a:pPr/>
              <a:t>158</a:t>
            </a:fld>
            <a:endParaRPr lang="en-US"/>
          </a:p>
        </p:txBody>
      </p:sp>
      <p:sp>
        <p:nvSpPr>
          <p:cNvPr id="5" name="Text Placeholder 4">
            <a:extLst>
              <a:ext uri="{FF2B5EF4-FFF2-40B4-BE49-F238E27FC236}">
                <a16:creationId xmlns:a16="http://schemas.microsoft.com/office/drawing/2014/main" id="{7577149C-B70B-78E8-C416-D2608F090980}"/>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The same pattern holds true for the full bottle appeal among W+ drinkers, though the differences flatten across the colas for less frequent drinkers.</a:t>
            </a:r>
          </a:p>
        </p:txBody>
      </p:sp>
      <p:grpSp>
        <p:nvGrpSpPr>
          <p:cNvPr id="2" name="Group 1">
            <a:extLst>
              <a:ext uri="{FF2B5EF4-FFF2-40B4-BE49-F238E27FC236}">
                <a16:creationId xmlns:a16="http://schemas.microsoft.com/office/drawing/2014/main" id="{F126F4E0-0088-4092-ABD9-A901706FB2BC}"/>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80591C7F-DBBE-45E6-84B1-FFF7E7367AD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8999EC87-6AD7-3CB4-C779-AA96DA35BFB7}"/>
                </a:ext>
              </a:extLst>
            </p:cNvPr>
            <p:cNvGraphicFramePr/>
            <p:nvPr>
              <p:extLst>
                <p:ext uri="{D42A27DB-BD31-4B8C-83A1-F6EECF244321}">
                  <p14:modId xmlns:p14="http://schemas.microsoft.com/office/powerpoint/2010/main" val="1021997458"/>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80ECD5E1-28FF-8C6A-9B21-678607F90812}"/>
                </a:ext>
              </a:extLst>
            </p:cNvPr>
            <p:cNvSpPr txBox="1"/>
            <p:nvPr/>
          </p:nvSpPr>
          <p:spPr>
            <a:xfrm>
              <a:off x="1076828" y="2049369"/>
              <a:ext cx="4456729"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Last Sip Sensory (Taste) Appeal (Overall Liking) </a:t>
              </a:r>
            </a:p>
          </p:txBody>
        </p:sp>
      </p:grpSp>
      <p:graphicFrame>
        <p:nvGraphicFramePr>
          <p:cNvPr id="29" name="Table 10">
            <a:extLst>
              <a:ext uri="{FF2B5EF4-FFF2-40B4-BE49-F238E27FC236}">
                <a16:creationId xmlns:a16="http://schemas.microsoft.com/office/drawing/2014/main" id="{B8CC831D-61EA-C592-AB0F-B7F358B72419}"/>
              </a:ext>
            </a:extLst>
          </p:cNvPr>
          <p:cNvGraphicFramePr>
            <a:graphicFrameLocks noGrp="1"/>
          </p:cNvGraphicFramePr>
          <p:nvPr/>
        </p:nvGraphicFramePr>
        <p:xfrm>
          <a:off x="335576" y="3341771"/>
          <a:ext cx="7315200" cy="609600"/>
        </p:xfrm>
        <a:graphic>
          <a:graphicData uri="http://schemas.openxmlformats.org/drawingml/2006/table">
            <a:tbl>
              <a:tblPr firstRow="1" bandRow="1">
                <a:tableStyleId>{5940675A-B579-460E-94D1-54222C63F5DA}</a:tableStyleId>
              </a:tblPr>
              <a:tblGrid>
                <a:gridCol w="2194560">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6.73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6.74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6.88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4AF21E36-0843-3319-ADF4-2A14773DF30D}"/>
              </a:ext>
            </a:extLst>
          </p:cNvPr>
          <p:cNvSpPr txBox="1"/>
          <p:nvPr/>
        </p:nvSpPr>
        <p:spPr>
          <a:xfrm>
            <a:off x="2275838" y="7464623"/>
            <a:ext cx="549955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Ratings for Full Sample Bottle </a:t>
            </a:r>
            <a:r>
              <a:rPr lang="en-GB" sz="1400" i="1" dirty="0">
                <a:solidFill>
                  <a:srgbClr val="000000"/>
                </a:solidFill>
                <a:latin typeface="Avenir Next LT Pro" panose="020B0504020202020204" pitchFamily="34" charset="0"/>
              </a:rPr>
              <a:t>Sensory</a:t>
            </a: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485435BD-F869-622E-0493-CE85D500854E}"/>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219F0B5E-4529-D26F-772D-A87223BE9116}"/>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77EED4B6-B4E5-CBD1-5B16-8060F109CBB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28C646CE-D005-65F0-2B04-74150A870D0C}"/>
              </a:ext>
            </a:extLst>
          </p:cNvPr>
          <p:cNvPicPr>
            <a:picLocks noChangeAspect="1"/>
          </p:cNvPicPr>
          <p:nvPr/>
        </p:nvPicPr>
        <p:blipFill>
          <a:blip r:embed="rId4"/>
          <a:stretch>
            <a:fillRect/>
          </a:stretch>
        </p:blipFill>
        <p:spPr>
          <a:xfrm>
            <a:off x="12338113" y="1411893"/>
            <a:ext cx="1523800" cy="961166"/>
          </a:xfrm>
          <a:prstGeom prst="rect">
            <a:avLst/>
          </a:prstGeom>
        </p:spPr>
      </p:pic>
      <p:grpSp>
        <p:nvGrpSpPr>
          <p:cNvPr id="14" name="Group 13">
            <a:extLst>
              <a:ext uri="{FF2B5EF4-FFF2-40B4-BE49-F238E27FC236}">
                <a16:creationId xmlns:a16="http://schemas.microsoft.com/office/drawing/2014/main" id="{D0C9C567-FE91-A930-2536-71883958934F}"/>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729C96C9-93A9-C2E4-66DB-E8D509358E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1814674B-7245-45AB-9940-E38EFC508218}"/>
                </a:ext>
              </a:extLst>
            </p:cNvPr>
            <p:cNvGraphicFramePr/>
            <p:nvPr>
              <p:extLst>
                <p:ext uri="{D42A27DB-BD31-4B8C-83A1-F6EECF244321}">
                  <p14:modId xmlns:p14="http://schemas.microsoft.com/office/powerpoint/2010/main" val="3395908175"/>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20">
              <a:extLst>
                <a:ext uri="{FF2B5EF4-FFF2-40B4-BE49-F238E27FC236}">
                  <a16:creationId xmlns:a16="http://schemas.microsoft.com/office/drawing/2014/main" id="{52D50768-8AB7-5379-6AC3-0DA8329F7746}"/>
                </a:ext>
              </a:extLst>
            </p:cNvPr>
            <p:cNvSpPr txBox="1"/>
            <p:nvPr/>
          </p:nvSpPr>
          <p:spPr>
            <a:xfrm>
              <a:off x="1076828" y="2049369"/>
              <a:ext cx="4456729"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Last Sip Sensory (Taste) Appeal (Overall Liking) </a:t>
              </a:r>
            </a:p>
          </p:txBody>
        </p:sp>
      </p:grpSp>
      <p:graphicFrame>
        <p:nvGraphicFramePr>
          <p:cNvPr id="24" name="Table 23">
            <a:extLst>
              <a:ext uri="{FF2B5EF4-FFF2-40B4-BE49-F238E27FC236}">
                <a16:creationId xmlns:a16="http://schemas.microsoft.com/office/drawing/2014/main" id="{85F4BC6C-A41B-98B8-6D05-D0033ADAE7A0}"/>
              </a:ext>
            </a:extLst>
          </p:cNvPr>
          <p:cNvGraphicFramePr>
            <a:graphicFrameLocks noGrp="1"/>
          </p:cNvGraphicFramePr>
          <p:nvPr/>
        </p:nvGraphicFramePr>
        <p:xfrm>
          <a:off x="8474752" y="3372251"/>
          <a:ext cx="5120640" cy="548640"/>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22512352"/>
                    </a:ext>
                  </a:extLst>
                </a:gridCol>
                <a:gridCol w="1280160">
                  <a:extLst>
                    <a:ext uri="{9D8B030D-6E8A-4147-A177-3AD203B41FA5}">
                      <a16:colId xmlns:a16="http://schemas.microsoft.com/office/drawing/2014/main" val="2628811054"/>
                    </a:ext>
                  </a:extLst>
                </a:gridCol>
                <a:gridCol w="1280160">
                  <a:extLst>
                    <a:ext uri="{9D8B030D-6E8A-4147-A177-3AD203B41FA5}">
                      <a16:colId xmlns:a16="http://schemas.microsoft.com/office/drawing/2014/main" val="2793396007"/>
                    </a:ext>
                  </a:extLst>
                </a:gridCol>
                <a:gridCol w="1280160">
                  <a:extLst>
                    <a:ext uri="{9D8B030D-6E8A-4147-A177-3AD203B41FA5}">
                      <a16:colId xmlns:a16="http://schemas.microsoft.com/office/drawing/2014/main" val="4292848176"/>
                    </a:ext>
                  </a:extLst>
                </a:gridCol>
              </a:tblGrid>
              <a:tr h="274320">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6.61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6.77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6.82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6.59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90279445"/>
                  </a:ext>
                </a:extLst>
              </a:tr>
              <a:tr h="274320">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38%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sz="1600" b="1" i="0" u="none" strike="noStrike" kern="1200" dirty="0">
                          <a:solidFill>
                            <a:srgbClr val="000000"/>
                          </a:solidFill>
                          <a:effectLst/>
                          <a:latin typeface="Avenir Next LT Pro" panose="020B0504020202020204" pitchFamily="34" charset="0"/>
                          <a:ea typeface="+mn-ea"/>
                          <a:cs typeface="+mn-cs"/>
                        </a:rPr>
                        <a:t>44%</a:t>
                      </a:r>
                    </a:p>
                  </a:txBody>
                  <a:tcPr marL="9525" marR="9525" marT="9525"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30003987"/>
                  </a:ext>
                </a:extLst>
              </a:tr>
            </a:tbl>
          </a:graphicData>
        </a:graphic>
      </p:graphicFrame>
      <p:sp>
        <p:nvSpPr>
          <p:cNvPr id="11" name="TextBox 10">
            <a:extLst>
              <a:ext uri="{FF2B5EF4-FFF2-40B4-BE49-F238E27FC236}">
                <a16:creationId xmlns:a16="http://schemas.microsoft.com/office/drawing/2014/main" id="{F951FD29-498C-AB74-85AC-C422E854D090}"/>
              </a:ext>
            </a:extLst>
          </p:cNvPr>
          <p:cNvSpPr txBox="1"/>
          <p:nvPr/>
        </p:nvSpPr>
        <p:spPr>
          <a:xfrm>
            <a:off x="9864133" y="289582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22" name="TextBox 21">
            <a:extLst>
              <a:ext uri="{FF2B5EF4-FFF2-40B4-BE49-F238E27FC236}">
                <a16:creationId xmlns:a16="http://schemas.microsoft.com/office/drawing/2014/main" id="{0EAB2EE8-AE06-C6C7-C9F4-B0C9D91F4737}"/>
              </a:ext>
            </a:extLst>
          </p:cNvPr>
          <p:cNvSpPr txBox="1"/>
          <p:nvPr/>
        </p:nvSpPr>
        <p:spPr>
          <a:xfrm>
            <a:off x="4050759" y="2895821"/>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9" name="Group 8">
            <a:extLst>
              <a:ext uri="{FF2B5EF4-FFF2-40B4-BE49-F238E27FC236}">
                <a16:creationId xmlns:a16="http://schemas.microsoft.com/office/drawing/2014/main" id="{0A606939-C03B-1E07-0B56-7DEB99200084}"/>
              </a:ext>
            </a:extLst>
          </p:cNvPr>
          <p:cNvGrpSpPr/>
          <p:nvPr/>
        </p:nvGrpSpPr>
        <p:grpSpPr>
          <a:xfrm>
            <a:off x="7625445" y="7426776"/>
            <a:ext cx="3230077" cy="545303"/>
            <a:chOff x="107157" y="4978029"/>
            <a:chExt cx="2691728" cy="454419"/>
          </a:xfrm>
        </p:grpSpPr>
        <p:sp>
          <p:nvSpPr>
            <p:cNvPr id="16" name="TextBox 15">
              <a:extLst>
                <a:ext uri="{FF2B5EF4-FFF2-40B4-BE49-F238E27FC236}">
                  <a16:creationId xmlns:a16="http://schemas.microsoft.com/office/drawing/2014/main" id="{E0B83F30-0D0E-A55E-2220-9EC9322CCC6B}"/>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7" name="TextBox 26">
              <a:extLst>
                <a:ext uri="{FF2B5EF4-FFF2-40B4-BE49-F238E27FC236}">
                  <a16:creationId xmlns:a16="http://schemas.microsoft.com/office/drawing/2014/main" id="{7D132DE2-40B8-C5E1-A70E-FEF6A7F22053}"/>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1" name="TextBox 30">
              <a:extLst>
                <a:ext uri="{FF2B5EF4-FFF2-40B4-BE49-F238E27FC236}">
                  <a16:creationId xmlns:a16="http://schemas.microsoft.com/office/drawing/2014/main" id="{94A2525E-DF75-A77E-CB80-E28EB2BE4856}"/>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2" name="TextBox 41">
              <a:extLst>
                <a:ext uri="{FF2B5EF4-FFF2-40B4-BE49-F238E27FC236}">
                  <a16:creationId xmlns:a16="http://schemas.microsoft.com/office/drawing/2014/main" id="{671CD055-F7DC-5AA5-3FA7-579045AB92B7}"/>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47" name="Group 46">
            <a:extLst>
              <a:ext uri="{FF2B5EF4-FFF2-40B4-BE49-F238E27FC236}">
                <a16:creationId xmlns:a16="http://schemas.microsoft.com/office/drawing/2014/main" id="{BE95442B-7442-9F6F-2295-A86F588263D2}"/>
              </a:ext>
            </a:extLst>
          </p:cNvPr>
          <p:cNvGrpSpPr/>
          <p:nvPr/>
        </p:nvGrpSpPr>
        <p:grpSpPr>
          <a:xfrm>
            <a:off x="8684218" y="94368"/>
            <a:ext cx="5855930" cy="1875295"/>
            <a:chOff x="8684218" y="94368"/>
            <a:chExt cx="5855930" cy="1875295"/>
          </a:xfrm>
        </p:grpSpPr>
        <p:sp>
          <p:nvSpPr>
            <p:cNvPr id="48" name="Rectangle 47">
              <a:extLst>
                <a:ext uri="{FF2B5EF4-FFF2-40B4-BE49-F238E27FC236}">
                  <a16:creationId xmlns:a16="http://schemas.microsoft.com/office/drawing/2014/main" id="{0D36D314-5DF2-087E-F43A-79BF4733234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9" name="TextBox 48">
              <a:extLst>
                <a:ext uri="{FF2B5EF4-FFF2-40B4-BE49-F238E27FC236}">
                  <a16:creationId xmlns:a16="http://schemas.microsoft.com/office/drawing/2014/main" id="{F78BDF30-B36E-759F-EC25-E8F3E649FE3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0" name="Picture 49" descr="A bottle of soda with a red label&#10;&#10;Description automatically generated">
              <a:extLst>
                <a:ext uri="{FF2B5EF4-FFF2-40B4-BE49-F238E27FC236}">
                  <a16:creationId xmlns:a16="http://schemas.microsoft.com/office/drawing/2014/main" id="{68F31B69-113F-2024-86AE-7466EDBE2D3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1" name="Picture 50" descr="A flag on a button&#10;&#10;Description automatically generated">
              <a:extLst>
                <a:ext uri="{FF2B5EF4-FFF2-40B4-BE49-F238E27FC236}">
                  <a16:creationId xmlns:a16="http://schemas.microsoft.com/office/drawing/2014/main" id="{7B8DBEEC-E14A-5F66-2B48-4ACD1B387A57}"/>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151275750"/>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C7644E-48ED-62D4-AF3C-C32EA924F3BC}"/>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A687B27A-CF52-358E-BAB8-E72CACE11603}"/>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264F021C-2E0D-4C2B-D288-A72A50B93442}"/>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9A25D93C-3550-B610-8518-9870811DDF1F}"/>
                </a:ext>
              </a:extLst>
            </p:cNvPr>
            <p:cNvGraphicFramePr/>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E1355E8A-058D-A997-ED47-E2095E20AE45}"/>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C256C1AE-D0AE-C8CF-59CA-9DC3F6796843}"/>
              </a:ext>
            </a:extLst>
          </p:cNvPr>
          <p:cNvGraphicFramePr>
            <a:graphicFrameLocks noGrp="1"/>
          </p:cNvGraphicFramePr>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3D9287A3-631C-52E2-A6FC-8653AFBC0F5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C6E15123-2EDF-802B-DE9F-3EBCF0F92FCF}"/>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EFFF1AEA-682C-844A-B927-830B4107B46A}"/>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7FBD05CE-436D-6B66-99B9-2E58A1B5CE57}"/>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C0C57DEB-680B-C116-69F9-76A45F724030}"/>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9659907E-F3A4-C70E-8A3D-47AF158C758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7BBA8029-3ECF-AF77-A6D3-8326E7B11E48}"/>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8B3DD232-B545-7F19-0A66-6585A960C937}"/>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FC404EC5-8898-ACE9-C0A4-A59309C17484}"/>
                </a:ext>
              </a:extLst>
            </p:cNvPr>
            <p:cNvGraphicFramePr/>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601395E5-E4A5-FCD4-568A-B54AFB26CD48}"/>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A67221CE-5026-2FCC-3022-316663C84DF5}"/>
              </a:ext>
            </a:extLst>
          </p:cNvPr>
          <p:cNvSpPr/>
          <p:nvPr/>
        </p:nvSpPr>
        <p:spPr>
          <a:xfrm>
            <a:off x="5203004" y="2131398"/>
            <a:ext cx="4172751" cy="445915"/>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(N=269)</a:t>
            </a:r>
          </a:p>
        </p:txBody>
      </p:sp>
      <p:grpSp>
        <p:nvGrpSpPr>
          <p:cNvPr id="2" name="Group 1">
            <a:extLst>
              <a:ext uri="{FF2B5EF4-FFF2-40B4-BE49-F238E27FC236}">
                <a16:creationId xmlns:a16="http://schemas.microsoft.com/office/drawing/2014/main" id="{52870CA3-7D68-3666-5769-9CBBE5A05367}"/>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D59DE844-B9F4-9C0E-385A-FEBFA5FF2431}"/>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9EB5050C-57A4-11CC-3DF5-869CE1639404}"/>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B26D15AA-DD64-B380-751D-E53F7819E0E3}"/>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AD99E0B3-6379-D95C-06D1-B643401E38CB}"/>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BC245EE3-F7BE-266E-6C8B-A8E23459E30F}"/>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F78363B1-17CE-C889-4BC8-9870DAE47E0E}"/>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87E14B38-DC34-E33E-9A91-9D8CD71AA8C5}"/>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0A96C39E-90C6-37B7-8ED8-6764A800A5F9}"/>
                </a:ext>
              </a:extLst>
            </p:cNvPr>
            <p:cNvGraphicFramePr/>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C5F5984B-30F5-1576-7D27-23E307838A88}"/>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08AABA39-66DD-FBDE-D4DB-1A282EBDAF52}"/>
              </a:ext>
            </a:extLst>
          </p:cNvPr>
          <p:cNvGraphicFramePr>
            <a:graphicFrameLocks noGrp="1"/>
          </p:cNvGraphicFramePr>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6.71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chemeClr val="tx1"/>
                          </a:solidFill>
                          <a:latin typeface="Avenir Next LT Pro" panose="020B0504020202020204" pitchFamily="34" charset="0"/>
                          <a:ea typeface="+mn-ea"/>
                          <a:cs typeface="+mn-cs"/>
                        </a:rPr>
                        <a:t>6.62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44%</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rtl="0" fontAlgn="b">
                        <a:buNone/>
                      </a:pPr>
                      <a:r>
                        <a:rPr lang="en-IN" sz="1600" b="1" kern="1200" dirty="0">
                          <a:solidFill>
                            <a:schemeClr val="tx1"/>
                          </a:solidFill>
                          <a:latin typeface="Avenir Next LT Pro" panose="020B0504020202020204" pitchFamily="34" charset="0"/>
                          <a:ea typeface="+mn-ea"/>
                          <a:cs typeface="+mn-cs"/>
                        </a:rPr>
                        <a:t>43%</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C0E99BD9-3557-F4FC-8332-16658D5A859C}"/>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7143CA09-9F70-4794-347D-CF3A8E9C0CAC}"/>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40C2AD64-2393-D895-5E47-C777D0217A3B}"/>
                </a:ext>
              </a:extLst>
            </p:cNvPr>
            <p:cNvGraphicFramePr/>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6BA291E3-128A-8F7E-4489-4783805A3037}"/>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511391E5-C393-F73A-9F66-2E68183A6175}"/>
              </a:ext>
            </a:extLst>
          </p:cNvPr>
          <p:cNvGraphicFramePr>
            <a:graphicFrameLocks noGrp="1"/>
          </p:cNvGraphicFramePr>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6.74</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F77A9949-C220-A315-E9CF-7CCF17129F3D}"/>
              </a:ext>
            </a:extLst>
          </p:cNvPr>
          <p:cNvGraphicFramePr>
            <a:graphicFrameLocks noGrp="1"/>
          </p:cNvGraphicFramePr>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7.00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43" name="Group 42">
            <a:extLst>
              <a:ext uri="{FF2B5EF4-FFF2-40B4-BE49-F238E27FC236}">
                <a16:creationId xmlns:a16="http://schemas.microsoft.com/office/drawing/2014/main" id="{39354E46-6345-33D2-4A74-51C7535D4302}"/>
              </a:ext>
            </a:extLst>
          </p:cNvPr>
          <p:cNvGrpSpPr/>
          <p:nvPr/>
        </p:nvGrpSpPr>
        <p:grpSpPr>
          <a:xfrm>
            <a:off x="8684218" y="94368"/>
            <a:ext cx="5855930" cy="1875295"/>
            <a:chOff x="8684218" y="94368"/>
            <a:chExt cx="5855930" cy="1875295"/>
          </a:xfrm>
        </p:grpSpPr>
        <p:sp>
          <p:nvSpPr>
            <p:cNvPr id="45" name="Rectangle 44">
              <a:extLst>
                <a:ext uri="{FF2B5EF4-FFF2-40B4-BE49-F238E27FC236}">
                  <a16:creationId xmlns:a16="http://schemas.microsoft.com/office/drawing/2014/main" id="{43A26EAF-2BEC-B181-B816-3275AE1E0A6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7" name="TextBox 46">
              <a:extLst>
                <a:ext uri="{FF2B5EF4-FFF2-40B4-BE49-F238E27FC236}">
                  <a16:creationId xmlns:a16="http://schemas.microsoft.com/office/drawing/2014/main" id="{F0379F6A-0546-7A68-E425-0824510272A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8" name="Picture 47" descr="A bottle of soda with a red label&#10;&#10;Description automatically generated">
              <a:extLst>
                <a:ext uri="{FF2B5EF4-FFF2-40B4-BE49-F238E27FC236}">
                  <a16:creationId xmlns:a16="http://schemas.microsoft.com/office/drawing/2014/main" id="{66010281-DA37-95C8-5440-F1C5A78DEE6E}"/>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9" name="Picture 48" descr="A flag on a button&#10;&#10;Description automatically generated">
              <a:extLst>
                <a:ext uri="{FF2B5EF4-FFF2-40B4-BE49-F238E27FC236}">
                  <a16:creationId xmlns:a16="http://schemas.microsoft.com/office/drawing/2014/main" id="{E72DC34A-681F-0A9F-D4EC-FF95E086925C}"/>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039013414"/>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A4C991-5548-F1DB-6C6F-CDC010BC2B17}"/>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F0E40A63-3158-B6A5-80CD-D6F6816A59F1}"/>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9499C215-F2C9-9012-2853-FF91DE68729F}"/>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47CEC566-804B-66F8-73BF-7AA7CB0BAC81}"/>
                </a:ext>
              </a:extLst>
            </p:cNvPr>
            <p:cNvGraphicFramePr/>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F89BD70F-5854-E634-236B-B3FC82D4C5FE}"/>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3412584A-52B0-412F-E35E-1986B87302A1}"/>
              </a:ext>
            </a:extLst>
          </p:cNvPr>
          <p:cNvGraphicFramePr>
            <a:graphicFrameLocks noGrp="1"/>
          </p:cNvGraphicFramePr>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39%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38%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77D5E430-75BC-DD08-6CED-1862A9F68E6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0C1DB87A-7241-DE89-0EFD-9E5C2F298906}"/>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CBFA8947-938B-DA2A-A0E3-537A6F9C578A}"/>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3D9230C9-CFCF-81B3-4F90-46A2D82493E9}"/>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062B330F-6109-68B4-6A58-5B80CF77EEBC}"/>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5DBD8162-61A1-1981-AB4A-F6A1B9D409B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A759E7E7-5D02-C7C9-837D-AEE30135584C}"/>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23A700D2-789A-34E8-AE23-2EB85BB4E2B4}"/>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728CF011-2E2A-6B32-AB78-18D1671D4AE3}"/>
                </a:ext>
              </a:extLst>
            </p:cNvPr>
            <p:cNvGraphicFramePr/>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8D228818-D3FB-4D04-1EB8-F2C0CA87C393}"/>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970619F5-F9FE-A45C-0740-80300D1DD3A1}"/>
              </a:ext>
            </a:extLst>
          </p:cNvPr>
          <p:cNvSpPr/>
          <p:nvPr/>
        </p:nvSpPr>
        <p:spPr>
          <a:xfrm>
            <a:off x="5203004" y="2131398"/>
            <a:ext cx="4172751" cy="445915"/>
          </a:xfrm>
          <a:prstGeom prst="roundRect">
            <a:avLst/>
          </a:prstGeom>
          <a:noFill/>
          <a:ln w="28575">
            <a:solidFill>
              <a:srgbClr val="FFCC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1-3x M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(N=161)</a:t>
            </a:r>
          </a:p>
        </p:txBody>
      </p:sp>
      <p:grpSp>
        <p:nvGrpSpPr>
          <p:cNvPr id="2" name="Group 1">
            <a:extLst>
              <a:ext uri="{FF2B5EF4-FFF2-40B4-BE49-F238E27FC236}">
                <a16:creationId xmlns:a16="http://schemas.microsoft.com/office/drawing/2014/main" id="{7DDEF288-3064-66AD-5F15-97CB9E36E605}"/>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5157EB10-A12B-8807-D0DE-18A95882C4CF}"/>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76FEC94B-E4CE-00E8-D361-C1DF2F9C7E18}"/>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A09E997C-6AE9-F1B1-FEAC-0F49742C2657}"/>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56CF77A0-1843-DE18-01F2-DA2FAC732C5B}"/>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7E1A1C62-7C63-CAFB-BB1D-0CA942920691}"/>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DEB32B41-F773-1B3B-84FD-D38C2CBDF3A9}"/>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53557616-0674-CC85-8D8D-75C6F27E2D0B}"/>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B85C1A6B-D370-0990-ABED-DA4637841BCE}"/>
                </a:ext>
              </a:extLst>
            </p:cNvPr>
            <p:cNvGraphicFramePr/>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B6E90714-0149-3103-520C-4DFC0A271053}"/>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51BD70DC-8E73-73D1-3866-5A1C78A25674}"/>
              </a:ext>
            </a:extLst>
          </p:cNvPr>
          <p:cNvGraphicFramePr>
            <a:graphicFrameLocks noGrp="1"/>
          </p:cNvGraphicFramePr>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6.77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chemeClr val="tx1"/>
                          </a:solidFill>
                          <a:latin typeface="Avenir Next LT Pro" panose="020B0504020202020204" pitchFamily="34" charset="0"/>
                          <a:ea typeface="+mn-ea"/>
                          <a:cs typeface="+mn-cs"/>
                        </a:rPr>
                        <a:t>6.59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rtl="0" fontAlgn="b">
                        <a:buNone/>
                      </a:pPr>
                      <a:r>
                        <a:rPr lang="en-IN" sz="1600" b="1" kern="1200" dirty="0">
                          <a:solidFill>
                            <a:schemeClr val="tx1"/>
                          </a:solidFill>
                          <a:latin typeface="Avenir Next LT Pro" panose="020B0504020202020204" pitchFamily="34" charset="0"/>
                          <a:ea typeface="+mn-ea"/>
                          <a:cs typeface="+mn-cs"/>
                        </a:rPr>
                        <a:t>44%</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54AEA316-426A-0B72-1B85-45A3041DECDB}"/>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541DC1A8-B147-A205-EC18-8F405C8009B8}"/>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B033CF2E-9A73-6FFB-C2B2-3346149D1185}"/>
                </a:ext>
              </a:extLst>
            </p:cNvPr>
            <p:cNvGraphicFramePr/>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6A6A2BAC-1A8F-813F-670E-90BA0A57F0BE}"/>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9AF8B1B5-9821-D650-F69E-8EC2E259D70D}"/>
              </a:ext>
            </a:extLst>
          </p:cNvPr>
          <p:cNvGraphicFramePr>
            <a:graphicFrameLocks noGrp="1"/>
          </p:cNvGraphicFramePr>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63FC6202-9AA3-46C4-08EF-C09904834C1C}"/>
              </a:ext>
            </a:extLst>
          </p:cNvPr>
          <p:cNvGraphicFramePr>
            <a:graphicFrameLocks noGrp="1"/>
          </p:cNvGraphicFramePr>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43" name="Group 42">
            <a:extLst>
              <a:ext uri="{FF2B5EF4-FFF2-40B4-BE49-F238E27FC236}">
                <a16:creationId xmlns:a16="http://schemas.microsoft.com/office/drawing/2014/main" id="{F19009B4-B3B1-6D42-DC4B-2FFF1CEC80D7}"/>
              </a:ext>
            </a:extLst>
          </p:cNvPr>
          <p:cNvGrpSpPr/>
          <p:nvPr/>
        </p:nvGrpSpPr>
        <p:grpSpPr>
          <a:xfrm>
            <a:off x="8684218" y="94368"/>
            <a:ext cx="5855930" cy="1875295"/>
            <a:chOff x="8684218" y="94368"/>
            <a:chExt cx="5855930" cy="1875295"/>
          </a:xfrm>
        </p:grpSpPr>
        <p:sp>
          <p:nvSpPr>
            <p:cNvPr id="45" name="Rectangle 44">
              <a:extLst>
                <a:ext uri="{FF2B5EF4-FFF2-40B4-BE49-F238E27FC236}">
                  <a16:creationId xmlns:a16="http://schemas.microsoft.com/office/drawing/2014/main" id="{10B1A65F-4E8A-DC7C-8AF8-F2F39C2839B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7" name="TextBox 46">
              <a:extLst>
                <a:ext uri="{FF2B5EF4-FFF2-40B4-BE49-F238E27FC236}">
                  <a16:creationId xmlns:a16="http://schemas.microsoft.com/office/drawing/2014/main" id="{B17225E6-F9F0-F0C8-E0B5-BCDC9A37F51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8" name="Picture 47" descr="A bottle of soda with a red label&#10;&#10;Description automatically generated">
              <a:extLst>
                <a:ext uri="{FF2B5EF4-FFF2-40B4-BE49-F238E27FC236}">
                  <a16:creationId xmlns:a16="http://schemas.microsoft.com/office/drawing/2014/main" id="{E27ADD83-3A37-2845-57DE-98364877733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9" name="Picture 48" descr="A flag on a button&#10;&#10;Description automatically generated">
              <a:extLst>
                <a:ext uri="{FF2B5EF4-FFF2-40B4-BE49-F238E27FC236}">
                  <a16:creationId xmlns:a16="http://schemas.microsoft.com/office/drawing/2014/main" id="{50DEF308-FEAA-4A2F-6EA6-3384A18547BF}"/>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280173874"/>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55966B-F6DD-9BF5-12E3-E8448D22496D}"/>
            </a:ext>
          </a:extLst>
        </p:cNvPr>
        <p:cNvGrpSpPr/>
        <p:nvPr/>
      </p:nvGrpSpPr>
      <p:grpSpPr>
        <a:xfrm>
          <a:off x="0" y="0"/>
          <a:ext cx="0" cy="0"/>
          <a:chOff x="0" y="0"/>
          <a:chExt cx="0" cy="0"/>
        </a:xfrm>
      </p:grpSpPr>
      <p:grpSp>
        <p:nvGrpSpPr>
          <p:cNvPr id="33" name="Group 32">
            <a:extLst>
              <a:ext uri="{FF2B5EF4-FFF2-40B4-BE49-F238E27FC236}">
                <a16:creationId xmlns:a16="http://schemas.microsoft.com/office/drawing/2014/main" id="{969CB04A-5561-738C-5639-58439909CD02}"/>
              </a:ext>
            </a:extLst>
          </p:cNvPr>
          <p:cNvGrpSpPr/>
          <p:nvPr/>
        </p:nvGrpSpPr>
        <p:grpSpPr>
          <a:xfrm>
            <a:off x="7975513" y="3155683"/>
            <a:ext cx="5746065" cy="4184643"/>
            <a:chOff x="531863" y="1967463"/>
            <a:chExt cx="5331526" cy="4128790"/>
          </a:xfrm>
        </p:grpSpPr>
        <p:sp>
          <p:nvSpPr>
            <p:cNvPr id="34" name="Rectangle 33">
              <a:extLst>
                <a:ext uri="{FF2B5EF4-FFF2-40B4-BE49-F238E27FC236}">
                  <a16:creationId xmlns:a16="http://schemas.microsoft.com/office/drawing/2014/main" id="{B062C315-1657-73CB-2FCA-6A911E804402}"/>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5" name="Chart 34">
              <a:extLst>
                <a:ext uri="{FF2B5EF4-FFF2-40B4-BE49-F238E27FC236}">
                  <a16:creationId xmlns:a16="http://schemas.microsoft.com/office/drawing/2014/main" id="{0FD2B301-A592-1731-772B-0A2990CE22DC}"/>
                </a:ext>
              </a:extLst>
            </p:cNvPr>
            <p:cNvGraphicFramePr/>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36" name="TextBox 35">
              <a:extLst>
                <a:ext uri="{FF2B5EF4-FFF2-40B4-BE49-F238E27FC236}">
                  <a16:creationId xmlns:a16="http://schemas.microsoft.com/office/drawing/2014/main" id="{3CA0B3B1-53C6-9A9E-7987-50F8DE06C265}"/>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32" name="TextBox 31">
            <a:extLst>
              <a:ext uri="{FF2B5EF4-FFF2-40B4-BE49-F238E27FC236}">
                <a16:creationId xmlns:a16="http://schemas.microsoft.com/office/drawing/2014/main" id="{20E0BA4C-31AF-A0CE-FD72-9EFCFEE8A7EB}"/>
              </a:ext>
            </a:extLst>
          </p:cNvPr>
          <p:cNvSpPr txBox="1"/>
          <p:nvPr/>
        </p:nvSpPr>
        <p:spPr>
          <a:xfrm>
            <a:off x="9864133" y="353590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graphicFrame>
        <p:nvGraphicFramePr>
          <p:cNvPr id="37" name="Table 36">
            <a:extLst>
              <a:ext uri="{FF2B5EF4-FFF2-40B4-BE49-F238E27FC236}">
                <a16:creationId xmlns:a16="http://schemas.microsoft.com/office/drawing/2014/main" id="{0564EA46-16B5-B543-DB4D-02A28997F299}"/>
              </a:ext>
            </a:extLst>
          </p:cNvPr>
          <p:cNvGraphicFramePr>
            <a:graphicFrameLocks noGrp="1"/>
          </p:cNvGraphicFramePr>
          <p:nvPr/>
        </p:nvGraphicFramePr>
        <p:xfrm>
          <a:off x="8398120" y="3895344"/>
          <a:ext cx="5120640" cy="539483"/>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65163">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r>
                        <a:rPr lang="en-US" sz="1600" b="1" i="0" u="none" strike="noStrike" kern="1200" dirty="0">
                          <a:solidFill>
                            <a:srgbClr val="000000"/>
                          </a:solidFill>
                          <a:effectLst/>
                          <a:latin typeface="Avenir Next LT Pro" panose="020B0504020202020204" pitchFamily="34" charset="0"/>
                          <a:ea typeface="+mn-ea"/>
                          <a:cs typeface="+mn-cs"/>
                        </a:rPr>
                        <a:t>49%</a:t>
                      </a:r>
                    </a:p>
                  </a:txBody>
                  <a:tcPr marL="9525" marR="9525" marT="9525"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9E024B53-1B9E-C229-D35B-56E0214781C9}"/>
              </a:ext>
            </a:extLst>
          </p:cNvPr>
          <p:cNvSpPr>
            <a:spLocks noGrp="1"/>
          </p:cNvSpPr>
          <p:nvPr>
            <p:ph type="sldNum" sz="quarter" idx="14"/>
          </p:nvPr>
        </p:nvSpPr>
        <p:spPr/>
        <p:txBody>
          <a:bodyPr/>
          <a:lstStyle/>
          <a:p>
            <a:fld id="{9BBCFCA3-D307-4DD3-86E3-CC1388E97AC0}" type="slidenum">
              <a:rPr lang="en-US" smtClean="0"/>
              <a:pPr/>
              <a:t>161</a:t>
            </a:fld>
            <a:endParaRPr lang="en-US"/>
          </a:p>
        </p:txBody>
      </p:sp>
      <p:sp>
        <p:nvSpPr>
          <p:cNvPr id="5" name="Text Placeholder 4">
            <a:extLst>
              <a:ext uri="{FF2B5EF4-FFF2-40B4-BE49-F238E27FC236}">
                <a16:creationId xmlns:a16="http://schemas.microsoft.com/office/drawing/2014/main" id="{4C0065D7-C1DA-F97A-7DDE-6809C3F08AFD}"/>
              </a:ext>
            </a:extLst>
          </p:cNvPr>
          <p:cNvSpPr>
            <a:spLocks noGrp="1"/>
          </p:cNvSpPr>
          <p:nvPr>
            <p:ph type="body" sz="quarter" idx="15"/>
          </p:nvPr>
        </p:nvSpPr>
        <p:spPr>
          <a:xfrm>
            <a:off x="666391" y="807158"/>
            <a:ext cx="7860574" cy="748186"/>
          </a:xfrm>
          <a:ln>
            <a:solidFill>
              <a:schemeClr val="tx1"/>
            </a:solidFill>
          </a:ln>
        </p:spPr>
        <p:txBody>
          <a:bodyPr>
            <a:normAutofit lnSpcReduction="10000"/>
          </a:bodyPr>
          <a:lstStyle/>
          <a:p>
            <a:r>
              <a:rPr lang="en-US" sz="1800" b="0" dirty="0">
                <a:solidFill>
                  <a:srgbClr val="0070C0"/>
                </a:solidFill>
                <a:latin typeface="Avenir Next LT Pro" panose="020B0504020202020204" pitchFamily="34" charset="0"/>
              </a:rPr>
              <a:t>W+ Pepsi Max drinkers find the Prototypes, especially Prototype 3, more satisfying than Control. Prototype 3 is also superior to Control among 1-3x max drinkers. </a:t>
            </a:r>
          </a:p>
        </p:txBody>
      </p:sp>
      <p:grpSp>
        <p:nvGrpSpPr>
          <p:cNvPr id="13" name="Group 12">
            <a:extLst>
              <a:ext uri="{FF2B5EF4-FFF2-40B4-BE49-F238E27FC236}">
                <a16:creationId xmlns:a16="http://schemas.microsoft.com/office/drawing/2014/main" id="{8255B4DC-7E17-3548-7932-EC9BD6FE35D6}"/>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6655C278-E685-DD4D-46FF-137B291BDD6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1C192872-EABE-AAB6-7138-B1E59B17FA8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9BD4BF32-ABE7-F856-65FE-2E284CF5BB6D}"/>
              </a:ext>
            </a:extLst>
          </p:cNvPr>
          <p:cNvGrpSpPr/>
          <p:nvPr/>
        </p:nvGrpSpPr>
        <p:grpSpPr>
          <a:xfrm>
            <a:off x="2152901" y="3162872"/>
            <a:ext cx="5746065" cy="4184643"/>
            <a:chOff x="531863" y="1967463"/>
            <a:chExt cx="5331526" cy="4128790"/>
          </a:xfrm>
        </p:grpSpPr>
        <p:sp>
          <p:nvSpPr>
            <p:cNvPr id="17" name="Rectangle 16">
              <a:extLst>
                <a:ext uri="{FF2B5EF4-FFF2-40B4-BE49-F238E27FC236}">
                  <a16:creationId xmlns:a16="http://schemas.microsoft.com/office/drawing/2014/main" id="{F2B559BD-337E-3201-8314-A35A280179A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AC6BD0A6-9B0C-EA23-6836-78C66AE32C03}"/>
                </a:ext>
              </a:extLst>
            </p:cNvPr>
            <p:cNvGraphicFramePr/>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a:extLst>
                <a:ext uri="{FF2B5EF4-FFF2-40B4-BE49-F238E27FC236}">
                  <a16:creationId xmlns:a16="http://schemas.microsoft.com/office/drawing/2014/main" id="{8DCD55D4-4DF4-19D5-1A0E-FF44E507FAF3}"/>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315C4907-3D63-EADE-51BD-6FA312ABCA53}"/>
              </a:ext>
            </a:extLst>
          </p:cNvPr>
          <p:cNvSpPr txBox="1"/>
          <p:nvPr/>
        </p:nvSpPr>
        <p:spPr>
          <a:xfrm>
            <a:off x="4715787" y="7547373"/>
            <a:ext cx="4393063" cy="307777"/>
          </a:xfrm>
          <a:prstGeom prst="rect">
            <a:avLst/>
          </a:prstGeom>
          <a:noFill/>
        </p:spPr>
        <p:txBody>
          <a:bodyPr wrap="square" rtlCol="0">
            <a:spAutoFit/>
          </a:bodyPr>
          <a:lstStyle/>
          <a:p>
            <a:r>
              <a:rPr lang="en-GB" sz="1400" i="1" dirty="0">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669E39F4-4487-07A1-8E63-A09299B5319C}"/>
              </a:ext>
            </a:extLst>
          </p:cNvPr>
          <p:cNvPicPr>
            <a:picLocks noChangeAspect="1"/>
          </p:cNvPicPr>
          <p:nvPr/>
        </p:nvPicPr>
        <p:blipFill>
          <a:blip r:embed="rId5"/>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AF431C0D-9499-9996-8DA5-AB17C0B1EE1C}"/>
              </a:ext>
            </a:extLst>
          </p:cNvPr>
          <p:cNvGraphicFramePr>
            <a:graphicFrameLocks noGrp="1"/>
          </p:cNvGraphicFramePr>
          <p:nvPr/>
        </p:nvGraphicFramePr>
        <p:xfrm>
          <a:off x="320040" y="3850908"/>
          <a:ext cx="7392655" cy="609600"/>
        </p:xfrm>
        <a:graphic>
          <a:graphicData uri="http://schemas.openxmlformats.org/drawingml/2006/table">
            <a:tbl>
              <a:tblPr firstRow="1" bandRow="1">
                <a:tableStyleId>{5940675A-B579-460E-94D1-54222C63F5DA}</a:tableStyleId>
              </a:tblPr>
              <a:tblGrid>
                <a:gridCol w="2272015">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7.21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12" name="TextBox 11">
            <a:extLst>
              <a:ext uri="{FF2B5EF4-FFF2-40B4-BE49-F238E27FC236}">
                <a16:creationId xmlns:a16="http://schemas.microsoft.com/office/drawing/2014/main" id="{1249007F-FF4C-4214-B410-5E673BFB460D}"/>
              </a:ext>
            </a:extLst>
          </p:cNvPr>
          <p:cNvSpPr txBox="1"/>
          <p:nvPr/>
        </p:nvSpPr>
        <p:spPr>
          <a:xfrm>
            <a:off x="4050759" y="3535901"/>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91EC95C8-4186-F218-CBBF-A9531332BEE9}"/>
              </a:ext>
            </a:extLst>
          </p:cNvPr>
          <p:cNvGrpSpPr/>
          <p:nvPr/>
        </p:nvGrpSpPr>
        <p:grpSpPr>
          <a:xfrm>
            <a:off x="9368508" y="7427123"/>
            <a:ext cx="3230077" cy="545303"/>
            <a:chOff x="107157" y="4978029"/>
            <a:chExt cx="2691728" cy="454419"/>
          </a:xfrm>
        </p:grpSpPr>
        <p:sp>
          <p:nvSpPr>
            <p:cNvPr id="8" name="TextBox 7">
              <a:extLst>
                <a:ext uri="{FF2B5EF4-FFF2-40B4-BE49-F238E27FC236}">
                  <a16:creationId xmlns:a16="http://schemas.microsoft.com/office/drawing/2014/main" id="{83FE16B5-187E-29A4-E37D-BF1DD1C85875}"/>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9" name="TextBox 8">
              <a:extLst>
                <a:ext uri="{FF2B5EF4-FFF2-40B4-BE49-F238E27FC236}">
                  <a16:creationId xmlns:a16="http://schemas.microsoft.com/office/drawing/2014/main" id="{1874F3D0-236C-FA4A-D976-7D9D600B23F2}"/>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11" name="TextBox 10">
              <a:extLst>
                <a:ext uri="{FF2B5EF4-FFF2-40B4-BE49-F238E27FC236}">
                  <a16:creationId xmlns:a16="http://schemas.microsoft.com/office/drawing/2014/main" id="{92D0DDC5-323F-E06C-48CD-053865CB8884}"/>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30" name="TextBox 29">
              <a:extLst>
                <a:ext uri="{FF2B5EF4-FFF2-40B4-BE49-F238E27FC236}">
                  <a16:creationId xmlns:a16="http://schemas.microsoft.com/office/drawing/2014/main" id="{A79D2C1A-288A-A5E8-CEDF-434AB8DEDA2C}"/>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50" name="Group 49">
            <a:extLst>
              <a:ext uri="{FF2B5EF4-FFF2-40B4-BE49-F238E27FC236}">
                <a16:creationId xmlns:a16="http://schemas.microsoft.com/office/drawing/2014/main" id="{D22342E2-1FD7-7103-38A7-8ACEE454A92D}"/>
              </a:ext>
            </a:extLst>
          </p:cNvPr>
          <p:cNvGrpSpPr/>
          <p:nvPr/>
        </p:nvGrpSpPr>
        <p:grpSpPr>
          <a:xfrm>
            <a:off x="8684218" y="94368"/>
            <a:ext cx="5855930" cy="1875295"/>
            <a:chOff x="8684218" y="94368"/>
            <a:chExt cx="5855930" cy="1875295"/>
          </a:xfrm>
        </p:grpSpPr>
        <p:sp>
          <p:nvSpPr>
            <p:cNvPr id="51" name="Rectangle 50">
              <a:extLst>
                <a:ext uri="{FF2B5EF4-FFF2-40B4-BE49-F238E27FC236}">
                  <a16:creationId xmlns:a16="http://schemas.microsoft.com/office/drawing/2014/main" id="{FE4AA90D-BB2C-4471-6E8A-4183FAEA715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2" name="TextBox 51">
              <a:extLst>
                <a:ext uri="{FF2B5EF4-FFF2-40B4-BE49-F238E27FC236}">
                  <a16:creationId xmlns:a16="http://schemas.microsoft.com/office/drawing/2014/main" id="{EC0B3D5C-C868-98EE-108B-4EE7FF469403}"/>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3" name="Picture 52" descr="A bottle of soda with a red label&#10;&#10;Description automatically generated">
              <a:extLst>
                <a:ext uri="{FF2B5EF4-FFF2-40B4-BE49-F238E27FC236}">
                  <a16:creationId xmlns:a16="http://schemas.microsoft.com/office/drawing/2014/main" id="{71F9D60F-1BC7-47C9-80FC-2D53CAE5894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4" name="Picture 53" descr="A flag on a button&#10;&#10;Description automatically generated">
              <a:extLst>
                <a:ext uri="{FF2B5EF4-FFF2-40B4-BE49-F238E27FC236}">
                  <a16:creationId xmlns:a16="http://schemas.microsoft.com/office/drawing/2014/main" id="{61DF3BCA-680F-BC6B-12EA-572E9FF649F9}"/>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60817480"/>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C3AF5B-394A-DD5E-2FE6-FFB72BFAC272}"/>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9EB08EA1-203E-0F30-C4E4-02BC633F6D63}"/>
              </a:ext>
            </a:extLst>
          </p:cNvPr>
          <p:cNvGraphicFramePr>
            <a:graphicFrameLocks/>
          </p:cNvGraphicFramePr>
          <p:nvPr>
            <p:extLst>
              <p:ext uri="{D42A27DB-BD31-4B8C-83A1-F6EECF244321}">
                <p14:modId xmlns:p14="http://schemas.microsoft.com/office/powerpoint/2010/main" val="3266551872"/>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EF47A584-C296-2A6A-2573-7DA78AE519DF}"/>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85D23AAA-C541-4130-859C-6DF407343A18}"/>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B3C40ECE-42C6-6A05-FC66-A14F8AA0814C}"/>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BE8D525F-EDFB-5115-73AB-0431C49AACEE}"/>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A17402F1-06CA-ABB5-6C26-4F36D92E42B9}"/>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4CA80B85-C997-B66D-DFB8-3BFAF72DD98C}"/>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BD221B2B-4E4E-EE8D-9B2F-6DFEDD2360CF}"/>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C9F8E869-9075-CCE7-450A-DF7DB8F9273B}"/>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F2C3432E-51AF-A871-D9F8-F413104D483D}"/>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DF330AF2-3298-C948-FBE3-674BA5C42C5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15ECDA4A-79E6-0536-788B-E2B41E0F2D41}"/>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D7912B7C-846C-77B1-5B79-53AE41F05FC5}"/>
              </a:ext>
            </a:extLst>
          </p:cNvPr>
          <p:cNvGraphicFramePr>
            <a:graphicFrameLocks noGrp="1"/>
          </p:cNvGraphicFramePr>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6.73</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6.74</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6.88</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6.62</a:t>
                      </a:r>
                    </a:p>
                    <a:p>
                      <a:pPr algn="ctr"/>
                      <a:r>
                        <a:rPr lang="en-US" sz="1400" dirty="0">
                          <a:latin typeface="Avenir Next LT Pro" panose="020B0504020202020204" pitchFamily="34" charset="0"/>
                        </a:rPr>
                        <a:t>43%</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34421BDB-688E-292B-43F5-DFB9A1007BC6}"/>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840188EF-D7DF-AEBC-6C7F-B729855D438B}"/>
              </a:ext>
            </a:extLst>
          </p:cNvPr>
          <p:cNvSpPr txBox="1"/>
          <p:nvPr/>
        </p:nvSpPr>
        <p:spPr>
          <a:xfrm>
            <a:off x="2230093" y="1867455"/>
            <a:ext cx="2524182"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p>
        </p:txBody>
      </p:sp>
      <p:cxnSp>
        <p:nvCxnSpPr>
          <p:cNvPr id="12" name="Straight Connector 11">
            <a:extLst>
              <a:ext uri="{FF2B5EF4-FFF2-40B4-BE49-F238E27FC236}">
                <a16:creationId xmlns:a16="http://schemas.microsoft.com/office/drawing/2014/main" id="{5B126FD1-747B-B3D0-FD2C-F565BC0363C5}"/>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03C66E0A-54B1-6EF0-88BB-06CE20CD0FE5}"/>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8689A986-A971-4815-EE77-93DC6540CE14}"/>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7D850B7D-EA51-5DA4-6F65-C69BB5C3250E}"/>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967BB4C5-17AE-FBF8-88C6-1FB0D60706E7}"/>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1CC4403A-8721-EAFB-63D3-4D64829BDB30}"/>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CDCF01C9-F68B-906A-3EEB-2ACD78A80033}"/>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8C09DFCD-4358-7E94-C098-F8D69A25C230}"/>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13" name="Group 12">
            <a:extLst>
              <a:ext uri="{FF2B5EF4-FFF2-40B4-BE49-F238E27FC236}">
                <a16:creationId xmlns:a16="http://schemas.microsoft.com/office/drawing/2014/main" id="{5E16B9C9-CD35-BABE-160E-949E6C766D17}"/>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3B2202D0-1BB6-CE35-BB06-C0779C1C3DD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C0A812ED-8E02-1BF0-4469-ED41D6076F1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616F864A-52BC-D088-0A43-D6EB3136C53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00573DED-74D3-7DC7-E42B-4450111EBCAD}"/>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269556667"/>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97A184-41AF-EF8B-1985-93042E312FF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E920264-C4A2-D985-584D-6DF16033D8FE}"/>
              </a:ext>
            </a:extLst>
          </p:cNvPr>
          <p:cNvSpPr>
            <a:spLocks noGrp="1"/>
          </p:cNvSpPr>
          <p:nvPr>
            <p:ph type="sldNum" sz="quarter" idx="14"/>
          </p:nvPr>
        </p:nvSpPr>
        <p:spPr/>
        <p:txBody>
          <a:bodyPr/>
          <a:lstStyle/>
          <a:p>
            <a:fld id="{9BBCFCA3-D307-4DD3-86E3-CC1388E97AC0}" type="slidenum">
              <a:rPr lang="en-US" smtClean="0"/>
              <a:pPr/>
              <a:t>163</a:t>
            </a:fld>
            <a:endParaRPr lang="en-US"/>
          </a:p>
        </p:txBody>
      </p:sp>
      <p:grpSp>
        <p:nvGrpSpPr>
          <p:cNvPr id="10" name="Group 9">
            <a:extLst>
              <a:ext uri="{FF2B5EF4-FFF2-40B4-BE49-F238E27FC236}">
                <a16:creationId xmlns:a16="http://schemas.microsoft.com/office/drawing/2014/main" id="{41CBF410-C2A7-0AFF-C7A4-F7A44E70AF8E}"/>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95A194CB-FA95-7E98-21ED-5578F2425459}"/>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561AB484-37BC-4F13-7EDE-31B8317FC7E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C9618515-9B26-725D-76A3-F201ECA5C605}"/>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E996A4AE-1748-F0AB-AC55-8BE8C269585B}"/>
              </a:ext>
            </a:extLst>
          </p:cNvPr>
          <p:cNvGraphicFramePr>
            <a:graphicFrameLocks noGrp="1"/>
          </p:cNvGraphicFramePr>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dirty="0">
                          <a:solidFill>
                            <a:srgbClr val="000000"/>
                          </a:solidFill>
                          <a:effectLst/>
                          <a:latin typeface="Avenir Next LT Pro" panose="020B0504020202020204" pitchFamily="34" charset="0"/>
                        </a:rPr>
                        <a:t>First Sip</a:t>
                      </a:r>
                    </a:p>
                    <a:p>
                      <a:pPr algn="ctr" fontAlgn="ctr"/>
                      <a:r>
                        <a:rPr lang="en-US" sz="1400" b="1" i="0" u="none" strike="noStrike" dirty="0">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7.08</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dirty="0">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D8279F74-7B51-33DE-EBE9-E6BC6C5D2A62}"/>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1773359A-740D-A367-2899-FE6FF6A07449}"/>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9F9B8CE4-36E8-F4A1-C7C7-95B17EDE812A}"/>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C0CAF9E0-1C9B-59BD-5691-4003C5CAE516}"/>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0C0C86B5-21DD-248F-DE99-DF448856C14C}"/>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1FE1AF70-590F-27B5-1F43-F09760474CF3}"/>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6246B4CC-6C2B-92C5-0E78-11C197029B69}"/>
              </a:ext>
            </a:extLst>
          </p:cNvPr>
          <p:cNvSpPr txBox="1"/>
          <p:nvPr/>
        </p:nvSpPr>
        <p:spPr>
          <a:xfrm>
            <a:off x="533731" y="1929311"/>
            <a:ext cx="1635480" cy="646331"/>
          </a:xfrm>
          <a:prstGeom prst="rect">
            <a:avLst/>
          </a:prstGeom>
          <a:solidFill>
            <a:srgbClr val="003399"/>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Pepsi Max</a:t>
            </a:r>
          </a:p>
          <a:p>
            <a:pPr algn="ctr">
              <a:defRPr/>
            </a:pPr>
            <a:r>
              <a:rPr lang="en-US" sz="1400" b="1" kern="0" dirty="0">
                <a:solidFill>
                  <a:prstClr val="white"/>
                </a:solidFill>
                <a:latin typeface="Avenir Next LT Pro" panose="020B0504020202020204" pitchFamily="34" charset="0"/>
              </a:rPr>
              <a:t>N ~ 269 per Product</a:t>
            </a:r>
          </a:p>
        </p:txBody>
      </p:sp>
      <p:sp>
        <p:nvSpPr>
          <p:cNvPr id="30" name="TextBox 29">
            <a:extLst>
              <a:ext uri="{FF2B5EF4-FFF2-40B4-BE49-F238E27FC236}">
                <a16:creationId xmlns:a16="http://schemas.microsoft.com/office/drawing/2014/main" id="{9AB8EC0F-277A-3655-A0A5-81F8B7DA4D09}"/>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DE602FF7-205F-E58A-DE1A-A5F3F4CE34B5}"/>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76F9FC73-30A3-6E92-400D-A8DCEF8761C6}"/>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0B500FF1-5234-0093-27E3-C030A5C56F14}"/>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058A59BA-47BB-0765-71DD-874F16B4D1F6}"/>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C7B6B9F0-3C04-6F42-D098-6272C2C795C7}"/>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F9EFE8F9-8262-7E69-F694-B9A26E7C9FF3}"/>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A64AC003-5C6E-E4AB-74A1-72D6EED01463}"/>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06E11AA5-64D3-9088-F2EE-EFE9C8974208}"/>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C7994A0D-3D68-B5C0-2A90-9876AB1A2CF9}"/>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D33D73B2-EEC5-7604-3D54-BACB6B984308}"/>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69645489-0401-1061-631A-9E7A8AF72157}"/>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0927A910-A00F-AA10-3C30-6046482D868E}"/>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87FDDF85-49C7-AFC3-BF2A-293FBF4CF6F8}"/>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5AF64AF6-211B-46CA-C237-25E7B6D449E7}"/>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4" name="Group 23">
            <a:extLst>
              <a:ext uri="{FF2B5EF4-FFF2-40B4-BE49-F238E27FC236}">
                <a16:creationId xmlns:a16="http://schemas.microsoft.com/office/drawing/2014/main" id="{002B154B-F773-B432-FA59-7F110D896FA0}"/>
              </a:ext>
            </a:extLst>
          </p:cNvPr>
          <p:cNvGrpSpPr/>
          <p:nvPr/>
        </p:nvGrpSpPr>
        <p:grpSpPr>
          <a:xfrm>
            <a:off x="8684218" y="94368"/>
            <a:ext cx="5855930" cy="1875295"/>
            <a:chOff x="8684218" y="94368"/>
            <a:chExt cx="5855930" cy="1875295"/>
          </a:xfrm>
        </p:grpSpPr>
        <p:sp>
          <p:nvSpPr>
            <p:cNvPr id="25" name="Rectangle 24">
              <a:extLst>
                <a:ext uri="{FF2B5EF4-FFF2-40B4-BE49-F238E27FC236}">
                  <a16:creationId xmlns:a16="http://schemas.microsoft.com/office/drawing/2014/main" id="{A5C04B9C-CC45-7A50-7630-56EBD6D3122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A81326FC-6F92-4E50-5E57-6E057549B53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9CB6ABED-1E1A-D274-1B8D-A6E836B7E1A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4A14A136-E98A-8D8C-41E6-2590989430F6}"/>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76295029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F8BF71-BBB0-5D8B-3BBC-5FF373C7A4CA}"/>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860D9F1B-9797-2F9A-4023-4F16CCBE905A}"/>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E95D3781-92D7-FCAE-F0EE-A795A15E4BA2}"/>
              </a:ext>
            </a:extLst>
          </p:cNvPr>
          <p:cNvSpPr>
            <a:spLocks noGrp="1"/>
          </p:cNvSpPr>
          <p:nvPr>
            <p:ph type="sldNum" sz="quarter" idx="14"/>
          </p:nvPr>
        </p:nvSpPr>
        <p:spPr/>
        <p:txBody>
          <a:bodyPr/>
          <a:lstStyle/>
          <a:p>
            <a:fld id="{9BBCFCA3-D307-4DD3-86E3-CC1388E97AC0}" type="slidenum">
              <a:rPr lang="en-US" smtClean="0"/>
              <a:pPr/>
              <a:t>164</a:t>
            </a:fld>
            <a:endParaRPr lang="en-US"/>
          </a:p>
        </p:txBody>
      </p:sp>
      <p:grpSp>
        <p:nvGrpSpPr>
          <p:cNvPr id="10" name="Group 9">
            <a:extLst>
              <a:ext uri="{FF2B5EF4-FFF2-40B4-BE49-F238E27FC236}">
                <a16:creationId xmlns:a16="http://schemas.microsoft.com/office/drawing/2014/main" id="{1E928035-47AD-2BA7-BC56-A9859498E4A4}"/>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DE63A730-3C99-72D3-760F-3824D1AA5829}"/>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D2BCA46-E123-A667-694B-2C5E6C7620F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CDBD5D96-DB2C-CE4D-63FE-EEE9C4FD01B6}"/>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4A995290-A1D7-4E26-603B-449C8DA9D340}"/>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3EBEFE52-9615-B0BD-0FB6-7E2DEC9996FC}"/>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8CB1CDF7-D5B4-119D-4AF4-D14DD0613BA6}"/>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534B843C-B55D-FB7F-45FB-3AC5988BE3F4}"/>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3DA9C9B8-615E-C837-C860-FFD1EE19FDAF}"/>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59F2A474-FFD5-8C6F-806A-DFFB2E1FB24B}"/>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9AC4EEA1-CD3A-2398-D425-633FFDA7A5ED}"/>
              </a:ext>
            </a:extLst>
          </p:cNvPr>
          <p:cNvSpPr txBox="1"/>
          <p:nvPr/>
        </p:nvSpPr>
        <p:spPr>
          <a:xfrm>
            <a:off x="273131" y="2129673"/>
            <a:ext cx="2265531"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p>
        </p:txBody>
      </p:sp>
      <p:cxnSp>
        <p:nvCxnSpPr>
          <p:cNvPr id="7" name="Straight Connector 6">
            <a:extLst>
              <a:ext uri="{FF2B5EF4-FFF2-40B4-BE49-F238E27FC236}">
                <a16:creationId xmlns:a16="http://schemas.microsoft.com/office/drawing/2014/main" id="{C26F43C0-65EA-B714-711E-26D27C1246CD}"/>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C1ED5228-FC22-D655-C0FD-58B08A8CD53A}"/>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931412F4-A811-6CC7-A4B2-A2BDBC866A84}"/>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17" name="Group 16">
            <a:extLst>
              <a:ext uri="{FF2B5EF4-FFF2-40B4-BE49-F238E27FC236}">
                <a16:creationId xmlns:a16="http://schemas.microsoft.com/office/drawing/2014/main" id="{53A5F4C4-239D-1EE0-CCC9-0D5003E97F73}"/>
              </a:ext>
            </a:extLst>
          </p:cNvPr>
          <p:cNvGrpSpPr/>
          <p:nvPr/>
        </p:nvGrpSpPr>
        <p:grpSpPr>
          <a:xfrm>
            <a:off x="8684218" y="94368"/>
            <a:ext cx="5855930" cy="1551678"/>
            <a:chOff x="8684218" y="94368"/>
            <a:chExt cx="5855930" cy="1551678"/>
          </a:xfrm>
        </p:grpSpPr>
        <p:sp>
          <p:nvSpPr>
            <p:cNvPr id="18" name="Rectangle 17">
              <a:extLst>
                <a:ext uri="{FF2B5EF4-FFF2-40B4-BE49-F238E27FC236}">
                  <a16:creationId xmlns:a16="http://schemas.microsoft.com/office/drawing/2014/main" id="{CF0D42EE-7884-D6F9-75C6-788254C5FFE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9" name="TextBox 18">
              <a:extLst>
                <a:ext uri="{FF2B5EF4-FFF2-40B4-BE49-F238E27FC236}">
                  <a16:creationId xmlns:a16="http://schemas.microsoft.com/office/drawing/2014/main" id="{9F5F9F46-13E6-C7D9-2BCE-84383679F87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CA89A09D-F510-31FB-0FB9-3BEBB36B450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FDD0FB7F-0A47-EDD1-3107-41B801B507E0}"/>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32841724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22C4A3-15DB-DA9A-85A0-E56EAD7AB706}"/>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2414EC80-483F-E18A-31AE-2BA69DFF1524}"/>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E22EBF10-E824-D9A4-CED0-6D5CAF171261}"/>
              </a:ext>
            </a:extLst>
          </p:cNvPr>
          <p:cNvGraphicFramePr>
            <a:graphicFrameLocks/>
          </p:cNvGraphicFramePr>
          <p:nvPr>
            <p:extLst>
              <p:ext uri="{D42A27DB-BD31-4B8C-83A1-F6EECF244321}">
                <p14:modId xmlns:p14="http://schemas.microsoft.com/office/powerpoint/2010/main" val="323755154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2C803899-BC60-2310-F4F3-2F8C6A571A89}"/>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22443A18-D7EF-A278-30D1-D4DF111DF40A}"/>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57D8A5B5-E536-62E1-6FD3-18ECBC612B03}"/>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1C45264F-61FE-7469-8DED-53C6CAEDA405}"/>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5A71E9BF-898C-AF4D-3268-44543697D933}"/>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70%</a:t>
              </a:r>
            </a:p>
            <a:p>
              <a:pPr defTabSz="548618">
                <a:defRPr/>
              </a:pPr>
              <a:r>
                <a:rPr lang="en-US" sz="1000" dirty="0">
                  <a:solidFill>
                    <a:srgbClr val="FFFFFF"/>
                  </a:solidFill>
                  <a:latin typeface="Avenir Next LT Pro" panose="020B0504020202020204" pitchFamily="34" charset="0"/>
                </a:rPr>
                <a:t>Overall Flavor			56%	</a:t>
              </a:r>
            </a:p>
            <a:p>
              <a:pPr defTabSz="548618">
                <a:defRPr/>
              </a:pPr>
              <a:r>
                <a:rPr lang="en-US" sz="1000" dirty="0">
                  <a:solidFill>
                    <a:srgbClr val="FFFFFF"/>
                  </a:solidFill>
                  <a:latin typeface="Avenir Next LT Pro" panose="020B0504020202020204" pitchFamily="34" charset="0"/>
                </a:rPr>
                <a:t>Cola Flavor			55%</a:t>
              </a:r>
            </a:p>
            <a:p>
              <a:pPr defTabSz="548618">
                <a:defRPr/>
              </a:pPr>
              <a:r>
                <a:rPr lang="en-US" sz="1000" dirty="0">
                  <a:solidFill>
                    <a:srgbClr val="FFFFFF"/>
                  </a:solidFill>
                  <a:latin typeface="Avenir Next LT Pro" panose="020B0504020202020204" pitchFamily="34" charset="0"/>
                </a:rPr>
                <a:t>Sweetness			59%</a:t>
              </a:r>
            </a:p>
            <a:p>
              <a:pPr defTabSz="548618">
                <a:defRPr/>
              </a:pPr>
              <a:r>
                <a:rPr lang="en-US" sz="1000" dirty="0">
                  <a:solidFill>
                    <a:srgbClr val="FFFFFF"/>
                  </a:solidFill>
                  <a:latin typeface="Avenir Next LT Pro" panose="020B0504020202020204" pitchFamily="34" charset="0"/>
                </a:rPr>
                <a:t>Sourness 			77%</a:t>
              </a:r>
            </a:p>
            <a:p>
              <a:pPr defTabSz="548618">
                <a:defRPr/>
              </a:pPr>
              <a:r>
                <a:rPr lang="en-US" sz="1000" dirty="0">
                  <a:solidFill>
                    <a:srgbClr val="FFFFFF"/>
                  </a:solidFill>
                  <a:latin typeface="Avenir Next LT Pro" panose="020B0504020202020204" pitchFamily="34" charset="0"/>
                </a:rPr>
                <a:t>Mouthfeel			79%</a:t>
              </a:r>
            </a:p>
            <a:p>
              <a:pPr defTabSz="548618">
                <a:defRPr/>
              </a:pPr>
              <a:r>
                <a:rPr lang="en-US" sz="1000" dirty="0">
                  <a:solidFill>
                    <a:srgbClr val="FFFFFF"/>
                  </a:solidFill>
                  <a:latin typeface="Avenir Next LT Pro" panose="020B0504020202020204" pitchFamily="34" charset="0"/>
                </a:rPr>
                <a:t>Carbonation			66%</a:t>
              </a:r>
            </a:p>
          </p:txBody>
        </p:sp>
      </p:grpSp>
      <p:sp>
        <p:nvSpPr>
          <p:cNvPr id="4" name="Slide Number Placeholder 3">
            <a:extLst>
              <a:ext uri="{FF2B5EF4-FFF2-40B4-BE49-F238E27FC236}">
                <a16:creationId xmlns:a16="http://schemas.microsoft.com/office/drawing/2014/main" id="{9A859130-A025-927B-F54F-EA17F0FEB06D}"/>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165</a:t>
            </a:fld>
            <a:endParaRPr lang="en-US">
              <a:solidFill>
                <a:srgbClr val="52565E"/>
              </a:solidFill>
              <a:latin typeface="Unity"/>
            </a:endParaRPr>
          </a:p>
        </p:txBody>
      </p:sp>
      <p:grpSp>
        <p:nvGrpSpPr>
          <p:cNvPr id="10" name="Group 9">
            <a:extLst>
              <a:ext uri="{FF2B5EF4-FFF2-40B4-BE49-F238E27FC236}">
                <a16:creationId xmlns:a16="http://schemas.microsoft.com/office/drawing/2014/main" id="{8A3AB18B-A6DD-DCFE-6CD4-93D4C6EB090B}"/>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B179AD18-75D4-270A-DD5C-50624AA12DAC}"/>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D823A5AE-493E-B081-746F-2567BC3146F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D62CCFCE-F2FE-4875-6155-A76F5F0D0D41}"/>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ABAD53C-990D-AED9-B080-29D0ADB536BC}"/>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BA73B872-55A3-5692-FF66-8AAF304B6C19}"/>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257E5513-3504-AB72-5CB1-7930FFC6FF8E}"/>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BDECCEE0-F963-8C4D-F869-451D79453DDB}"/>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F209E9EF-B44A-84D9-D30B-2C91D451228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EAE1F2AD-4829-5F43-9041-73E0A796CE2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3" name="Picture 12" descr="A bottle of soda with a red label&#10;&#10;Description automatically generated">
              <a:extLst>
                <a:ext uri="{FF2B5EF4-FFF2-40B4-BE49-F238E27FC236}">
                  <a16:creationId xmlns:a16="http://schemas.microsoft.com/office/drawing/2014/main" id="{7317A0AF-0502-14FB-4FBC-4AB45EB395D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4" name="Picture 13" descr="A flag on a button&#10;&#10;Description automatically generated">
              <a:extLst>
                <a:ext uri="{FF2B5EF4-FFF2-40B4-BE49-F238E27FC236}">
                  <a16:creationId xmlns:a16="http://schemas.microsoft.com/office/drawing/2014/main" id="{3F12D925-25F9-07B1-C629-86072597ACB8}"/>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864144088"/>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4F16E4-1028-01C6-1CBB-088C78B31E96}"/>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0D8912D6-8FD4-9A25-9654-1F1D3C3BFFBC}"/>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BA997BB0-36FC-BD7A-4ABD-6C61426A1670}"/>
              </a:ext>
            </a:extLst>
          </p:cNvPr>
          <p:cNvGraphicFramePr>
            <a:graphicFrameLocks/>
          </p:cNvGraphicFramePr>
          <p:nvPr>
            <p:extLst>
              <p:ext uri="{D42A27DB-BD31-4B8C-83A1-F6EECF244321}">
                <p14:modId xmlns:p14="http://schemas.microsoft.com/office/powerpoint/2010/main" val="1166686614"/>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FC987BD0-C33D-B472-73B4-B5D81C4AE950}"/>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3CCE878C-1776-C041-C850-A1987EF10086}"/>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C83A5E3-BEFA-E1EC-BFE4-9C4B5587DF95}"/>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5B1DF572-E3D7-EABD-BD9E-1612EACD12C2}"/>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0268A841-C7C2-44DC-DF99-F3F8EFD37F31}"/>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68%</a:t>
              </a:r>
            </a:p>
            <a:p>
              <a:pPr defTabSz="548618">
                <a:defRPr/>
              </a:pPr>
              <a:r>
                <a:rPr lang="en-US" sz="1000" dirty="0">
                  <a:solidFill>
                    <a:srgbClr val="FFFFFF"/>
                  </a:solidFill>
                  <a:latin typeface="Avenir Next LT Pro" panose="020B0504020202020204" pitchFamily="34" charset="0"/>
                </a:rPr>
                <a:t>Overall Flavor			63%	</a:t>
              </a:r>
            </a:p>
            <a:p>
              <a:pPr defTabSz="548618">
                <a:defRPr/>
              </a:pPr>
              <a:r>
                <a:rPr lang="en-US" sz="1000" dirty="0">
                  <a:solidFill>
                    <a:srgbClr val="FFFFFF"/>
                  </a:solidFill>
                  <a:latin typeface="Avenir Next LT Pro" panose="020B0504020202020204" pitchFamily="34" charset="0"/>
                </a:rPr>
                <a:t>Cola Flavor			62%</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75%</a:t>
              </a:r>
            </a:p>
            <a:p>
              <a:pPr defTabSz="548618">
                <a:defRPr/>
              </a:pPr>
              <a:r>
                <a:rPr lang="en-US" sz="1000" dirty="0">
                  <a:solidFill>
                    <a:srgbClr val="FFFFFF"/>
                  </a:solidFill>
                  <a:latin typeface="Avenir Next LT Pro" panose="020B0504020202020204" pitchFamily="34" charset="0"/>
                </a:rPr>
                <a:t>Carbonation			70%</a:t>
              </a:r>
            </a:p>
          </p:txBody>
        </p:sp>
      </p:grpSp>
      <p:sp>
        <p:nvSpPr>
          <p:cNvPr id="4" name="Slide Number Placeholder 3">
            <a:extLst>
              <a:ext uri="{FF2B5EF4-FFF2-40B4-BE49-F238E27FC236}">
                <a16:creationId xmlns:a16="http://schemas.microsoft.com/office/drawing/2014/main" id="{5EFED915-56F2-79EB-FA3B-66C16516ABC5}"/>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166</a:t>
            </a:fld>
            <a:endParaRPr lang="en-US">
              <a:solidFill>
                <a:srgbClr val="52565E"/>
              </a:solidFill>
              <a:latin typeface="Unity"/>
            </a:endParaRPr>
          </a:p>
        </p:txBody>
      </p:sp>
      <p:grpSp>
        <p:nvGrpSpPr>
          <p:cNvPr id="10" name="Group 9">
            <a:extLst>
              <a:ext uri="{FF2B5EF4-FFF2-40B4-BE49-F238E27FC236}">
                <a16:creationId xmlns:a16="http://schemas.microsoft.com/office/drawing/2014/main" id="{2F5C952B-1FDC-8CA9-3E25-D901AC3E5E7A}"/>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52713BF1-6223-A276-0D41-053B65225D99}"/>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2FA7C7E-FA9E-2A3B-2A1D-8793B5BA5F6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3E6EB938-B671-B528-EA25-B4BE531ADA65}"/>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0AC62B5E-99A9-9240-8C66-4092CADD57A4}"/>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4B5FE3F8-CB63-A430-8EB0-BFD512D2065A}"/>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E5895B85-C634-5D42-F35F-555E91ABE15F}"/>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F68FC31E-4DD7-B8C6-3650-6229D9870617}"/>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BEBA7DB4-1C73-91E2-C4DD-E2ABC6C3D72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F28C2523-B162-033E-FBA5-A3D0ACCB6F3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CA3CF49F-89F8-0ED8-C7AF-0CCD96BBF8F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477B1DC9-C167-D2AD-0DEA-4ED581E38608}"/>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72401932"/>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F40FC8-8793-EECA-59A1-976337EEAE96}"/>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174722B8-5C5E-3D11-19A2-EEF5608A925B}"/>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23124C27-4F94-6135-72CA-5F697047A129}"/>
              </a:ext>
            </a:extLst>
          </p:cNvPr>
          <p:cNvGraphicFramePr>
            <a:graphicFrameLocks/>
          </p:cNvGraphicFramePr>
          <p:nvPr>
            <p:extLst>
              <p:ext uri="{D42A27DB-BD31-4B8C-83A1-F6EECF244321}">
                <p14:modId xmlns:p14="http://schemas.microsoft.com/office/powerpoint/2010/main" val="58446053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FE0E86D1-1A84-E027-7FBD-51900564D244}"/>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E96385B5-3255-71A0-0AB1-1078502BE1DD}"/>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7E7F2D5A-4527-CC2C-F663-EB434696D8E2}"/>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7C01668D-8DB6-D16D-1967-00E494421437}"/>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87C67655-8FD9-49C3-71FF-26C14BB6FC5F}"/>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73%</a:t>
              </a:r>
            </a:p>
            <a:p>
              <a:pPr defTabSz="548618">
                <a:defRPr/>
              </a:pPr>
              <a:r>
                <a:rPr lang="en-US" sz="1000" dirty="0">
                  <a:solidFill>
                    <a:srgbClr val="FFFFFF"/>
                  </a:solidFill>
                  <a:latin typeface="Avenir Next LT Pro" panose="020B0504020202020204" pitchFamily="34" charset="0"/>
                </a:rPr>
                <a:t>Overall Flavor			64%	</a:t>
              </a:r>
            </a:p>
            <a:p>
              <a:pPr defTabSz="548618">
                <a:defRPr/>
              </a:pPr>
              <a:r>
                <a:rPr lang="en-US" sz="1000" dirty="0">
                  <a:solidFill>
                    <a:srgbClr val="FFFFFF"/>
                  </a:solidFill>
                  <a:latin typeface="Avenir Next LT Pro" panose="020B0504020202020204" pitchFamily="34" charset="0"/>
                </a:rPr>
                <a:t>Cola Flavor			61%</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74%</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71%</a:t>
              </a:r>
            </a:p>
          </p:txBody>
        </p:sp>
      </p:grpSp>
      <p:sp>
        <p:nvSpPr>
          <p:cNvPr id="4" name="Slide Number Placeholder 3">
            <a:extLst>
              <a:ext uri="{FF2B5EF4-FFF2-40B4-BE49-F238E27FC236}">
                <a16:creationId xmlns:a16="http://schemas.microsoft.com/office/drawing/2014/main" id="{BC833841-5E71-8473-2907-1A7B5704E9AC}"/>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167</a:t>
            </a:fld>
            <a:endParaRPr lang="en-US">
              <a:solidFill>
                <a:srgbClr val="52565E"/>
              </a:solidFill>
              <a:latin typeface="Unity"/>
            </a:endParaRPr>
          </a:p>
        </p:txBody>
      </p:sp>
      <p:grpSp>
        <p:nvGrpSpPr>
          <p:cNvPr id="10" name="Group 9">
            <a:extLst>
              <a:ext uri="{FF2B5EF4-FFF2-40B4-BE49-F238E27FC236}">
                <a16:creationId xmlns:a16="http://schemas.microsoft.com/office/drawing/2014/main" id="{4D42370F-3246-43A4-FE4E-C9A676771399}"/>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2D8E9950-60B9-16D3-B1CC-41CEC57D2184}"/>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F13A94CD-CE8E-5B53-5BF1-9701E446E10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985E70CC-D817-8B4B-E44C-E35B46314DE9}"/>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81EA4B71-7EB8-7E4E-BACE-F64E8561ED5D}"/>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D79C6CAE-FA49-74DF-1420-78B5DB1A163C}"/>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31BD2213-50E9-8A11-E7C5-B5CB856F1742}"/>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99562378-A972-EAA0-CB26-31EC20BE3925}"/>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EBA7B58C-84E7-0ADC-DF4C-163EBAEA782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A1EC1250-7A1E-9743-6E83-195082A00147}"/>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5E8FBD2A-5FBF-0136-3C01-70613FB3514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AE8181A6-A2A0-9BEC-842D-D922FA9965A1}"/>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45020811"/>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E0A7F5-DD5F-8495-BF12-BBED3AC821A4}"/>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B823DC8D-9BE7-9B45-3D39-05DA262B5440}"/>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B529F6F8-A383-CA25-AF49-D41F4EED3D57}"/>
              </a:ext>
            </a:extLst>
          </p:cNvPr>
          <p:cNvGraphicFramePr>
            <a:graphicFrameLocks/>
          </p:cNvGraphicFramePr>
          <p:nvPr>
            <p:extLst>
              <p:ext uri="{D42A27DB-BD31-4B8C-83A1-F6EECF244321}">
                <p14:modId xmlns:p14="http://schemas.microsoft.com/office/powerpoint/2010/main" val="215805928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0A4EF0C6-BD11-1970-5F6A-378B51BA6155}"/>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FA2DC916-4951-3129-7140-33C12ADF0A6B}"/>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5F0F953E-E1CD-8A44-6229-DC745364D99C}"/>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B7F9F0E7-E9E3-3022-AB87-A7C5C2926311}"/>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A6CFB490-65E8-5CDF-76DC-79309CB1B3A4}"/>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69%</a:t>
              </a:r>
            </a:p>
            <a:p>
              <a:pPr defTabSz="548618">
                <a:defRPr/>
              </a:pPr>
              <a:r>
                <a:rPr lang="en-US" sz="1000" dirty="0">
                  <a:solidFill>
                    <a:srgbClr val="FFFFFF"/>
                  </a:solidFill>
                  <a:latin typeface="Avenir Next LT Pro" panose="020B0504020202020204" pitchFamily="34" charset="0"/>
                </a:rPr>
                <a:t>Overall Flavor			57%	</a:t>
              </a:r>
            </a:p>
            <a:p>
              <a:pPr defTabSz="548618">
                <a:defRPr/>
              </a:pPr>
              <a:r>
                <a:rPr lang="en-US" sz="1000" dirty="0">
                  <a:solidFill>
                    <a:srgbClr val="FFFFFF"/>
                  </a:solidFill>
                  <a:latin typeface="Avenir Next LT Pro" panose="020B0504020202020204" pitchFamily="34" charset="0"/>
                </a:rPr>
                <a:t>Cola Flavor			56%</a:t>
              </a:r>
            </a:p>
            <a:p>
              <a:pPr defTabSz="548618">
                <a:defRPr/>
              </a:pPr>
              <a:r>
                <a:rPr lang="en-US" sz="1000" dirty="0">
                  <a:solidFill>
                    <a:srgbClr val="FFFFFF"/>
                  </a:solidFill>
                  <a:latin typeface="Avenir Next LT Pro" panose="020B0504020202020204" pitchFamily="34" charset="0"/>
                </a:rPr>
                <a:t>Sweetness			60%</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63%</a:t>
              </a:r>
            </a:p>
          </p:txBody>
        </p:sp>
      </p:grpSp>
      <p:sp>
        <p:nvSpPr>
          <p:cNvPr id="4" name="Slide Number Placeholder 3">
            <a:extLst>
              <a:ext uri="{FF2B5EF4-FFF2-40B4-BE49-F238E27FC236}">
                <a16:creationId xmlns:a16="http://schemas.microsoft.com/office/drawing/2014/main" id="{071B9A26-0B69-8BD9-192E-4209E70A15BF}"/>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168</a:t>
            </a:fld>
            <a:endParaRPr lang="en-US">
              <a:solidFill>
                <a:srgbClr val="52565E"/>
              </a:solidFill>
              <a:latin typeface="Unity"/>
            </a:endParaRPr>
          </a:p>
        </p:txBody>
      </p:sp>
      <p:grpSp>
        <p:nvGrpSpPr>
          <p:cNvPr id="10" name="Group 9">
            <a:extLst>
              <a:ext uri="{FF2B5EF4-FFF2-40B4-BE49-F238E27FC236}">
                <a16:creationId xmlns:a16="http://schemas.microsoft.com/office/drawing/2014/main" id="{5B0B0889-6417-A414-6041-D1BA3DDCC78E}"/>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E55656B-7755-3245-D48E-DFE59EAE00DA}"/>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BE5D6DA-781E-74BA-18A4-D573CD79CEA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9EFDAC9E-0C01-E224-E7CA-AD24FF510717}"/>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22D398C-DA48-B075-C3EC-C99F2EF072D6}"/>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15D5E257-7AB1-8C56-79F4-23B0AD8B85A7}"/>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DAAB93E4-7D4B-567E-7BFA-F30201D6ECB7}"/>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FC600EDF-E78A-1A08-E435-5F0310CA2E51}"/>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69ADD2EA-5958-CF08-4F41-10E7F6549BB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EBD9FDC4-9D14-7DC6-35CF-1A1933C812A3}"/>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7BA70301-B495-1DA2-A56C-8ABB4F4A7FC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594FA2CB-F3F1-F490-FE8B-D85D624A6825}"/>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026472448"/>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19750E-2C2E-5655-1569-AAE51FC56A32}"/>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5FDFFD50-6B71-C084-AEB8-723F780745D2}"/>
              </a:ext>
            </a:extLst>
          </p:cNvPr>
          <p:cNvGraphicFramePr>
            <a:graphicFrameLocks/>
          </p:cNvGraphicFramePr>
          <p:nvPr>
            <p:extLst>
              <p:ext uri="{D42A27DB-BD31-4B8C-83A1-F6EECF244321}">
                <p14:modId xmlns:p14="http://schemas.microsoft.com/office/powerpoint/2010/main" val="3355135035"/>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7D5E6BF2-E7D0-5249-49D9-C080450CF5F7}"/>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E1025BD2-8AD8-42E1-D09B-0C070918CA0C}"/>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8C3768D4-39A5-6E22-AB96-A5C2AE0C4E02}"/>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82FFAE0B-1971-7CC0-4864-4491751DE0C0}"/>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8B1EB7DC-D020-9F05-AAEF-83823D226941}"/>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FA4AD442-B7F6-E90B-8EA6-23257ECC0A8A}"/>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FC400C80-D722-F305-1111-77E362E6CE36}"/>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5A6C69A7-98A0-1940-CD79-24EACB18F71A}"/>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EAF063D6-6EB2-6C51-8291-4064EB23F109}"/>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C9441A0B-C1D9-DEE5-A5C2-5676D84164B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DAD8C266-6B2C-4918-BB33-BE47A8DFD519}"/>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211A4165-E1CE-A68D-E226-5EAC297BFF97}"/>
              </a:ext>
            </a:extLst>
          </p:cNvPr>
          <p:cNvGraphicFramePr>
            <a:graphicFrameLocks noGrp="1"/>
          </p:cNvGraphicFramePr>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6.61</a:t>
                      </a:r>
                    </a:p>
                    <a:p>
                      <a:pPr algn="ctr"/>
                      <a:r>
                        <a:rPr lang="en-US" sz="1400" dirty="0">
                          <a:latin typeface="Avenir Next LT Pro" panose="020B0504020202020204" pitchFamily="34" charset="0"/>
                        </a:rPr>
                        <a:t>38%</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6.77</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6.82</a:t>
                      </a:r>
                    </a:p>
                    <a:p>
                      <a:pPr algn="ctr"/>
                      <a:r>
                        <a:rPr lang="en-US" sz="1400" dirty="0">
                          <a:latin typeface="Avenir Next LT Pro" panose="020B0504020202020204" pitchFamily="34" charset="0"/>
                        </a:rPr>
                        <a:t>42%</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6.59</a:t>
                      </a:r>
                    </a:p>
                    <a:p>
                      <a:pPr algn="ctr"/>
                      <a:r>
                        <a:rPr lang="en-US" sz="1400" dirty="0">
                          <a:latin typeface="Avenir Next LT Pro" panose="020B0504020202020204" pitchFamily="34" charset="0"/>
                        </a:rPr>
                        <a:t>44%</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79CA40BB-4C3D-8489-BA2E-0F9B0548A458}"/>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488F762C-C044-B158-A154-0B46312C37E4}"/>
              </a:ext>
            </a:extLst>
          </p:cNvPr>
          <p:cNvSpPr txBox="1"/>
          <p:nvPr/>
        </p:nvSpPr>
        <p:spPr>
          <a:xfrm>
            <a:off x="2230093" y="1867455"/>
            <a:ext cx="2524182" cy="276999"/>
          </a:xfrm>
          <a:prstGeom prst="rect">
            <a:avLst/>
          </a:prstGeom>
          <a:solidFill>
            <a:srgbClr val="FFCC0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1-3x M Pepsi Max</a:t>
            </a:r>
          </a:p>
        </p:txBody>
      </p:sp>
      <p:cxnSp>
        <p:nvCxnSpPr>
          <p:cNvPr id="12" name="Straight Connector 11">
            <a:extLst>
              <a:ext uri="{FF2B5EF4-FFF2-40B4-BE49-F238E27FC236}">
                <a16:creationId xmlns:a16="http://schemas.microsoft.com/office/drawing/2014/main" id="{A89C2D73-3A04-9B70-EA8D-1DB8156AEAC7}"/>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684530DC-E705-03F5-8D46-8B66BD5098F4}"/>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F6FFC5DB-AA60-B63A-619F-F429AF31C959}"/>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1B46AB21-E6F4-1E86-5DF7-22AB3E773AEA}"/>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5CA43FF9-AEB4-97D0-4C78-60D9EF2D92FB}"/>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04791423-E715-AC42-6788-FA9687EAE84C}"/>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208F4A46-3338-F7E1-934C-FE9B81FE6544}"/>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13F8B729-D2C7-80FE-2FF1-DE828B98C09A}"/>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13" name="Group 12">
            <a:extLst>
              <a:ext uri="{FF2B5EF4-FFF2-40B4-BE49-F238E27FC236}">
                <a16:creationId xmlns:a16="http://schemas.microsoft.com/office/drawing/2014/main" id="{D4408A79-B9EB-89ED-237A-F6D21CABA243}"/>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0BFA3149-BB47-A738-2FA8-59441793E0E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4669F399-EA02-01D3-3CD4-FF94386D56E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3BB2BD2D-5B52-9A25-561D-6754E8CA691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FCA20BED-47C1-BF33-4CD9-E4903B66E33E}"/>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21646924"/>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1A0440-C2C1-424D-0F1A-A42DF433531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0D6A099-4A34-1F88-F511-4EA60E1E0692}"/>
              </a:ext>
            </a:extLst>
          </p:cNvPr>
          <p:cNvSpPr>
            <a:spLocks noGrp="1"/>
          </p:cNvSpPr>
          <p:nvPr>
            <p:ph type="sldNum" sz="quarter" idx="14"/>
          </p:nvPr>
        </p:nvSpPr>
        <p:spPr/>
        <p:txBody>
          <a:bodyPr/>
          <a:lstStyle/>
          <a:p>
            <a:fld id="{9BBCFCA3-D307-4DD3-86E3-CC1388E97AC0}" type="slidenum">
              <a:rPr lang="en-US" smtClean="0"/>
              <a:pPr/>
              <a:t>170</a:t>
            </a:fld>
            <a:endParaRPr lang="en-US"/>
          </a:p>
        </p:txBody>
      </p:sp>
      <p:grpSp>
        <p:nvGrpSpPr>
          <p:cNvPr id="10" name="Group 9">
            <a:extLst>
              <a:ext uri="{FF2B5EF4-FFF2-40B4-BE49-F238E27FC236}">
                <a16:creationId xmlns:a16="http://schemas.microsoft.com/office/drawing/2014/main" id="{09A90C86-D576-3A29-828E-8670E4894969}"/>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B0941931-114C-EAF2-828B-990EEB309543}"/>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67C78F7-5981-8FC2-B49F-791BAFD5A5C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A1D2A59A-EA97-DBA4-52CD-7B00C839EE38}"/>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5979ECEF-DEF6-BFB7-FD8F-9521D2168C87}"/>
              </a:ext>
            </a:extLst>
          </p:cNvPr>
          <p:cNvGraphicFramePr>
            <a:graphicFrameLocks noGrp="1"/>
          </p:cNvGraphicFramePr>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dirty="0">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dirty="0">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dirty="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7.10</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D2C7DD6A-932D-4904-3DB9-5D06CA4EA558}"/>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FDC8FCD4-C1E1-2787-D2DC-A58D8A10E789}"/>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ADA8CDF9-B358-7B2A-E4EC-2B53924DD24D}"/>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0C44104F-380B-00B9-33FF-23A477716056}"/>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75DAE7EE-63A3-BB12-084E-5411F9C019E7}"/>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CB72C0F7-83C0-AA4B-5E46-F4F4378A5C98}"/>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CDB45FE5-1F7F-CF72-A03A-F1F406D7163B}"/>
              </a:ext>
            </a:extLst>
          </p:cNvPr>
          <p:cNvSpPr txBox="1"/>
          <p:nvPr/>
        </p:nvSpPr>
        <p:spPr>
          <a:xfrm>
            <a:off x="533731" y="1929311"/>
            <a:ext cx="1635480" cy="646331"/>
          </a:xfrm>
          <a:prstGeom prst="rect">
            <a:avLst/>
          </a:prstGeom>
          <a:solidFill>
            <a:srgbClr val="FFCC0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1-3x M Pepsi Max</a:t>
            </a:r>
          </a:p>
          <a:p>
            <a:pPr algn="ctr">
              <a:defRPr/>
            </a:pPr>
            <a:r>
              <a:rPr lang="en-US" sz="1400" b="1" kern="0" dirty="0">
                <a:solidFill>
                  <a:prstClr val="white"/>
                </a:solidFill>
                <a:latin typeface="Avenir Next LT Pro" panose="020B0504020202020204" pitchFamily="34" charset="0"/>
              </a:rPr>
              <a:t>N ~ 161 per Product</a:t>
            </a:r>
          </a:p>
        </p:txBody>
      </p:sp>
      <p:sp>
        <p:nvSpPr>
          <p:cNvPr id="30" name="TextBox 29">
            <a:extLst>
              <a:ext uri="{FF2B5EF4-FFF2-40B4-BE49-F238E27FC236}">
                <a16:creationId xmlns:a16="http://schemas.microsoft.com/office/drawing/2014/main" id="{E652CCD3-D800-6104-D1D0-50CA3DF3B9A7}"/>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5BEFE7AD-1E5D-CA4B-1A6D-35563DE8301F}"/>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3F888D91-24A4-E01D-288E-8BBBB19521A8}"/>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7E701AA9-F9E2-4B0F-5A6D-1921337BF73B}"/>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BEC1BCE5-FA98-2809-34D0-A0A44DFAF909}"/>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EE624CE7-331D-DBF5-78C9-E72FFCA3C236}"/>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682F9CBA-940B-A303-2676-D3CB98E9FD42}"/>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8453819F-3148-DEB0-4603-B27D3F7565C4}"/>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33C80768-86F0-D92F-1580-1999CD10A0E2}"/>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87E7E4F7-6967-BCE3-51DE-AC12A6C7A007}"/>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A8343550-C763-E564-428D-5ACD060500C0}"/>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DC4A42B6-0130-791A-1640-AA0E238A1926}"/>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EA87A443-563C-0E33-263D-99746B520309}"/>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9BE0B45D-43C6-2D7C-8AD1-DE3E2680D3B1}"/>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8D118537-51AD-54A7-F373-A7486F27B141}"/>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4" name="Group 23">
            <a:extLst>
              <a:ext uri="{FF2B5EF4-FFF2-40B4-BE49-F238E27FC236}">
                <a16:creationId xmlns:a16="http://schemas.microsoft.com/office/drawing/2014/main" id="{5773915E-E272-528C-CAAF-1EA3F1F30962}"/>
              </a:ext>
            </a:extLst>
          </p:cNvPr>
          <p:cNvGrpSpPr/>
          <p:nvPr/>
        </p:nvGrpSpPr>
        <p:grpSpPr>
          <a:xfrm>
            <a:off x="8684218" y="94368"/>
            <a:ext cx="5855930" cy="1875295"/>
            <a:chOff x="8684218" y="94368"/>
            <a:chExt cx="5855930" cy="1875295"/>
          </a:xfrm>
        </p:grpSpPr>
        <p:sp>
          <p:nvSpPr>
            <p:cNvPr id="25" name="Rectangle 24">
              <a:extLst>
                <a:ext uri="{FF2B5EF4-FFF2-40B4-BE49-F238E27FC236}">
                  <a16:creationId xmlns:a16="http://schemas.microsoft.com/office/drawing/2014/main" id="{D06E137B-F654-172F-312E-714597E6B6A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1C9ECF58-CF06-4E8F-B4AE-60CB9C6797C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1A52A428-5AF5-A14C-4477-17189466D7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533F86F2-4C4B-EBA6-9984-990D3494D7D3}"/>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600321740"/>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673F8B-F539-0E78-421E-639E9AEF3075}"/>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76072117-3679-0F58-AAAE-F51BF996C870}"/>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7EE60339-F708-62DC-CF56-2DC23EBC585C}"/>
              </a:ext>
            </a:extLst>
          </p:cNvPr>
          <p:cNvSpPr>
            <a:spLocks noGrp="1"/>
          </p:cNvSpPr>
          <p:nvPr>
            <p:ph type="sldNum" sz="quarter" idx="14"/>
          </p:nvPr>
        </p:nvSpPr>
        <p:spPr/>
        <p:txBody>
          <a:bodyPr/>
          <a:lstStyle/>
          <a:p>
            <a:fld id="{9BBCFCA3-D307-4DD3-86E3-CC1388E97AC0}" type="slidenum">
              <a:rPr lang="en-US" smtClean="0"/>
              <a:pPr/>
              <a:t>171</a:t>
            </a:fld>
            <a:endParaRPr lang="en-US"/>
          </a:p>
        </p:txBody>
      </p:sp>
      <p:grpSp>
        <p:nvGrpSpPr>
          <p:cNvPr id="10" name="Group 9">
            <a:extLst>
              <a:ext uri="{FF2B5EF4-FFF2-40B4-BE49-F238E27FC236}">
                <a16:creationId xmlns:a16="http://schemas.microsoft.com/office/drawing/2014/main" id="{26141C8B-5D13-85C6-C45F-5B216A1C2E3D}"/>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5F1CDA1C-88C0-4E68-38AE-019A2A3A55E2}"/>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1E62D183-F8B6-3523-494D-574D0A5AF0A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81158A22-AB8A-A7C3-4972-5AA601CB1787}"/>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741EA227-D56C-93EF-4F8B-E792BEE049B3}"/>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BC41CB20-14FF-9E8B-08CC-2F6DB23077CB}"/>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262EA72E-DA6A-269C-0E77-87BF1F2C627F}"/>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A87FE9DE-F0A4-51FE-260C-35F6B7663605}"/>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E5C1C860-932C-1801-03B0-02D71BC1D572}"/>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DC3B182B-DCC6-6DF9-71A0-58181A53A16E}"/>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97BE513B-6740-F794-20F3-4EED7BD6DE99}"/>
              </a:ext>
            </a:extLst>
          </p:cNvPr>
          <p:cNvSpPr txBox="1"/>
          <p:nvPr/>
        </p:nvSpPr>
        <p:spPr>
          <a:xfrm>
            <a:off x="273131" y="2129673"/>
            <a:ext cx="2265531" cy="276999"/>
          </a:xfrm>
          <a:prstGeom prst="rect">
            <a:avLst/>
          </a:prstGeom>
          <a:solidFill>
            <a:srgbClr val="FFCC0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1-3x M Pepsi Max</a:t>
            </a:r>
          </a:p>
        </p:txBody>
      </p:sp>
      <p:cxnSp>
        <p:nvCxnSpPr>
          <p:cNvPr id="7" name="Straight Connector 6">
            <a:extLst>
              <a:ext uri="{FF2B5EF4-FFF2-40B4-BE49-F238E27FC236}">
                <a16:creationId xmlns:a16="http://schemas.microsoft.com/office/drawing/2014/main" id="{2B6E3E19-5F91-43A9-F2DD-A6565599F1F9}"/>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DF3D50EE-CEDD-EAEC-75A1-3B7650679719}"/>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347BD389-2836-0647-CFA5-7A96C19921DD}"/>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17" name="Group 16">
            <a:extLst>
              <a:ext uri="{FF2B5EF4-FFF2-40B4-BE49-F238E27FC236}">
                <a16:creationId xmlns:a16="http://schemas.microsoft.com/office/drawing/2014/main" id="{56380C7D-95BE-D230-829B-C787667B9362}"/>
              </a:ext>
            </a:extLst>
          </p:cNvPr>
          <p:cNvGrpSpPr/>
          <p:nvPr/>
        </p:nvGrpSpPr>
        <p:grpSpPr>
          <a:xfrm>
            <a:off x="8684218" y="94368"/>
            <a:ext cx="5855930" cy="1875295"/>
            <a:chOff x="8684218" y="94368"/>
            <a:chExt cx="5855930" cy="1875295"/>
          </a:xfrm>
        </p:grpSpPr>
        <p:sp>
          <p:nvSpPr>
            <p:cNvPr id="18" name="Rectangle 17">
              <a:extLst>
                <a:ext uri="{FF2B5EF4-FFF2-40B4-BE49-F238E27FC236}">
                  <a16:creationId xmlns:a16="http://schemas.microsoft.com/office/drawing/2014/main" id="{B5982605-03DA-D7AB-2219-696AC420D45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9" name="TextBox 18">
              <a:extLst>
                <a:ext uri="{FF2B5EF4-FFF2-40B4-BE49-F238E27FC236}">
                  <a16:creationId xmlns:a16="http://schemas.microsoft.com/office/drawing/2014/main" id="{8AAB2474-8D1D-E0CB-6629-53CD9A308F21}"/>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AFEED5C6-D4C9-DB54-CE3D-7595859CF04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8D3AFC1-1B48-6F01-D042-C13A9DB33C3B}"/>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47495424"/>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DAB126-B776-ED9F-23DD-E2AF7C6C02B4}"/>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D55B7236-F444-37A2-B558-17E69C93612E}"/>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080B515D-4DAD-F8DC-87E7-921E04908B9B}"/>
              </a:ext>
            </a:extLst>
          </p:cNvPr>
          <p:cNvGraphicFramePr>
            <a:graphicFrameLocks/>
          </p:cNvGraphicFramePr>
          <p:nvPr>
            <p:extLst>
              <p:ext uri="{D42A27DB-BD31-4B8C-83A1-F6EECF244321}">
                <p14:modId xmlns:p14="http://schemas.microsoft.com/office/powerpoint/2010/main" val="1729064531"/>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1EBAD527-BD03-828F-C389-C74B1647E114}"/>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1506B9BF-49E7-123D-7C70-10CA0F89861E}"/>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2F07254-D096-5589-789D-35CA3D857E02}"/>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6E689A93-C67E-531F-FCE6-4B45CFD77FE0}"/>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5496947D-B20E-64C8-322B-766CDDED2886}"/>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69%</a:t>
              </a:r>
            </a:p>
            <a:p>
              <a:pPr defTabSz="548618">
                <a:defRPr/>
              </a:pPr>
              <a:r>
                <a:rPr lang="en-US" sz="1000" dirty="0">
                  <a:solidFill>
                    <a:srgbClr val="FFFFFF"/>
                  </a:solidFill>
                  <a:latin typeface="Avenir Next LT Pro" panose="020B0504020202020204" pitchFamily="34" charset="0"/>
                </a:rPr>
                <a:t>Overall Flavor			61%	</a:t>
              </a:r>
            </a:p>
            <a:p>
              <a:pPr defTabSz="548618">
                <a:defRPr/>
              </a:pPr>
              <a:r>
                <a:rPr lang="en-US" sz="1000" dirty="0">
                  <a:solidFill>
                    <a:srgbClr val="FFFFFF"/>
                  </a:solidFill>
                  <a:latin typeface="Avenir Next LT Pro" panose="020B0504020202020204" pitchFamily="34" charset="0"/>
                </a:rPr>
                <a:t>Cola Flavor			60%</a:t>
              </a:r>
            </a:p>
            <a:p>
              <a:pPr defTabSz="548618">
                <a:defRPr/>
              </a:pPr>
              <a:r>
                <a:rPr lang="en-US" sz="1000" dirty="0">
                  <a:solidFill>
                    <a:srgbClr val="FFFFFF"/>
                  </a:solidFill>
                  <a:latin typeface="Avenir Next LT Pro" panose="020B0504020202020204" pitchFamily="34" charset="0"/>
                </a:rPr>
                <a:t>Sweetness			60%</a:t>
              </a:r>
            </a:p>
            <a:p>
              <a:pPr defTabSz="548618">
                <a:defRPr/>
              </a:pPr>
              <a:r>
                <a:rPr lang="en-US" sz="1000" dirty="0">
                  <a:solidFill>
                    <a:srgbClr val="FFFFFF"/>
                  </a:solidFill>
                  <a:latin typeface="Avenir Next LT Pro" panose="020B0504020202020204" pitchFamily="34" charset="0"/>
                </a:rPr>
                <a:t>Sourness 			71%</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62%</a:t>
              </a:r>
            </a:p>
          </p:txBody>
        </p:sp>
      </p:grpSp>
      <p:sp>
        <p:nvSpPr>
          <p:cNvPr id="4" name="Slide Number Placeholder 3">
            <a:extLst>
              <a:ext uri="{FF2B5EF4-FFF2-40B4-BE49-F238E27FC236}">
                <a16:creationId xmlns:a16="http://schemas.microsoft.com/office/drawing/2014/main" id="{99711CC3-9639-E210-7008-070B032C41EB}"/>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172</a:t>
            </a:fld>
            <a:endParaRPr lang="en-US">
              <a:solidFill>
                <a:srgbClr val="52565E"/>
              </a:solidFill>
              <a:latin typeface="Unity"/>
            </a:endParaRPr>
          </a:p>
        </p:txBody>
      </p:sp>
      <p:grpSp>
        <p:nvGrpSpPr>
          <p:cNvPr id="10" name="Group 9">
            <a:extLst>
              <a:ext uri="{FF2B5EF4-FFF2-40B4-BE49-F238E27FC236}">
                <a16:creationId xmlns:a16="http://schemas.microsoft.com/office/drawing/2014/main" id="{892C6B3B-EAD6-4ABB-5798-B2FBF6F35C87}"/>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4CB608C6-0F92-2F11-71C0-3B5DAD1B1F8D}"/>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7AEAA22D-5A8D-F468-6E42-7EFCB7F992A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5F30601D-A854-E72F-ED18-9504A87D8871}"/>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1416C484-07EA-2085-395D-A3751E03C13F}"/>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4A3249DB-3A90-C819-C94C-E518DCFCD863}"/>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10B7C8B7-CAC1-3863-6981-870260B3A049}"/>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607325EC-EF6D-E1A4-B191-6B959978C8E9}"/>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EE394C21-1F56-4D39-62C0-23FA26D170A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1EC4AC8C-10F0-6B79-D3B1-1B5CEB8DE4E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3" name="Picture 12" descr="A bottle of soda with a red label&#10;&#10;Description automatically generated">
              <a:extLst>
                <a:ext uri="{FF2B5EF4-FFF2-40B4-BE49-F238E27FC236}">
                  <a16:creationId xmlns:a16="http://schemas.microsoft.com/office/drawing/2014/main" id="{AA85F085-2B5C-4948-DE0A-50EC2C39494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4" name="Picture 13" descr="A flag on a button&#10;&#10;Description automatically generated">
              <a:extLst>
                <a:ext uri="{FF2B5EF4-FFF2-40B4-BE49-F238E27FC236}">
                  <a16:creationId xmlns:a16="http://schemas.microsoft.com/office/drawing/2014/main" id="{64461517-8DDB-4793-DFA4-5F9675937B7B}"/>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998142682"/>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349E19-6AF0-A536-949F-BD3F15060A92}"/>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0BF0608A-58C3-9DD7-AD13-369DEF07D5A3}"/>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09680461-FFBC-8968-94FE-A4FDFC01043A}"/>
              </a:ext>
            </a:extLst>
          </p:cNvPr>
          <p:cNvGraphicFramePr>
            <a:graphicFrameLocks/>
          </p:cNvGraphicFramePr>
          <p:nvPr>
            <p:extLst>
              <p:ext uri="{D42A27DB-BD31-4B8C-83A1-F6EECF244321}">
                <p14:modId xmlns:p14="http://schemas.microsoft.com/office/powerpoint/2010/main" val="2818402174"/>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AFBBCED0-4582-1EB9-27CF-A0E604BDC5B8}"/>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EC12C0C1-DBB1-FE22-1240-AD5792EC8E16}"/>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7E0B860-C574-3335-1EAC-3BB97947193C}"/>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7DF32D2C-AEBB-C1B8-E8F2-F5270DACFAD1}"/>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09A92694-2BF6-6C15-B71F-0B3D48EDDA06}"/>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61%	</a:t>
              </a:r>
            </a:p>
            <a:p>
              <a:pPr defTabSz="548618">
                <a:defRPr/>
              </a:pPr>
              <a:r>
                <a:rPr lang="en-US" sz="1000" dirty="0">
                  <a:solidFill>
                    <a:srgbClr val="FFFFFF"/>
                  </a:solidFill>
                  <a:latin typeface="Avenir Next LT Pro" panose="020B0504020202020204" pitchFamily="34" charset="0"/>
                </a:rPr>
                <a:t>Cola Flavor			58%</a:t>
              </a:r>
            </a:p>
            <a:p>
              <a:pPr defTabSz="548618">
                <a:defRPr/>
              </a:pPr>
              <a:r>
                <a:rPr lang="en-US" sz="1000" dirty="0">
                  <a:solidFill>
                    <a:srgbClr val="FFFFFF"/>
                  </a:solidFill>
                  <a:latin typeface="Avenir Next LT Pro" panose="020B0504020202020204" pitchFamily="34" charset="0"/>
                </a:rPr>
                <a:t>Sweetness			63%</a:t>
              </a:r>
            </a:p>
            <a:p>
              <a:pPr defTabSz="548618">
                <a:defRPr/>
              </a:pPr>
              <a:r>
                <a:rPr lang="en-US" sz="1000" dirty="0">
                  <a:solidFill>
                    <a:srgbClr val="FFFFFF"/>
                  </a:solidFill>
                  <a:latin typeface="Avenir Next LT Pro" panose="020B0504020202020204" pitchFamily="34" charset="0"/>
                </a:rPr>
                <a:t>Sourness 			73%</a:t>
              </a:r>
            </a:p>
            <a:p>
              <a:pPr defTabSz="548618">
                <a:defRPr/>
              </a:pPr>
              <a:r>
                <a:rPr lang="en-US" sz="1000" dirty="0">
                  <a:solidFill>
                    <a:srgbClr val="FFFFFF"/>
                  </a:solidFill>
                  <a:latin typeface="Avenir Next LT Pro" panose="020B0504020202020204" pitchFamily="34" charset="0"/>
                </a:rPr>
                <a:t>Mouthfeel			75%</a:t>
              </a:r>
            </a:p>
            <a:p>
              <a:pPr defTabSz="548618">
                <a:defRPr/>
              </a:pPr>
              <a:r>
                <a:rPr lang="en-US" sz="1000" dirty="0">
                  <a:solidFill>
                    <a:srgbClr val="FFFFFF"/>
                  </a:solidFill>
                  <a:latin typeface="Avenir Next LT Pro" panose="020B0504020202020204" pitchFamily="34" charset="0"/>
                </a:rPr>
                <a:t>Carbonation			60%</a:t>
              </a:r>
            </a:p>
          </p:txBody>
        </p:sp>
      </p:grpSp>
      <p:sp>
        <p:nvSpPr>
          <p:cNvPr id="4" name="Slide Number Placeholder 3">
            <a:extLst>
              <a:ext uri="{FF2B5EF4-FFF2-40B4-BE49-F238E27FC236}">
                <a16:creationId xmlns:a16="http://schemas.microsoft.com/office/drawing/2014/main" id="{DBCF2D1B-36C9-7C2B-7D6E-07891219BD96}"/>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173</a:t>
            </a:fld>
            <a:endParaRPr lang="en-US">
              <a:solidFill>
                <a:srgbClr val="52565E"/>
              </a:solidFill>
              <a:latin typeface="Unity"/>
            </a:endParaRPr>
          </a:p>
        </p:txBody>
      </p:sp>
      <p:grpSp>
        <p:nvGrpSpPr>
          <p:cNvPr id="10" name="Group 9">
            <a:extLst>
              <a:ext uri="{FF2B5EF4-FFF2-40B4-BE49-F238E27FC236}">
                <a16:creationId xmlns:a16="http://schemas.microsoft.com/office/drawing/2014/main" id="{2EC8C806-D252-8392-AE7D-BF6A7E2A9BDB}"/>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989C0CBC-A653-8D48-4CC1-FC53F8F3E6E8}"/>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86B9872B-F3BD-7FE4-E8C7-DB37091733B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76427E5E-EFF4-17B9-6197-0299EEF32640}"/>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C26D68CB-7682-5A9F-51AD-6872C7A1C1DA}"/>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D297A7EB-37BD-C36A-A7EE-C41AC5E232C8}"/>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5F594BF5-FDF6-3D03-76B9-FD19C7E3455B}"/>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B5980B90-A5D5-F2FA-8D1A-3BF829C67F90}"/>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63224CE7-105D-B7A5-84F4-36448CEF19C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488CD61E-5DB9-7307-D74E-813C27D275CB}"/>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07DCCAD4-CC4B-884D-E0C8-0C500A9540B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E98CF111-26F7-1330-F5C8-5C8F46DCA163}"/>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56990687"/>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2FE7C8-F4D9-1684-043C-69244079D97B}"/>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8C67B2EA-999B-A874-40D6-93B075F7962A}"/>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7F964050-4D4A-AF6D-3194-7B166866C5BD}"/>
              </a:ext>
            </a:extLst>
          </p:cNvPr>
          <p:cNvGraphicFramePr>
            <a:graphicFrameLocks/>
          </p:cNvGraphicFramePr>
          <p:nvPr>
            <p:extLst>
              <p:ext uri="{D42A27DB-BD31-4B8C-83A1-F6EECF244321}">
                <p14:modId xmlns:p14="http://schemas.microsoft.com/office/powerpoint/2010/main" val="3807162630"/>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365514A1-6012-0BD3-4DF8-ABD74D94935C}"/>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7FAA3ED6-26E3-A1B4-5443-6A42656ADCDA}"/>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5273041A-4964-3ECD-8FC2-15C39668102D}"/>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2B391B6E-EDB3-8EEA-B0F0-A87F292737AC}"/>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6D443A3-94DA-1E58-B5A0-EFE67E8292DA}"/>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69%</a:t>
              </a:r>
            </a:p>
            <a:p>
              <a:pPr defTabSz="548618">
                <a:defRPr/>
              </a:pPr>
              <a:r>
                <a:rPr lang="en-US" sz="1000" dirty="0">
                  <a:solidFill>
                    <a:srgbClr val="FFFFFF"/>
                  </a:solidFill>
                  <a:latin typeface="Avenir Next LT Pro" panose="020B0504020202020204" pitchFamily="34" charset="0"/>
                </a:rPr>
                <a:t>Overall Flavor			63%	</a:t>
              </a:r>
            </a:p>
            <a:p>
              <a:pPr defTabSz="548618">
                <a:defRPr/>
              </a:pPr>
              <a:r>
                <a:rPr lang="en-US" sz="1000" dirty="0">
                  <a:solidFill>
                    <a:srgbClr val="FFFFFF"/>
                  </a:solidFill>
                  <a:latin typeface="Avenir Next LT Pro" panose="020B0504020202020204" pitchFamily="34" charset="0"/>
                </a:rPr>
                <a:t>Cola Flavor			61%</a:t>
              </a:r>
            </a:p>
            <a:p>
              <a:pPr defTabSz="548618">
                <a:defRPr/>
              </a:pPr>
              <a:r>
                <a:rPr lang="en-US" sz="1000" dirty="0">
                  <a:solidFill>
                    <a:srgbClr val="FFFFFF"/>
                  </a:solidFill>
                  <a:latin typeface="Avenir Next LT Pro" panose="020B0504020202020204" pitchFamily="34" charset="0"/>
                </a:rPr>
                <a:t>Sweetness			66%</a:t>
              </a:r>
            </a:p>
            <a:p>
              <a:pPr defTabSz="548618">
                <a:defRPr/>
              </a:pPr>
              <a:r>
                <a:rPr lang="en-US" sz="1000" dirty="0">
                  <a:solidFill>
                    <a:srgbClr val="FFFFFF"/>
                  </a:solidFill>
                  <a:latin typeface="Avenir Next LT Pro" panose="020B0504020202020204" pitchFamily="34" charset="0"/>
                </a:rPr>
                <a:t>Sourness 			72%</a:t>
              </a:r>
            </a:p>
            <a:p>
              <a:pPr defTabSz="548618">
                <a:defRPr/>
              </a:pPr>
              <a:r>
                <a:rPr lang="en-US" sz="1000" dirty="0">
                  <a:solidFill>
                    <a:srgbClr val="FFFFFF"/>
                  </a:solidFill>
                  <a:latin typeface="Avenir Next LT Pro" panose="020B0504020202020204" pitchFamily="34" charset="0"/>
                </a:rPr>
                <a:t>Mouthfeel			78%</a:t>
              </a:r>
            </a:p>
            <a:p>
              <a:pPr defTabSz="548618">
                <a:defRPr/>
              </a:pPr>
              <a:r>
                <a:rPr lang="en-US" sz="1000" dirty="0">
                  <a:solidFill>
                    <a:srgbClr val="FFFFFF"/>
                  </a:solidFill>
                  <a:latin typeface="Avenir Next LT Pro" panose="020B0504020202020204" pitchFamily="34" charset="0"/>
                </a:rPr>
                <a:t>Carbonation			65%</a:t>
              </a:r>
            </a:p>
          </p:txBody>
        </p:sp>
      </p:grpSp>
      <p:sp>
        <p:nvSpPr>
          <p:cNvPr id="4" name="Slide Number Placeholder 3">
            <a:extLst>
              <a:ext uri="{FF2B5EF4-FFF2-40B4-BE49-F238E27FC236}">
                <a16:creationId xmlns:a16="http://schemas.microsoft.com/office/drawing/2014/main" id="{E858690E-E4D7-3851-165B-80F5F8A7ACDB}"/>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174</a:t>
            </a:fld>
            <a:endParaRPr lang="en-US">
              <a:solidFill>
                <a:srgbClr val="52565E"/>
              </a:solidFill>
              <a:latin typeface="Unity"/>
            </a:endParaRPr>
          </a:p>
        </p:txBody>
      </p:sp>
      <p:grpSp>
        <p:nvGrpSpPr>
          <p:cNvPr id="10" name="Group 9">
            <a:extLst>
              <a:ext uri="{FF2B5EF4-FFF2-40B4-BE49-F238E27FC236}">
                <a16:creationId xmlns:a16="http://schemas.microsoft.com/office/drawing/2014/main" id="{B1827B5B-B027-5226-D809-F662CC7EDB72}"/>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DBB20BA2-8054-38C2-5E47-5EBB93C487CE}"/>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70B2FB26-DF01-56F3-70F3-87E3E20E142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FCA98205-12DC-E2D1-7677-A666F94A79DB}"/>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4DC333C9-2D97-AC7F-E981-2D21BCD779CE}"/>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EBD91891-EBD1-6EC9-53D1-68E15077B555}"/>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A4516AE3-0730-1BC6-BE10-ED96DE589607}"/>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8C7BBB85-B593-02F5-D9B6-3D7A353DE224}"/>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067F2559-2C7F-611B-9A38-7EA071A43D6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89ABF67A-705E-A859-D8B7-E31903AF1A6D}"/>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C8E83EFF-7D80-593A-4A2F-66D665C277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65CF000B-4B62-3592-5FFD-25C8E02EE779}"/>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990202694"/>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180222-3646-740D-890F-92129089133D}"/>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530687AC-55F8-48ED-89F3-03DCEE4FD3C6}"/>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E746340A-5FA4-C597-301F-7A6904281347}"/>
              </a:ext>
            </a:extLst>
          </p:cNvPr>
          <p:cNvGraphicFramePr>
            <a:graphicFrameLocks/>
          </p:cNvGraphicFramePr>
          <p:nvPr>
            <p:extLst>
              <p:ext uri="{D42A27DB-BD31-4B8C-83A1-F6EECF244321}">
                <p14:modId xmlns:p14="http://schemas.microsoft.com/office/powerpoint/2010/main" val="3531672915"/>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32FA53AA-F444-6828-1125-86110A5EB1CB}"/>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4F84FD04-A331-A80B-B9D7-538E3545F918}"/>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375896E-FD85-1778-8456-41EC66CAC94F}"/>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E9D943E7-551F-DDD9-9EA6-B3B3CA683503}"/>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2274C69F-A722-6514-73BD-3564C744B2BC}"/>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69%</a:t>
              </a:r>
            </a:p>
            <a:p>
              <a:pPr defTabSz="548618">
                <a:defRPr/>
              </a:pPr>
              <a:r>
                <a:rPr lang="en-US" sz="1000" dirty="0">
                  <a:solidFill>
                    <a:srgbClr val="FFFFFF"/>
                  </a:solidFill>
                  <a:latin typeface="Avenir Next LT Pro" panose="020B0504020202020204" pitchFamily="34" charset="0"/>
                </a:rPr>
                <a:t>Overall Flavor			55%	</a:t>
              </a:r>
            </a:p>
            <a:p>
              <a:pPr defTabSz="548618">
                <a:defRPr/>
              </a:pPr>
              <a:r>
                <a:rPr lang="en-US" sz="1000" dirty="0">
                  <a:solidFill>
                    <a:srgbClr val="FFFFFF"/>
                  </a:solidFill>
                  <a:latin typeface="Avenir Next LT Pro" panose="020B0504020202020204" pitchFamily="34" charset="0"/>
                </a:rPr>
                <a:t>Cola Flavor			54%</a:t>
              </a:r>
            </a:p>
            <a:p>
              <a:pPr defTabSz="548618">
                <a:defRPr/>
              </a:pPr>
              <a:r>
                <a:rPr lang="en-US" sz="1000" dirty="0">
                  <a:solidFill>
                    <a:srgbClr val="FFFFFF"/>
                  </a:solidFill>
                  <a:latin typeface="Avenir Next LT Pro" panose="020B0504020202020204" pitchFamily="34" charset="0"/>
                </a:rPr>
                <a:t>Sweetness			57%</a:t>
              </a:r>
            </a:p>
            <a:p>
              <a:pPr defTabSz="548618">
                <a:defRPr/>
              </a:pPr>
              <a:r>
                <a:rPr lang="en-US" sz="1000" dirty="0">
                  <a:solidFill>
                    <a:srgbClr val="FFFFFF"/>
                  </a:solidFill>
                  <a:latin typeface="Avenir Next LT Pro" panose="020B0504020202020204" pitchFamily="34" charset="0"/>
                </a:rPr>
                <a:t>Sourness 			72%</a:t>
              </a:r>
            </a:p>
            <a:p>
              <a:pPr defTabSz="548618">
                <a:defRPr/>
              </a:pPr>
              <a:r>
                <a:rPr lang="en-US" sz="1000" dirty="0">
                  <a:solidFill>
                    <a:srgbClr val="FFFFFF"/>
                  </a:solidFill>
                  <a:latin typeface="Avenir Next LT Pro" panose="020B0504020202020204" pitchFamily="34" charset="0"/>
                </a:rPr>
                <a:t>Mouthfeel			77%</a:t>
              </a:r>
            </a:p>
            <a:p>
              <a:pPr defTabSz="548618">
                <a:defRPr/>
              </a:pPr>
              <a:r>
                <a:rPr lang="en-US" sz="1000" dirty="0">
                  <a:solidFill>
                    <a:srgbClr val="FFFFFF"/>
                  </a:solidFill>
                  <a:latin typeface="Avenir Next LT Pro" panose="020B0504020202020204" pitchFamily="34" charset="0"/>
                </a:rPr>
                <a:t>Carbonation			54%</a:t>
              </a:r>
            </a:p>
          </p:txBody>
        </p:sp>
      </p:grpSp>
      <p:sp>
        <p:nvSpPr>
          <p:cNvPr id="4" name="Slide Number Placeholder 3">
            <a:extLst>
              <a:ext uri="{FF2B5EF4-FFF2-40B4-BE49-F238E27FC236}">
                <a16:creationId xmlns:a16="http://schemas.microsoft.com/office/drawing/2014/main" id="{FF2DA75E-EAFD-6FCD-BD12-86975ACEC7F0}"/>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175</a:t>
            </a:fld>
            <a:endParaRPr lang="en-US">
              <a:solidFill>
                <a:srgbClr val="52565E"/>
              </a:solidFill>
              <a:latin typeface="Unity"/>
            </a:endParaRPr>
          </a:p>
        </p:txBody>
      </p:sp>
      <p:grpSp>
        <p:nvGrpSpPr>
          <p:cNvPr id="10" name="Group 9">
            <a:extLst>
              <a:ext uri="{FF2B5EF4-FFF2-40B4-BE49-F238E27FC236}">
                <a16:creationId xmlns:a16="http://schemas.microsoft.com/office/drawing/2014/main" id="{E40F687E-51A0-8049-02E6-2C205298FDC5}"/>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94CF6F3-75C4-4CB9-FDC1-CE6B08813B56}"/>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6D66AA2-2212-3ABA-B24A-57B3AE37421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70FB0DC4-385A-59F6-0E45-A0034FD9DC01}"/>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6E960C9C-B41C-4B39-D164-ED7251290E1D}"/>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1A5004DA-7D2C-30F1-AA44-7972CE9941B5}"/>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D134D6C5-F5C9-2E34-001D-03B366798245}"/>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53476B3D-9FA4-3941-604A-5E10BEAB50CE}"/>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594A9C09-51DD-1CC5-1BFD-D0704D25BE7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E907B767-BBB9-EDBD-D849-DAD402A4530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6F2EE12D-541B-2785-F4AC-A445C3FDA3C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A0A8E805-0F27-BDF0-084D-A15D3A94A025}"/>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959515926"/>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687B4B-2411-4D91-CC40-66256EADD22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E828BB5-8262-76D5-9CED-27AE5212804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F32733AF-B13A-DED9-6048-8FC66D710487}"/>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D91A44E3-4A9C-B2E1-A562-86F092EE868D}"/>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A8D87DA-9198-FC7E-C280-FD3D74DF2A4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8BE957B8-D4CA-0B74-3D54-A72892A9961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Less frequent Pepsi Max drinkers are more likely to notice an aftertaste from all three Prototypes, but it is most unpleasant for Prototype 1.</a:t>
            </a:r>
          </a:p>
        </p:txBody>
      </p:sp>
      <p:grpSp>
        <p:nvGrpSpPr>
          <p:cNvPr id="2" name="Group 1">
            <a:extLst>
              <a:ext uri="{FF2B5EF4-FFF2-40B4-BE49-F238E27FC236}">
                <a16:creationId xmlns:a16="http://schemas.microsoft.com/office/drawing/2014/main" id="{BBC74675-D289-821F-7D19-C6D40E4597F3}"/>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8E84B5B2-A75C-FD86-2B1C-EB714D1676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60367D80-09B7-BE64-7FCB-6D86DBAD123D}"/>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9DE8C9D9-B78D-D9C8-93DE-BCB692AA0C2A}"/>
                </a:ext>
              </a:extLst>
            </p:cNvPr>
            <p:cNvSpPr txBox="1"/>
            <p:nvPr/>
          </p:nvSpPr>
          <p:spPr>
            <a:xfrm>
              <a:off x="2243668" y="2140474"/>
              <a:ext cx="1907949"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(First Sip)</a:t>
              </a:r>
            </a:p>
          </p:txBody>
        </p:sp>
      </p:grpSp>
      <p:pic>
        <p:nvPicPr>
          <p:cNvPr id="15" name="Picture 14">
            <a:extLst>
              <a:ext uri="{FF2B5EF4-FFF2-40B4-BE49-F238E27FC236}">
                <a16:creationId xmlns:a16="http://schemas.microsoft.com/office/drawing/2014/main" id="{5F92E698-21B7-0180-6CB0-E73230087B89}"/>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1378BA80-1634-0AD3-C41E-377E5AF7E12C}"/>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8113E533-5B81-F809-5883-32C462C64EA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431B550F-4A3F-3B39-ACF4-2666E7F019D9}"/>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94D5E565-5A76-9177-09F1-DA879822A29E}"/>
                </a:ext>
              </a:extLst>
            </p:cNvPr>
            <p:cNvSpPr txBox="1"/>
            <p:nvPr/>
          </p:nvSpPr>
          <p:spPr>
            <a:xfrm>
              <a:off x="2243668" y="2140474"/>
              <a:ext cx="1907949"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(First Sip)</a:t>
              </a:r>
            </a:p>
          </p:txBody>
        </p:sp>
      </p:grpSp>
      <p:sp>
        <p:nvSpPr>
          <p:cNvPr id="16" name="TextBox 15">
            <a:extLst>
              <a:ext uri="{FF2B5EF4-FFF2-40B4-BE49-F238E27FC236}">
                <a16:creationId xmlns:a16="http://schemas.microsoft.com/office/drawing/2014/main" id="{0E723DCB-A6EC-FA0D-0DD0-9F11A3F187DC}"/>
              </a:ext>
            </a:extLst>
          </p:cNvPr>
          <p:cNvSpPr txBox="1"/>
          <p:nvPr/>
        </p:nvSpPr>
        <p:spPr>
          <a:xfrm>
            <a:off x="8842522" y="2549591"/>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17" name="TextBox 16">
            <a:extLst>
              <a:ext uri="{FF2B5EF4-FFF2-40B4-BE49-F238E27FC236}">
                <a16:creationId xmlns:a16="http://schemas.microsoft.com/office/drawing/2014/main" id="{AB397F11-E6EF-7BFE-4B0A-AAC32258A8FA}"/>
              </a:ext>
            </a:extLst>
          </p:cNvPr>
          <p:cNvSpPr txBox="1"/>
          <p:nvPr/>
        </p:nvSpPr>
        <p:spPr>
          <a:xfrm>
            <a:off x="2649498" y="2549592"/>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6CC2A036-E69F-EA37-9042-BEE3FE662109}"/>
              </a:ext>
            </a:extLst>
          </p:cNvPr>
          <p:cNvGrpSpPr/>
          <p:nvPr/>
        </p:nvGrpSpPr>
        <p:grpSpPr>
          <a:xfrm>
            <a:off x="9804340" y="7467214"/>
            <a:ext cx="3145231" cy="633114"/>
            <a:chOff x="7844435" y="7271368"/>
            <a:chExt cx="3145231" cy="633114"/>
          </a:xfrm>
        </p:grpSpPr>
        <p:grpSp>
          <p:nvGrpSpPr>
            <p:cNvPr id="8" name="Group 7">
              <a:extLst>
                <a:ext uri="{FF2B5EF4-FFF2-40B4-BE49-F238E27FC236}">
                  <a16:creationId xmlns:a16="http://schemas.microsoft.com/office/drawing/2014/main" id="{93F0A4BF-9913-F598-2821-AA78D15A2665}"/>
                </a:ext>
              </a:extLst>
            </p:cNvPr>
            <p:cNvGrpSpPr/>
            <p:nvPr/>
          </p:nvGrpSpPr>
          <p:grpSpPr>
            <a:xfrm>
              <a:off x="7854767" y="7504372"/>
              <a:ext cx="3084052" cy="400110"/>
              <a:chOff x="100590" y="4977369"/>
              <a:chExt cx="3084052" cy="400110"/>
            </a:xfrm>
          </p:grpSpPr>
          <p:sp>
            <p:nvSpPr>
              <p:cNvPr id="25" name="TextBox 24">
                <a:extLst>
                  <a:ext uri="{FF2B5EF4-FFF2-40B4-BE49-F238E27FC236}">
                    <a16:creationId xmlns:a16="http://schemas.microsoft.com/office/drawing/2014/main" id="{3BF7DC8E-530E-0919-886A-0BFFD85D9817}"/>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FBB0DBA6-5E98-0152-699D-7A6D53498F03}"/>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9" name="TextBox 8">
              <a:extLst>
                <a:ext uri="{FF2B5EF4-FFF2-40B4-BE49-F238E27FC236}">
                  <a16:creationId xmlns:a16="http://schemas.microsoft.com/office/drawing/2014/main" id="{51BF0B2D-1E03-9AAB-95EA-FC77357C5FA2}"/>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4" name="TextBox 23">
              <a:extLst>
                <a:ext uri="{FF2B5EF4-FFF2-40B4-BE49-F238E27FC236}">
                  <a16:creationId xmlns:a16="http://schemas.microsoft.com/office/drawing/2014/main" id="{4BE43FA0-2134-E115-9769-D657CB53EBC1}"/>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28F1AF01-7D93-E215-2680-EF175FF0F831}"/>
              </a:ext>
            </a:extLst>
          </p:cNvPr>
          <p:cNvGrpSpPr/>
          <p:nvPr/>
        </p:nvGrpSpPr>
        <p:grpSpPr>
          <a:xfrm>
            <a:off x="8684218" y="94368"/>
            <a:ext cx="5855930" cy="1875295"/>
            <a:chOff x="8684218" y="94368"/>
            <a:chExt cx="5855930" cy="1875295"/>
          </a:xfrm>
        </p:grpSpPr>
        <p:sp>
          <p:nvSpPr>
            <p:cNvPr id="43" name="Rectangle 42">
              <a:extLst>
                <a:ext uri="{FF2B5EF4-FFF2-40B4-BE49-F238E27FC236}">
                  <a16:creationId xmlns:a16="http://schemas.microsoft.com/office/drawing/2014/main" id="{C25BBDBF-A293-7883-5990-96041D34860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4" name="TextBox 43">
              <a:extLst>
                <a:ext uri="{FF2B5EF4-FFF2-40B4-BE49-F238E27FC236}">
                  <a16:creationId xmlns:a16="http://schemas.microsoft.com/office/drawing/2014/main" id="{6FAD2B6D-15D3-C323-8E1E-303913F6886A}"/>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5" name="Picture 44" descr="A bottle of soda with a red label&#10;&#10;Description automatically generated">
              <a:extLst>
                <a:ext uri="{FF2B5EF4-FFF2-40B4-BE49-F238E27FC236}">
                  <a16:creationId xmlns:a16="http://schemas.microsoft.com/office/drawing/2014/main" id="{C345E78E-6106-1055-A982-10F78FD76C6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6" name="Picture 45" descr="A flag on a button&#10;&#10;Description automatically generated">
              <a:extLst>
                <a:ext uri="{FF2B5EF4-FFF2-40B4-BE49-F238E27FC236}">
                  <a16:creationId xmlns:a16="http://schemas.microsoft.com/office/drawing/2014/main" id="{21202C02-C864-2B09-3A1F-3321E62A041C}"/>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71526112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B47756-B70A-7846-C2FC-D4955842559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CCF63C5-3A81-B8A2-96EC-145483CC87A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3B423506-D053-1E9B-6833-A5F6A4737090}"/>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1E30858E-05C8-D1DD-B69A-8F0515FED5F9}"/>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F954F8B6-9D4C-FF98-B648-BA061D2B186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BA851152-F507-43EE-83B8-411ADEA47831}"/>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Less frequent Pepsi Max drinkers are more likely to notice an aftertaste from all three Prototypes, but it is most unpleasant for Prototype 1.</a:t>
            </a:r>
          </a:p>
        </p:txBody>
      </p:sp>
      <p:grpSp>
        <p:nvGrpSpPr>
          <p:cNvPr id="2" name="Group 1">
            <a:extLst>
              <a:ext uri="{FF2B5EF4-FFF2-40B4-BE49-F238E27FC236}">
                <a16:creationId xmlns:a16="http://schemas.microsoft.com/office/drawing/2014/main" id="{55C3485C-6EC7-2895-800E-AB9CA7B964B3}"/>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06A18AA8-F8F8-B6ED-3AE9-89490241331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755D58B3-97C5-61A3-5A95-544AB99364FA}"/>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B1DDBF09-70B6-5631-7566-5DF95F93CDB5}"/>
                </a:ext>
              </a:extLst>
            </p:cNvPr>
            <p:cNvSpPr txBox="1"/>
            <p:nvPr/>
          </p:nvSpPr>
          <p:spPr>
            <a:xfrm>
              <a:off x="2260562" y="2140474"/>
              <a:ext cx="1874161"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(Last Sip)</a:t>
              </a:r>
            </a:p>
          </p:txBody>
        </p:sp>
      </p:grpSp>
      <p:pic>
        <p:nvPicPr>
          <p:cNvPr id="15" name="Picture 14">
            <a:extLst>
              <a:ext uri="{FF2B5EF4-FFF2-40B4-BE49-F238E27FC236}">
                <a16:creationId xmlns:a16="http://schemas.microsoft.com/office/drawing/2014/main" id="{4C2E9BDC-2D73-32D7-AD92-34DF6D150A3C}"/>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E88AB714-7845-8FFD-CAAB-D41DE65DDDE2}"/>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2BB70EA7-B07C-81F8-DEFC-8C0F12C05C5C}"/>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911A120F-83B6-DA19-9CC4-A4E639442518}"/>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60C2349E-E846-9F26-B7A1-900447FF9DFD}"/>
                </a:ext>
              </a:extLst>
            </p:cNvPr>
            <p:cNvSpPr txBox="1"/>
            <p:nvPr/>
          </p:nvSpPr>
          <p:spPr>
            <a:xfrm>
              <a:off x="2260562" y="2140474"/>
              <a:ext cx="1874161"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(Last Sip)</a:t>
              </a:r>
            </a:p>
          </p:txBody>
        </p:sp>
      </p:grpSp>
      <p:sp>
        <p:nvSpPr>
          <p:cNvPr id="16" name="TextBox 15">
            <a:extLst>
              <a:ext uri="{FF2B5EF4-FFF2-40B4-BE49-F238E27FC236}">
                <a16:creationId xmlns:a16="http://schemas.microsoft.com/office/drawing/2014/main" id="{35D98BA0-3121-F8F9-952E-022B388D175E}"/>
              </a:ext>
            </a:extLst>
          </p:cNvPr>
          <p:cNvSpPr txBox="1"/>
          <p:nvPr/>
        </p:nvSpPr>
        <p:spPr>
          <a:xfrm>
            <a:off x="8842522" y="2549591"/>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17" name="TextBox 16">
            <a:extLst>
              <a:ext uri="{FF2B5EF4-FFF2-40B4-BE49-F238E27FC236}">
                <a16:creationId xmlns:a16="http://schemas.microsoft.com/office/drawing/2014/main" id="{FB26524B-246C-44F0-5DE3-DD48E6F33084}"/>
              </a:ext>
            </a:extLst>
          </p:cNvPr>
          <p:cNvSpPr txBox="1"/>
          <p:nvPr/>
        </p:nvSpPr>
        <p:spPr>
          <a:xfrm>
            <a:off x="2649498" y="2549592"/>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01BE3AC6-C7AA-A74C-E2EC-C2453D6D7524}"/>
              </a:ext>
            </a:extLst>
          </p:cNvPr>
          <p:cNvGrpSpPr/>
          <p:nvPr/>
        </p:nvGrpSpPr>
        <p:grpSpPr>
          <a:xfrm>
            <a:off x="9804340" y="7467214"/>
            <a:ext cx="3145231" cy="633114"/>
            <a:chOff x="7844435" y="7271368"/>
            <a:chExt cx="3145231" cy="633114"/>
          </a:xfrm>
        </p:grpSpPr>
        <p:grpSp>
          <p:nvGrpSpPr>
            <p:cNvPr id="8" name="Group 7">
              <a:extLst>
                <a:ext uri="{FF2B5EF4-FFF2-40B4-BE49-F238E27FC236}">
                  <a16:creationId xmlns:a16="http://schemas.microsoft.com/office/drawing/2014/main" id="{989985FB-991A-C72D-8F13-3291C1E5256F}"/>
                </a:ext>
              </a:extLst>
            </p:cNvPr>
            <p:cNvGrpSpPr/>
            <p:nvPr/>
          </p:nvGrpSpPr>
          <p:grpSpPr>
            <a:xfrm>
              <a:off x="7854767" y="7504372"/>
              <a:ext cx="3084052" cy="400110"/>
              <a:chOff x="100590" y="4977369"/>
              <a:chExt cx="3084052" cy="400110"/>
            </a:xfrm>
          </p:grpSpPr>
          <p:sp>
            <p:nvSpPr>
              <p:cNvPr id="25" name="TextBox 24">
                <a:extLst>
                  <a:ext uri="{FF2B5EF4-FFF2-40B4-BE49-F238E27FC236}">
                    <a16:creationId xmlns:a16="http://schemas.microsoft.com/office/drawing/2014/main" id="{A87FC1F0-9408-7A8C-19F5-C06D0C8229DC}"/>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86003F91-CFB4-7DC7-2BD9-C0F2BF1B44D9}"/>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9" name="TextBox 8">
              <a:extLst>
                <a:ext uri="{FF2B5EF4-FFF2-40B4-BE49-F238E27FC236}">
                  <a16:creationId xmlns:a16="http://schemas.microsoft.com/office/drawing/2014/main" id="{C06E8BC6-E2FC-3407-AEC3-912E669253EC}"/>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4" name="TextBox 23">
              <a:extLst>
                <a:ext uri="{FF2B5EF4-FFF2-40B4-BE49-F238E27FC236}">
                  <a16:creationId xmlns:a16="http://schemas.microsoft.com/office/drawing/2014/main" id="{CEBDA5AE-7F50-2AAB-9174-D44BC530518B}"/>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10C444A9-76FA-7DCE-CA44-9771BEE0363C}"/>
              </a:ext>
            </a:extLst>
          </p:cNvPr>
          <p:cNvGrpSpPr/>
          <p:nvPr/>
        </p:nvGrpSpPr>
        <p:grpSpPr>
          <a:xfrm>
            <a:off x="8684218" y="94368"/>
            <a:ext cx="5855930" cy="1875295"/>
            <a:chOff x="8684218" y="94368"/>
            <a:chExt cx="5855930" cy="1875295"/>
          </a:xfrm>
        </p:grpSpPr>
        <p:sp>
          <p:nvSpPr>
            <p:cNvPr id="21" name="Rectangle 20">
              <a:extLst>
                <a:ext uri="{FF2B5EF4-FFF2-40B4-BE49-F238E27FC236}">
                  <a16:creationId xmlns:a16="http://schemas.microsoft.com/office/drawing/2014/main" id="{5B13332C-7167-D7EC-D39C-110E72DABAD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2" name="TextBox 21">
              <a:extLst>
                <a:ext uri="{FF2B5EF4-FFF2-40B4-BE49-F238E27FC236}">
                  <a16:creationId xmlns:a16="http://schemas.microsoft.com/office/drawing/2014/main" id="{0FE739F4-B8DD-8CD5-4D33-1CF5D37808F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3" name="Picture 22" descr="A bottle of soda with a red label&#10;&#10;Description automatically generated">
              <a:extLst>
                <a:ext uri="{FF2B5EF4-FFF2-40B4-BE49-F238E27FC236}">
                  <a16:creationId xmlns:a16="http://schemas.microsoft.com/office/drawing/2014/main" id="{BE2EAE9F-F132-F762-D11B-6C0993A406B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29F0B7F2-B8ED-B8C0-8396-8A86064E0ABF}"/>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52746475"/>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F8D1E8-9ACD-9223-E726-80A10D0E8AF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521ED86-F093-F155-A52A-281E86D3782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F6E54220-EE2B-80B9-1B42-E12ACC33086B}"/>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4895FCF9-53D4-768A-5F67-93C363F9AECB}"/>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23C42A92-4921-4E0E-E278-48BF5E2A939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FA470F93-D13D-308A-BD9E-70136FA19215}"/>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F66BEC41-6C59-824B-EC09-EF118F6A6BC8}"/>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B9FD87EE-ABD8-7FCE-1AF6-495ABDFCDA7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5C58ADCC-99AB-5DE8-4012-3667623D0CC9}"/>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D2180F22-08C4-DC31-52E5-B30335A4603A}"/>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0536A9C3-33D2-95C9-0093-1634C18C7131}"/>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58B0329C-1CA9-DEE5-BD7B-11B7B34A81F2}"/>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CB160BBA-D42F-CD11-CC51-9C528C0E3959}"/>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4DCDD749-39AD-1490-EBC1-86DCAABE4B28}"/>
                </a:ext>
              </a:extLst>
            </p:cNvPr>
            <p:cNvGraphicFramePr/>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1BDAE8B7-CDD7-2E70-0AE8-DFE88D283D59}"/>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FCEC3637-1A32-71F7-6B61-8D5D5AFF3CEA}"/>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39F45F93-6C2E-BB91-9165-5D523D837A20}"/>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B75FD60F-84BF-7FB6-8D56-27B6C0336D29}"/>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00DAB7AA-9EC1-48C5-219C-07428FED8F0C}"/>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63913D4E-C86F-72AB-3D33-8F644A464C74}"/>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4BEBB433-6BA7-CA08-0F50-6731F7F49ED1}"/>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DCEF8857-C43E-56CE-04EF-D337BD82BA3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B5300B88-0B16-DD8E-F982-B3A67FBC6F95}"/>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CD7DB35F-C64F-A8A5-04C3-FFECD7B6FD24}"/>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48B4B8A3-9D40-1ABD-A90E-167D0C39B8A1}"/>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240A6F9F-37B9-6C72-245B-E0194392DC7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28B2FDB6-DDE7-3A37-0538-9AB7F13AA042}"/>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F3D1E97E-099E-C4B4-D9F3-D845E589C155}"/>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39" name="Rectangle: Rounded Corners 38">
            <a:extLst>
              <a:ext uri="{FF2B5EF4-FFF2-40B4-BE49-F238E27FC236}">
                <a16:creationId xmlns:a16="http://schemas.microsoft.com/office/drawing/2014/main" id="{D523E688-4531-A7A1-2083-409F74FAF10F}"/>
              </a:ext>
            </a:extLst>
          </p:cNvPr>
          <p:cNvSpPr/>
          <p:nvPr/>
        </p:nvSpPr>
        <p:spPr>
          <a:xfrm>
            <a:off x="4300035" y="1762921"/>
            <a:ext cx="4389120" cy="327535"/>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W+ Pepsi Max</a:t>
            </a:r>
          </a:p>
        </p:txBody>
      </p:sp>
      <p:grpSp>
        <p:nvGrpSpPr>
          <p:cNvPr id="40" name="Group 39">
            <a:extLst>
              <a:ext uri="{FF2B5EF4-FFF2-40B4-BE49-F238E27FC236}">
                <a16:creationId xmlns:a16="http://schemas.microsoft.com/office/drawing/2014/main" id="{A66FBF49-94E7-1932-D557-5E3972BA9FBC}"/>
              </a:ext>
            </a:extLst>
          </p:cNvPr>
          <p:cNvGrpSpPr/>
          <p:nvPr/>
        </p:nvGrpSpPr>
        <p:grpSpPr>
          <a:xfrm>
            <a:off x="8684218" y="94368"/>
            <a:ext cx="5855930" cy="1875295"/>
            <a:chOff x="8684218" y="94368"/>
            <a:chExt cx="5855930" cy="1875295"/>
          </a:xfrm>
        </p:grpSpPr>
        <p:sp>
          <p:nvSpPr>
            <p:cNvPr id="41" name="Rectangle 40">
              <a:extLst>
                <a:ext uri="{FF2B5EF4-FFF2-40B4-BE49-F238E27FC236}">
                  <a16:creationId xmlns:a16="http://schemas.microsoft.com/office/drawing/2014/main" id="{DA65E36A-EE68-0DDE-DCB5-DD82E841533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2" name="TextBox 41">
              <a:extLst>
                <a:ext uri="{FF2B5EF4-FFF2-40B4-BE49-F238E27FC236}">
                  <a16:creationId xmlns:a16="http://schemas.microsoft.com/office/drawing/2014/main" id="{9E117F4B-29EF-CBC8-F56F-E6BE5056F10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3" name="Picture 42" descr="A bottle of soda with a red label&#10;&#10;Description automatically generated">
              <a:extLst>
                <a:ext uri="{FF2B5EF4-FFF2-40B4-BE49-F238E27FC236}">
                  <a16:creationId xmlns:a16="http://schemas.microsoft.com/office/drawing/2014/main" id="{AA9B8C47-B207-4937-5611-DC62C46A8B9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4" name="Picture 43" descr="A flag on a button&#10;&#10;Description automatically generated">
              <a:extLst>
                <a:ext uri="{FF2B5EF4-FFF2-40B4-BE49-F238E27FC236}">
                  <a16:creationId xmlns:a16="http://schemas.microsoft.com/office/drawing/2014/main" id="{6E7C0A71-4DED-D40F-0753-A164B55C3200}"/>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86270178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0D2947-4560-5FA3-B34F-17FDAF2883D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ADF0398-CBFB-31E7-F05E-90E43919792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DC77A6DD-20CA-6420-1260-01650E8F3770}"/>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5A1C7B34-1711-6751-7FD7-9D5C3FDDC79A}"/>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5E18D550-7470-311F-6870-094098B1429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704008C9-2265-29A2-BBBD-A7EEC211EC84}"/>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4ADF5F31-6BB6-CFB4-96BB-80801612C97C}"/>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662CB365-1E92-F974-AFA8-E2C8EB322D2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7B1EFD70-245D-CF16-EAEF-C326ABC200EA}"/>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85D29EEC-2719-CF55-027C-97542FCDA9F9}"/>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03792727-ADAA-6087-3553-7202686FDBBF}"/>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97058FAB-580D-66FD-60E5-E049DAC15DF1}"/>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C59BA26A-2934-06F7-C1D1-AF003D2A43B9}"/>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C5AE5EF7-3EBA-7269-7185-D25A73D7392E}"/>
                </a:ext>
              </a:extLst>
            </p:cNvPr>
            <p:cNvGraphicFramePr/>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097D57FD-7FC0-AD0F-99B5-EE85E9D6A77D}"/>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35B2CC4C-DBE6-7B82-BAC1-9977BF541D68}"/>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60A552EE-A08C-5383-E599-D978C6C0C34A}"/>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CCB03DD3-4892-FE5C-D717-0403601EF8B2}"/>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C4C54D8A-D2F8-4FC5-FB62-11DA46FA1FD3}"/>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506EBA76-5876-639C-E8C9-3B2AA8292BA8}"/>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D2196B8B-5775-FF51-3495-21414A671ACF}"/>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C2AFA1C8-910A-50AF-F68E-3BBC8FAAFEA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2A7DBEA2-2464-5763-650B-A6F244F39EA6}"/>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7FF449E3-29DD-F6C5-7B4E-E69A5EB2C133}"/>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9AA1D174-8C08-3FB4-2F95-2210D919014C}"/>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03305F59-E81D-236A-0236-7AE941508C2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1E1DD24A-636E-9574-4F5D-88F8EE11BDC9}"/>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9333E8D7-AF98-4C40-7321-02C66CD1D8CE}"/>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39" name="Rectangle: Rounded Corners 38">
            <a:extLst>
              <a:ext uri="{FF2B5EF4-FFF2-40B4-BE49-F238E27FC236}">
                <a16:creationId xmlns:a16="http://schemas.microsoft.com/office/drawing/2014/main" id="{B9D5E76D-3CA0-8C98-196A-470CB13C949F}"/>
              </a:ext>
            </a:extLst>
          </p:cNvPr>
          <p:cNvSpPr/>
          <p:nvPr/>
        </p:nvSpPr>
        <p:spPr>
          <a:xfrm>
            <a:off x="4300035" y="1762921"/>
            <a:ext cx="4389120" cy="327535"/>
          </a:xfrm>
          <a:prstGeom prst="roundRect">
            <a:avLst/>
          </a:prstGeom>
          <a:noFill/>
          <a:ln w="28575">
            <a:solidFill>
              <a:srgbClr val="FFCC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dirty="0">
                <a:solidFill>
                  <a:srgbClr val="FFCC00"/>
                </a:solidFill>
                <a:latin typeface="Avenir Next LT Pro" panose="020B0504020202020204" pitchFamily="34" charset="0"/>
              </a:rPr>
              <a:t>1-3x M Pepsi Max</a:t>
            </a:r>
            <a:endPar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endParaRPr>
          </a:p>
        </p:txBody>
      </p:sp>
      <p:grpSp>
        <p:nvGrpSpPr>
          <p:cNvPr id="40" name="Group 39">
            <a:extLst>
              <a:ext uri="{FF2B5EF4-FFF2-40B4-BE49-F238E27FC236}">
                <a16:creationId xmlns:a16="http://schemas.microsoft.com/office/drawing/2014/main" id="{7F963817-3520-AB2B-6F24-01AB974CE42D}"/>
              </a:ext>
            </a:extLst>
          </p:cNvPr>
          <p:cNvGrpSpPr/>
          <p:nvPr/>
        </p:nvGrpSpPr>
        <p:grpSpPr>
          <a:xfrm>
            <a:off x="8684218" y="94368"/>
            <a:ext cx="5855930" cy="1875295"/>
            <a:chOff x="8684218" y="94368"/>
            <a:chExt cx="5855930" cy="1875295"/>
          </a:xfrm>
        </p:grpSpPr>
        <p:sp>
          <p:nvSpPr>
            <p:cNvPr id="41" name="Rectangle 40">
              <a:extLst>
                <a:ext uri="{FF2B5EF4-FFF2-40B4-BE49-F238E27FC236}">
                  <a16:creationId xmlns:a16="http://schemas.microsoft.com/office/drawing/2014/main" id="{C8160D1A-1A9A-9E11-CD9C-108CAD6D89C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2" name="TextBox 41">
              <a:extLst>
                <a:ext uri="{FF2B5EF4-FFF2-40B4-BE49-F238E27FC236}">
                  <a16:creationId xmlns:a16="http://schemas.microsoft.com/office/drawing/2014/main" id="{8D76A83B-F04C-65AB-878D-85DA2152EA91}"/>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3" name="Picture 42" descr="A bottle of soda with a red label&#10;&#10;Description automatically generated">
              <a:extLst>
                <a:ext uri="{FF2B5EF4-FFF2-40B4-BE49-F238E27FC236}">
                  <a16:creationId xmlns:a16="http://schemas.microsoft.com/office/drawing/2014/main" id="{821C624C-7293-3D2F-44E5-1F4B2A2AF1A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4" name="Picture 43" descr="A flag on a button&#10;&#10;Description automatically generated">
              <a:extLst>
                <a:ext uri="{FF2B5EF4-FFF2-40B4-BE49-F238E27FC236}">
                  <a16:creationId xmlns:a16="http://schemas.microsoft.com/office/drawing/2014/main" id="{4F503775-A24C-9E3B-2CC7-A80180D6D24F}"/>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6998174"/>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F1DEE7-8DFF-54DC-0C77-2FA6F7A0483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1F4A6C0E-D2A5-CBCB-3565-DC3A913EA672}"/>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E51CEE8D-6B9D-80FD-6193-799E2DE0D4A1}"/>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44A3A29E-3CE7-2C47-6CE7-E7FDE2E42E37}"/>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180</a:t>
            </a:fld>
            <a:endParaRPr lang="en-US" sz="900" kern="800">
              <a:solidFill>
                <a:srgbClr val="52565E"/>
              </a:solidFill>
              <a:latin typeface="Unity"/>
            </a:endParaRPr>
          </a:p>
        </p:txBody>
      </p:sp>
      <p:grpSp>
        <p:nvGrpSpPr>
          <p:cNvPr id="61" name="Group 60">
            <a:extLst>
              <a:ext uri="{FF2B5EF4-FFF2-40B4-BE49-F238E27FC236}">
                <a16:creationId xmlns:a16="http://schemas.microsoft.com/office/drawing/2014/main" id="{EA3231CD-176A-2B4F-9D81-89DDC3E7FD4A}"/>
              </a:ext>
            </a:extLst>
          </p:cNvPr>
          <p:cNvGrpSpPr/>
          <p:nvPr/>
        </p:nvGrpSpPr>
        <p:grpSpPr>
          <a:xfrm>
            <a:off x="666391" y="284698"/>
            <a:ext cx="4062986" cy="332399"/>
            <a:chOff x="340967" y="1322943"/>
            <a:chExt cx="3385825" cy="276999"/>
          </a:xfrm>
        </p:grpSpPr>
        <p:sp>
          <p:nvSpPr>
            <p:cNvPr id="62" name="TextBox 61">
              <a:extLst>
                <a:ext uri="{FF2B5EF4-FFF2-40B4-BE49-F238E27FC236}">
                  <a16:creationId xmlns:a16="http://schemas.microsoft.com/office/drawing/2014/main" id="{11D9D457-2F27-38DF-37B3-07CDEAF63C9D}"/>
                </a:ext>
              </a:extLst>
            </p:cNvPr>
            <p:cNvSpPr txBox="1"/>
            <p:nvPr/>
          </p:nvSpPr>
          <p:spPr>
            <a:xfrm>
              <a:off x="460937" y="1322943"/>
              <a:ext cx="3265855"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 – Purchase Intent</a:t>
              </a:r>
            </a:p>
          </p:txBody>
        </p:sp>
        <p:sp>
          <p:nvSpPr>
            <p:cNvPr id="63" name="Rectangle 62">
              <a:extLst>
                <a:ext uri="{FF2B5EF4-FFF2-40B4-BE49-F238E27FC236}">
                  <a16:creationId xmlns:a16="http://schemas.microsoft.com/office/drawing/2014/main" id="{52F4606E-85BD-9AAB-2BED-828984C75D8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5" name="Text Placeholder 4">
            <a:extLst>
              <a:ext uri="{FF2B5EF4-FFF2-40B4-BE49-F238E27FC236}">
                <a16:creationId xmlns:a16="http://schemas.microsoft.com/office/drawing/2014/main" id="{39386EF4-66DF-7345-79FB-062D1D240A35}"/>
              </a:ext>
            </a:extLst>
          </p:cNvPr>
          <p:cNvSpPr txBox="1">
            <a:spLocks/>
          </p:cNvSpPr>
          <p:nvPr/>
        </p:nvSpPr>
        <p:spPr>
          <a:xfrm>
            <a:off x="666391" y="807158"/>
            <a:ext cx="7860574" cy="748186"/>
          </a:xfrm>
          <a:prstGeom prst="rect">
            <a:avLst/>
          </a:prstGeom>
          <a:ln>
            <a:solidFill>
              <a:schemeClr val="tx1"/>
            </a:solidFill>
          </a:ln>
        </p:spPr>
        <p:txBody>
          <a:bodyPr anchor="ct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r>
              <a:rPr lang="en-US" sz="1800">
                <a:solidFill>
                  <a:srgbClr val="0070C0"/>
                </a:solidFill>
                <a:latin typeface="Avenir Next LT Pro" panose="020B0504020202020204" pitchFamily="34" charset="0"/>
              </a:rPr>
              <a:t>Einstein is at parity for Purchase Intent compared to CCOT among both age groups of Infrequent and Non-CCOT Drinkers.</a:t>
            </a:r>
          </a:p>
        </p:txBody>
      </p:sp>
      <p:pic>
        <p:nvPicPr>
          <p:cNvPr id="6" name="Picture 5">
            <a:extLst>
              <a:ext uri="{FF2B5EF4-FFF2-40B4-BE49-F238E27FC236}">
                <a16:creationId xmlns:a16="http://schemas.microsoft.com/office/drawing/2014/main" id="{755108C3-44C9-5B56-F8D6-CABB3CC4DEC1}"/>
              </a:ext>
            </a:extLst>
          </p:cNvPr>
          <p:cNvPicPr>
            <a:picLocks noChangeAspect="1"/>
          </p:cNvPicPr>
          <p:nvPr/>
        </p:nvPicPr>
        <p:blipFill>
          <a:blip r:embed="rId3"/>
          <a:stretch>
            <a:fillRect/>
          </a:stretch>
        </p:blipFill>
        <p:spPr>
          <a:xfrm>
            <a:off x="176300" y="4481484"/>
            <a:ext cx="1741909" cy="1532235"/>
          </a:xfrm>
          <a:prstGeom prst="rect">
            <a:avLst/>
          </a:prstGeom>
        </p:spPr>
      </p:pic>
      <p:grpSp>
        <p:nvGrpSpPr>
          <p:cNvPr id="9" name="Group 8">
            <a:extLst>
              <a:ext uri="{FF2B5EF4-FFF2-40B4-BE49-F238E27FC236}">
                <a16:creationId xmlns:a16="http://schemas.microsoft.com/office/drawing/2014/main" id="{7BD2CB4C-8E67-5080-70AD-807AFB77FDE0}"/>
              </a:ext>
            </a:extLst>
          </p:cNvPr>
          <p:cNvGrpSpPr/>
          <p:nvPr/>
        </p:nvGrpSpPr>
        <p:grpSpPr>
          <a:xfrm>
            <a:off x="1969057" y="2212622"/>
            <a:ext cx="5941652" cy="4845402"/>
            <a:chOff x="531863" y="1967463"/>
            <a:chExt cx="5331526" cy="4128790"/>
          </a:xfrm>
        </p:grpSpPr>
        <p:sp>
          <p:nvSpPr>
            <p:cNvPr id="14" name="Rectangle 13">
              <a:extLst>
                <a:ext uri="{FF2B5EF4-FFF2-40B4-BE49-F238E27FC236}">
                  <a16:creationId xmlns:a16="http://schemas.microsoft.com/office/drawing/2014/main" id="{B7D268FD-ECD1-0457-2AF7-154FACD88BF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16" name="Chart 15">
              <a:extLst>
                <a:ext uri="{FF2B5EF4-FFF2-40B4-BE49-F238E27FC236}">
                  <a16:creationId xmlns:a16="http://schemas.microsoft.com/office/drawing/2014/main" id="{82E485DA-9D97-55E7-A2CF-69D726A4D6B8}"/>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16">
              <a:extLst>
                <a:ext uri="{FF2B5EF4-FFF2-40B4-BE49-F238E27FC236}">
                  <a16:creationId xmlns:a16="http://schemas.microsoft.com/office/drawing/2014/main" id="{77159AD8-0F6E-8309-D294-2E85CEE856B3}"/>
                </a:ext>
              </a:extLst>
            </p:cNvPr>
            <p:cNvSpPr txBox="1"/>
            <p:nvPr/>
          </p:nvSpPr>
          <p:spPr>
            <a:xfrm>
              <a:off x="2620045" y="2048404"/>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pSp>
        <p:nvGrpSpPr>
          <p:cNvPr id="20" name="Group 19">
            <a:extLst>
              <a:ext uri="{FF2B5EF4-FFF2-40B4-BE49-F238E27FC236}">
                <a16:creationId xmlns:a16="http://schemas.microsoft.com/office/drawing/2014/main" id="{C345B240-47DC-A7BE-05E7-53178F49B9A7}"/>
              </a:ext>
            </a:extLst>
          </p:cNvPr>
          <p:cNvGrpSpPr/>
          <p:nvPr/>
        </p:nvGrpSpPr>
        <p:grpSpPr>
          <a:xfrm>
            <a:off x="8084198" y="2217702"/>
            <a:ext cx="5906122" cy="4845402"/>
            <a:chOff x="531863" y="1967463"/>
            <a:chExt cx="5331526" cy="4128790"/>
          </a:xfrm>
        </p:grpSpPr>
        <p:sp>
          <p:nvSpPr>
            <p:cNvPr id="21" name="Rectangle 20">
              <a:extLst>
                <a:ext uri="{FF2B5EF4-FFF2-40B4-BE49-F238E27FC236}">
                  <a16:creationId xmlns:a16="http://schemas.microsoft.com/office/drawing/2014/main" id="{52ABB330-A1EE-2748-5F96-4F48D0354C9C}"/>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22" name="Chart 21">
              <a:extLst>
                <a:ext uri="{FF2B5EF4-FFF2-40B4-BE49-F238E27FC236}">
                  <a16:creationId xmlns:a16="http://schemas.microsoft.com/office/drawing/2014/main" id="{BC337F0D-154F-73B8-729B-F7E4871F6F48}"/>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3" name="TextBox 22">
              <a:extLst>
                <a:ext uri="{FF2B5EF4-FFF2-40B4-BE49-F238E27FC236}">
                  <a16:creationId xmlns:a16="http://schemas.microsoft.com/office/drawing/2014/main" id="{74299658-76E0-F2B6-9EB9-D61A5F1995CF}"/>
                </a:ext>
              </a:extLst>
            </p:cNvPr>
            <p:cNvSpPr txBox="1"/>
            <p:nvPr/>
          </p:nvSpPr>
          <p:spPr>
            <a:xfrm>
              <a:off x="2684809" y="205313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3" name="Table 2">
            <a:extLst>
              <a:ext uri="{FF2B5EF4-FFF2-40B4-BE49-F238E27FC236}">
                <a16:creationId xmlns:a16="http://schemas.microsoft.com/office/drawing/2014/main" id="{C75ED550-12E2-0121-075C-17BBFDC8904F}"/>
              </a:ext>
            </a:extLst>
          </p:cNvPr>
          <p:cNvGraphicFramePr>
            <a:graphicFrameLocks noGrp="1"/>
          </p:cNvGraphicFramePr>
          <p:nvPr/>
        </p:nvGraphicFramePr>
        <p:xfrm>
          <a:off x="8606666" y="3180338"/>
          <a:ext cx="5120640" cy="548640"/>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3.52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3.74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3.70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22%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17%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15%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sz="1600" b="1" i="0" u="none" strike="noStrike" dirty="0">
                          <a:solidFill>
                            <a:srgbClr val="000000"/>
                          </a:solidFill>
                          <a:effectLst/>
                          <a:latin typeface="Avenir Next LT Pro" panose="020B0504020202020204" pitchFamily="34" charset="0"/>
                        </a:rPr>
                        <a:t>25%</a:t>
                      </a:r>
                    </a:p>
                  </a:txBody>
                  <a:tcPr marL="9525" marR="9525" marT="9525"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18" name="Table 17">
            <a:extLst>
              <a:ext uri="{FF2B5EF4-FFF2-40B4-BE49-F238E27FC236}">
                <a16:creationId xmlns:a16="http://schemas.microsoft.com/office/drawing/2014/main" id="{218BF010-E2B9-D436-EB31-007FB2A0AAC3}"/>
              </a:ext>
            </a:extLst>
          </p:cNvPr>
          <p:cNvGraphicFramePr>
            <a:graphicFrameLocks noGrp="1"/>
          </p:cNvGraphicFramePr>
          <p:nvPr/>
        </p:nvGraphicFramePr>
        <p:xfrm>
          <a:off x="223788" y="3112975"/>
          <a:ext cx="7392655" cy="646176"/>
        </p:xfrm>
        <a:graphic>
          <a:graphicData uri="http://schemas.openxmlformats.org/drawingml/2006/table">
            <a:tbl>
              <a:tblPr firstRow="1" bandRow="1">
                <a:tableStyleId>{5940675A-B579-460E-94D1-54222C63F5DA}</a:tableStyleId>
              </a:tblPr>
              <a:tblGrid>
                <a:gridCol w="2272015">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3.63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3.64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3.75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3.63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23%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18%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16%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5" name="TextBox 24">
            <a:extLst>
              <a:ext uri="{FF2B5EF4-FFF2-40B4-BE49-F238E27FC236}">
                <a16:creationId xmlns:a16="http://schemas.microsoft.com/office/drawing/2014/main" id="{D7A86E51-7183-DC1C-7CB2-A54CF983E0F1}"/>
              </a:ext>
            </a:extLst>
          </p:cNvPr>
          <p:cNvSpPr txBox="1"/>
          <p:nvPr/>
        </p:nvSpPr>
        <p:spPr>
          <a:xfrm>
            <a:off x="10061721" y="2710011"/>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35" name="TextBox 34">
            <a:extLst>
              <a:ext uri="{FF2B5EF4-FFF2-40B4-BE49-F238E27FC236}">
                <a16:creationId xmlns:a16="http://schemas.microsoft.com/office/drawing/2014/main" id="{6D93050C-63DE-85C1-75AF-82115B4EF72C}"/>
              </a:ext>
            </a:extLst>
          </p:cNvPr>
          <p:cNvSpPr txBox="1"/>
          <p:nvPr/>
        </p:nvSpPr>
        <p:spPr>
          <a:xfrm>
            <a:off x="3868697" y="2710012"/>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36" name="TextBox 35">
            <a:extLst>
              <a:ext uri="{FF2B5EF4-FFF2-40B4-BE49-F238E27FC236}">
                <a16:creationId xmlns:a16="http://schemas.microsoft.com/office/drawing/2014/main" id="{AC3EEE6D-8E01-2C66-4A2E-7321F5E6CF54}"/>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37" name="Group 36">
            <a:extLst>
              <a:ext uri="{FF2B5EF4-FFF2-40B4-BE49-F238E27FC236}">
                <a16:creationId xmlns:a16="http://schemas.microsoft.com/office/drawing/2014/main" id="{7272276A-F455-2093-360B-438C2F8358F5}"/>
              </a:ext>
            </a:extLst>
          </p:cNvPr>
          <p:cNvGrpSpPr/>
          <p:nvPr/>
        </p:nvGrpSpPr>
        <p:grpSpPr>
          <a:xfrm>
            <a:off x="9516230" y="7248907"/>
            <a:ext cx="3230077" cy="545303"/>
            <a:chOff x="107157" y="4978029"/>
            <a:chExt cx="2691728" cy="454419"/>
          </a:xfrm>
        </p:grpSpPr>
        <p:sp>
          <p:nvSpPr>
            <p:cNvPr id="38" name="TextBox 37">
              <a:extLst>
                <a:ext uri="{FF2B5EF4-FFF2-40B4-BE49-F238E27FC236}">
                  <a16:creationId xmlns:a16="http://schemas.microsoft.com/office/drawing/2014/main" id="{3A1B7409-6535-DD52-71E7-B3B415A9EEC4}"/>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9" name="TextBox 38">
              <a:extLst>
                <a:ext uri="{FF2B5EF4-FFF2-40B4-BE49-F238E27FC236}">
                  <a16:creationId xmlns:a16="http://schemas.microsoft.com/office/drawing/2014/main" id="{4EAF6AF1-B829-13DE-151F-ECB615AF8028}"/>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40" name="TextBox 39">
              <a:extLst>
                <a:ext uri="{FF2B5EF4-FFF2-40B4-BE49-F238E27FC236}">
                  <a16:creationId xmlns:a16="http://schemas.microsoft.com/office/drawing/2014/main" id="{54B2E185-D544-0F10-091C-36FAA85AB295}"/>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1" name="TextBox 40">
              <a:extLst>
                <a:ext uri="{FF2B5EF4-FFF2-40B4-BE49-F238E27FC236}">
                  <a16:creationId xmlns:a16="http://schemas.microsoft.com/office/drawing/2014/main" id="{CAD366DE-2514-4CB6-3AB0-7C5BCF0846EE}"/>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49" name="Group 48">
            <a:extLst>
              <a:ext uri="{FF2B5EF4-FFF2-40B4-BE49-F238E27FC236}">
                <a16:creationId xmlns:a16="http://schemas.microsoft.com/office/drawing/2014/main" id="{60289B05-AC28-71FE-F95B-DDCDBC69954B}"/>
              </a:ext>
            </a:extLst>
          </p:cNvPr>
          <p:cNvGrpSpPr/>
          <p:nvPr/>
        </p:nvGrpSpPr>
        <p:grpSpPr>
          <a:xfrm>
            <a:off x="8684218" y="94368"/>
            <a:ext cx="5855930" cy="1875295"/>
            <a:chOff x="8684218" y="94368"/>
            <a:chExt cx="5855930" cy="1875295"/>
          </a:xfrm>
        </p:grpSpPr>
        <p:sp>
          <p:nvSpPr>
            <p:cNvPr id="50" name="Rectangle 49">
              <a:extLst>
                <a:ext uri="{FF2B5EF4-FFF2-40B4-BE49-F238E27FC236}">
                  <a16:creationId xmlns:a16="http://schemas.microsoft.com/office/drawing/2014/main" id="{D54BA6C7-D8B3-11F2-2CD9-C8EAEFD9776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1" name="TextBox 50">
              <a:extLst>
                <a:ext uri="{FF2B5EF4-FFF2-40B4-BE49-F238E27FC236}">
                  <a16:creationId xmlns:a16="http://schemas.microsoft.com/office/drawing/2014/main" id="{AA61536D-1D21-A72A-6535-57446DBE425A}"/>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2" name="Picture 51" descr="A bottle of soda with a red label&#10;&#10;Description automatically generated">
              <a:extLst>
                <a:ext uri="{FF2B5EF4-FFF2-40B4-BE49-F238E27FC236}">
                  <a16:creationId xmlns:a16="http://schemas.microsoft.com/office/drawing/2014/main" id="{60374DEA-3807-2980-D9C2-A6E5A45DF3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3" name="Picture 52" descr="A flag on a button&#10;&#10;Description automatically generated">
              <a:extLst>
                <a:ext uri="{FF2B5EF4-FFF2-40B4-BE49-F238E27FC236}">
                  <a16:creationId xmlns:a16="http://schemas.microsoft.com/office/drawing/2014/main" id="{10E79910-F955-6B02-44EA-872EA5D928B0}"/>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71642157"/>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193E08-4045-472B-050A-F63C54CC1CF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7788EFC-EC6B-96F3-AE44-28804BFB78B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F0D15558-CC15-8DCF-D3DA-EA2D9ACE80E3}"/>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DF36BABD-059C-5866-EA6A-0E1C04D20E9B}"/>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7A4C112D-BA80-AE04-A4AF-D2F51F6454C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BFDCB75C-E59F-8021-79C1-0D345ADAAB26}"/>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5783BDF6-E05B-5C79-14A4-58CDBA78871A}"/>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674ACCC8-0A77-2622-C6E9-B4180FCF8D65}"/>
              </a:ext>
            </a:extLst>
          </p:cNvPr>
          <p:cNvGraphicFramePr/>
          <p:nvPr/>
        </p:nvGraphicFramePr>
        <p:xfrm>
          <a:off x="2298001" y="3421273"/>
          <a:ext cx="5822757" cy="3962470"/>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E445C01C-A043-845B-DBA8-6243FD04A0A1}"/>
              </a:ext>
            </a:extLst>
          </p:cNvPr>
          <p:cNvSpPr txBox="1"/>
          <p:nvPr/>
        </p:nvSpPr>
        <p:spPr>
          <a:xfrm>
            <a:off x="3921472" y="2480638"/>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graphicFrame>
        <p:nvGraphicFramePr>
          <p:cNvPr id="40" name="Table 10">
            <a:extLst>
              <a:ext uri="{FF2B5EF4-FFF2-40B4-BE49-F238E27FC236}">
                <a16:creationId xmlns:a16="http://schemas.microsoft.com/office/drawing/2014/main" id="{FE90CC3B-0FB3-E6F1-1281-34AC971E90CC}"/>
              </a:ext>
            </a:extLst>
          </p:cNvPr>
          <p:cNvGraphicFramePr>
            <a:graphicFrameLocks noGrp="1"/>
          </p:cNvGraphicFramePr>
          <p:nvPr/>
        </p:nvGraphicFramePr>
        <p:xfrm>
          <a:off x="284043" y="2963840"/>
          <a:ext cx="7680960" cy="76200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NPS Score </a:t>
                      </a:r>
                      <a:br>
                        <a:rPr lang="en-GB" sz="1600" b="1" dirty="0">
                          <a:solidFill>
                            <a:srgbClr val="000000"/>
                          </a:solidFill>
                          <a:latin typeface="Avenir Next LT Pro" panose="020B0504020202020204" pitchFamily="34" charset="0"/>
                        </a:rPr>
                      </a:br>
                      <a:r>
                        <a:rPr lang="en-GB" sz="1400" b="1" dirty="0">
                          <a:solidFill>
                            <a:srgbClr val="000000"/>
                          </a:solidFill>
                          <a:latin typeface="Avenir Next LT Pro" panose="020B0504020202020204" pitchFamily="34" charset="0"/>
                        </a:rPr>
                        <a:t>(Promoters minus Detractors)</a:t>
                      </a:r>
                      <a:endParaRPr lang="en-GB" sz="1600" b="1" dirty="0">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-8</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pic>
        <p:nvPicPr>
          <p:cNvPr id="14" name="Picture 13">
            <a:extLst>
              <a:ext uri="{FF2B5EF4-FFF2-40B4-BE49-F238E27FC236}">
                <a16:creationId xmlns:a16="http://schemas.microsoft.com/office/drawing/2014/main" id="{5813E0C1-701F-A9DD-DE12-962B0F36E26C}"/>
              </a:ext>
            </a:extLst>
          </p:cNvPr>
          <p:cNvPicPr>
            <a:picLocks noChangeAspect="1"/>
          </p:cNvPicPr>
          <p:nvPr/>
        </p:nvPicPr>
        <p:blipFill>
          <a:blip r:embed="rId4"/>
          <a:stretch>
            <a:fillRect/>
          </a:stretch>
        </p:blipFill>
        <p:spPr>
          <a:xfrm>
            <a:off x="12758453" y="1432802"/>
            <a:ext cx="1273589" cy="949455"/>
          </a:xfrm>
          <a:prstGeom prst="rect">
            <a:avLst/>
          </a:prstGeom>
        </p:spPr>
      </p:pic>
      <p:sp>
        <p:nvSpPr>
          <p:cNvPr id="16" name="Rectangle 15">
            <a:extLst>
              <a:ext uri="{FF2B5EF4-FFF2-40B4-BE49-F238E27FC236}">
                <a16:creationId xmlns:a16="http://schemas.microsoft.com/office/drawing/2014/main" id="{B2D8649C-7ECB-5CE8-B6A7-998C2CF57BE2}"/>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E53C2160-CF6E-8496-9F1D-551DAD1AA299}"/>
              </a:ext>
            </a:extLst>
          </p:cNvPr>
          <p:cNvGraphicFramePr/>
          <p:nvPr/>
        </p:nvGraphicFramePr>
        <p:xfrm>
          <a:off x="8141771" y="3429029"/>
          <a:ext cx="5822757" cy="3962470"/>
        </p:xfrm>
        <a:graphic>
          <a:graphicData uri="http://schemas.openxmlformats.org/drawingml/2006/chart">
            <c:chart xmlns:c="http://schemas.openxmlformats.org/drawingml/2006/chart" xmlns:r="http://schemas.openxmlformats.org/officeDocument/2006/relationships" r:id="rId5"/>
          </a:graphicData>
        </a:graphic>
      </p:graphicFrame>
      <p:sp>
        <p:nvSpPr>
          <p:cNvPr id="18" name="TextBox 17">
            <a:extLst>
              <a:ext uri="{FF2B5EF4-FFF2-40B4-BE49-F238E27FC236}">
                <a16:creationId xmlns:a16="http://schemas.microsoft.com/office/drawing/2014/main" id="{2183563D-EFCF-721E-0FDF-F037C8F623CF}"/>
              </a:ext>
            </a:extLst>
          </p:cNvPr>
          <p:cNvSpPr txBox="1"/>
          <p:nvPr/>
        </p:nvSpPr>
        <p:spPr>
          <a:xfrm>
            <a:off x="9803967" y="2480638"/>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graphicFrame>
        <p:nvGraphicFramePr>
          <p:cNvPr id="20" name="Table 19">
            <a:extLst>
              <a:ext uri="{FF2B5EF4-FFF2-40B4-BE49-F238E27FC236}">
                <a16:creationId xmlns:a16="http://schemas.microsoft.com/office/drawing/2014/main" id="{A8B69504-7DAB-2107-CE1D-7362077332BE}"/>
              </a:ext>
            </a:extLst>
          </p:cNvPr>
          <p:cNvGraphicFramePr>
            <a:graphicFrameLocks noGrp="1"/>
          </p:cNvGraphicFramePr>
          <p:nvPr/>
        </p:nvGraphicFramePr>
        <p:xfrm>
          <a:off x="8544075" y="3201331"/>
          <a:ext cx="5303520" cy="274320"/>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-12</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AC7ECBE3-6FDC-AE6A-C240-07B5025D66DC}"/>
              </a:ext>
            </a:extLst>
          </p:cNvPr>
          <p:cNvSpPr txBox="1"/>
          <p:nvPr/>
        </p:nvSpPr>
        <p:spPr>
          <a:xfrm>
            <a:off x="10104163" y="281581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5" name="TextBox 4">
            <a:extLst>
              <a:ext uri="{FF2B5EF4-FFF2-40B4-BE49-F238E27FC236}">
                <a16:creationId xmlns:a16="http://schemas.microsoft.com/office/drawing/2014/main" id="{03C5D683-D725-743B-5B3F-1D26D034778F}"/>
              </a:ext>
            </a:extLst>
          </p:cNvPr>
          <p:cNvSpPr txBox="1"/>
          <p:nvPr/>
        </p:nvSpPr>
        <p:spPr>
          <a:xfrm>
            <a:off x="4107909" y="2815811"/>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9" name="TextBox 8">
            <a:extLst>
              <a:ext uri="{FF2B5EF4-FFF2-40B4-BE49-F238E27FC236}">
                <a16:creationId xmlns:a16="http://schemas.microsoft.com/office/drawing/2014/main" id="{1F3278A2-06E3-77B7-18E7-DD81855A38F6}"/>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15" name="Group 14">
            <a:extLst>
              <a:ext uri="{FF2B5EF4-FFF2-40B4-BE49-F238E27FC236}">
                <a16:creationId xmlns:a16="http://schemas.microsoft.com/office/drawing/2014/main" id="{1665E3FD-8793-E495-179B-868B2E64D57F}"/>
              </a:ext>
            </a:extLst>
          </p:cNvPr>
          <p:cNvGrpSpPr/>
          <p:nvPr/>
        </p:nvGrpSpPr>
        <p:grpSpPr>
          <a:xfrm>
            <a:off x="7760381" y="7522648"/>
            <a:ext cx="3230077" cy="545303"/>
            <a:chOff x="107157" y="4978029"/>
            <a:chExt cx="2691728" cy="454419"/>
          </a:xfrm>
        </p:grpSpPr>
        <p:sp>
          <p:nvSpPr>
            <p:cNvPr id="21" name="TextBox 20">
              <a:extLst>
                <a:ext uri="{FF2B5EF4-FFF2-40B4-BE49-F238E27FC236}">
                  <a16:creationId xmlns:a16="http://schemas.microsoft.com/office/drawing/2014/main" id="{BC6604DB-A534-45A1-315D-0C44BF43EE6E}"/>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6EA8A404-03FF-8F5E-7CD9-0CFAA45885C6}"/>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27" name="TextBox 26">
              <a:extLst>
                <a:ext uri="{FF2B5EF4-FFF2-40B4-BE49-F238E27FC236}">
                  <a16:creationId xmlns:a16="http://schemas.microsoft.com/office/drawing/2014/main" id="{75A8B5C6-598D-3BB5-C8D9-F14989B6BFBD}"/>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743BE314-DA1B-BF8D-90FA-4F209E267D93}"/>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33" name="Group 32">
            <a:extLst>
              <a:ext uri="{FF2B5EF4-FFF2-40B4-BE49-F238E27FC236}">
                <a16:creationId xmlns:a16="http://schemas.microsoft.com/office/drawing/2014/main" id="{13DA7811-66F9-45E1-E22C-3128C8266257}"/>
              </a:ext>
            </a:extLst>
          </p:cNvPr>
          <p:cNvGrpSpPr/>
          <p:nvPr/>
        </p:nvGrpSpPr>
        <p:grpSpPr>
          <a:xfrm>
            <a:off x="8684218" y="94368"/>
            <a:ext cx="5855930" cy="1875295"/>
            <a:chOff x="8684218" y="94368"/>
            <a:chExt cx="5855930" cy="1875295"/>
          </a:xfrm>
        </p:grpSpPr>
        <p:sp>
          <p:nvSpPr>
            <p:cNvPr id="34" name="Rectangle 33">
              <a:extLst>
                <a:ext uri="{FF2B5EF4-FFF2-40B4-BE49-F238E27FC236}">
                  <a16:creationId xmlns:a16="http://schemas.microsoft.com/office/drawing/2014/main" id="{C8FD4B45-761E-4C7C-4021-5C9C2CF6174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5" name="TextBox 34">
              <a:extLst>
                <a:ext uri="{FF2B5EF4-FFF2-40B4-BE49-F238E27FC236}">
                  <a16:creationId xmlns:a16="http://schemas.microsoft.com/office/drawing/2014/main" id="{3FBBF9B1-4A82-719A-07A2-0D926BFB8E9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6" name="Picture 35" descr="A bottle of soda with a red label&#10;&#10;Description automatically generated">
              <a:extLst>
                <a:ext uri="{FF2B5EF4-FFF2-40B4-BE49-F238E27FC236}">
                  <a16:creationId xmlns:a16="http://schemas.microsoft.com/office/drawing/2014/main" id="{7B30BCC6-BBE5-E3D9-AABC-7D6D3A0CEE1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7" name="Picture 36" descr="A flag on a button&#10;&#10;Description automatically generated">
              <a:extLst>
                <a:ext uri="{FF2B5EF4-FFF2-40B4-BE49-F238E27FC236}">
                  <a16:creationId xmlns:a16="http://schemas.microsoft.com/office/drawing/2014/main" id="{49472AC1-D56F-0A5C-6CB4-F02B5FA1A405}"/>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82251336"/>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EF6988-DF4A-1738-224E-EA174BD0467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8182431-1903-5DC3-9FBF-1003C241E93C}"/>
              </a:ext>
            </a:extLst>
          </p:cNvPr>
          <p:cNvSpPr>
            <a:spLocks noGrp="1"/>
          </p:cNvSpPr>
          <p:nvPr>
            <p:ph type="sldNum" sz="quarter" idx="14"/>
          </p:nvPr>
        </p:nvSpPr>
        <p:spPr/>
        <p:txBody>
          <a:bodyPr/>
          <a:lstStyle/>
          <a:p>
            <a:fld id="{9BBCFCA3-D307-4DD3-86E3-CC1388E97AC0}" type="slidenum">
              <a:rPr lang="en-US" smtClean="0"/>
              <a:pPr/>
              <a:t>182</a:t>
            </a:fld>
            <a:endParaRPr lang="en-US"/>
          </a:p>
        </p:txBody>
      </p:sp>
      <p:grpSp>
        <p:nvGrpSpPr>
          <p:cNvPr id="10" name="Group 9">
            <a:extLst>
              <a:ext uri="{FF2B5EF4-FFF2-40B4-BE49-F238E27FC236}">
                <a16:creationId xmlns:a16="http://schemas.microsoft.com/office/drawing/2014/main" id="{2D0C1E12-2B3C-11A6-B7E3-1B7A47B2DBAC}"/>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57140424-5B68-DFA9-4104-F15467D60A3D}"/>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E59517A9-E5A2-3934-5508-B316908A0A5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BC480218-B814-EEB1-5CE8-F5EB3990FFDF}"/>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C551A569-B024-A70A-CA2B-C995A8F890AF}"/>
              </a:ext>
            </a:extLst>
          </p:cNvPr>
          <p:cNvGraphicFramePr>
            <a:graphicFrameLocks noGrp="1"/>
          </p:cNvGraphicFramePr>
          <p:nvPr>
            <p:extLst>
              <p:ext uri="{D42A27DB-BD31-4B8C-83A1-F6EECF244321}">
                <p14:modId xmlns:p14="http://schemas.microsoft.com/office/powerpoint/2010/main" val="1086695150"/>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Cold</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48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48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Refreshing</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Feeling Thirsty</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Crisp Taste</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Good To Enjoy On Its Own</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Great Taste</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Delicious</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Balanced Taste With Bubbles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70815756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Goes Well With My Food</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27581776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Bold Taste/</a:t>
                      </a:r>
                      <a:r>
                        <a:rPr lang="en-IN" sz="1000" b="0" i="0" u="none" strike="noStrike" dirty="0" err="1">
                          <a:solidFill>
                            <a:srgbClr val="000000"/>
                          </a:solidFill>
                          <a:effectLst/>
                          <a:latin typeface="Avenir Next LT Pro" panose="020B0504020202020204" pitchFamily="34" charset="0"/>
                        </a:rPr>
                        <a:t>Flavor</a:t>
                      </a:r>
                      <a:endParaRPr lang="en-IN" sz="1000" b="0" i="0" u="none" strike="noStrike" dirty="0">
                        <a:solidFill>
                          <a:srgbClr val="000000"/>
                        </a:solidFill>
                        <a:effectLst/>
                        <a:latin typeface="Avenir Next LT Pro" panose="020B0504020202020204" pitchFamily="34" charset="0"/>
                      </a:endParaRP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409095618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Sugary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86633521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Treat Myself</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51099592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Taking A Break</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80390000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For Someone Like Me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06254444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Watching Tv/Mobile Phone Or Playing A Video Game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369363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Good For Sharing With Family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07119912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Have A Craving</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693314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Reward Myself</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2658358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Brings Me Happiness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774107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Spend Time With Friends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15623476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Helps Improve My Mood / Cheers Me Up</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71766463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Stimulate / Awaken My Senses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40257577"/>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Boost My Energy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4139096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Have A Snack</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67926274"/>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It's My Habit / Routine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91464365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A Beverage I'd Be Proud To Be Seen Drinking</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0095090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Provides A Morning </a:t>
                      </a:r>
                      <a:r>
                        <a:rPr lang="en-IN" sz="1000" b="0" i="0" u="none" strike="noStrike" dirty="0" err="1">
                          <a:solidFill>
                            <a:srgbClr val="000000"/>
                          </a:solidFill>
                          <a:effectLst/>
                          <a:latin typeface="Avenir Next LT Pro" panose="020B0504020202020204" pitchFamily="34" charset="0"/>
                        </a:rPr>
                        <a:t>And/Or</a:t>
                      </a:r>
                      <a:r>
                        <a:rPr lang="en-IN" sz="1000" b="0" i="0" u="none" strike="noStrike" dirty="0">
                          <a:solidFill>
                            <a:srgbClr val="000000"/>
                          </a:solidFill>
                          <a:effectLst/>
                          <a:latin typeface="Avenir Next LT Pro" panose="020B0504020202020204" pitchFamily="34" charset="0"/>
                        </a:rPr>
                        <a:t> Afternoon Boost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49052722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Have A Self-care / Relaxing Moment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9901688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Doing Homework Or Working Late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1754748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Helps Me Stay Awake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608549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Try Something New / Different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8868630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Clear My Mind</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100" b="1"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US" sz="1100" b="1" i="0" u="none" strike="noStrike" kern="1200" dirty="0">
                          <a:solidFill>
                            <a:srgbClr val="BBA46D"/>
                          </a:solidFill>
                          <a:effectLst/>
                          <a:latin typeface="Avenir Next LT Pro" panose="020B0504020202020204" pitchFamily="34" charset="0"/>
                          <a:ea typeface="+mn-ea"/>
                          <a:cs typeface="+mn-cs"/>
                        </a:rPr>
                        <a:t>2</a:t>
                      </a:r>
                      <a:r>
                        <a:rPr lang="en-IN" sz="1100" b="1" i="0" u="none" strike="noStrike" kern="1200" dirty="0">
                          <a:solidFill>
                            <a:srgbClr val="BBA46D"/>
                          </a:solidFill>
                          <a:effectLst/>
                          <a:latin typeface="Avenir Next LT Pro" panose="020B0504020202020204" pitchFamily="34" charset="0"/>
                          <a:ea typeface="+mn-ea"/>
                          <a:cs typeface="+mn-cs"/>
                        </a:rPr>
                        <a:t>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100" b="1"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r>
                        <a:rPr lang="en-US" sz="1100" b="1" i="0" u="none" strike="noStrike" kern="1200" dirty="0">
                          <a:solidFill>
                            <a:schemeClr val="tx1"/>
                          </a:solidFill>
                          <a:effectLst/>
                          <a:latin typeface="Avenir Next LT Pro" panose="020B0504020202020204" pitchFamily="34" charset="0"/>
                          <a:ea typeface="+mn-ea"/>
                          <a:cs typeface="+mn-cs"/>
                        </a:rPr>
                        <a:t>2</a:t>
                      </a:r>
                      <a:r>
                        <a:rPr lang="en-IN" sz="1100" b="1" i="0" u="none" strike="noStrike" kern="1200" dirty="0">
                          <a:solidFill>
                            <a:schemeClr val="tx1"/>
                          </a:solidFill>
                          <a:effectLst/>
                          <a:latin typeface="Avenir Next LT Pro" panose="020B0504020202020204" pitchFamily="34" charset="0"/>
                          <a:ea typeface="+mn-ea"/>
                          <a:cs typeface="+mn-cs"/>
                        </a:rPr>
                        <a:t>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F1080C4D-B6F0-CD8B-F2A7-2682178A35D3}"/>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25DD5092-D7B7-7A49-5944-0632F1CEFC77}"/>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9621581D-D34F-490F-5A5C-5C5DCA1F5AD9}"/>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4043F35E-900B-B729-5168-63A7C272346D}"/>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BC4E296D-7C30-58D4-A6E4-50104193966A}"/>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43FB1FD2-4DEB-0FE7-68A1-ECD4FF64F67C}"/>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19ACAAC3-D601-371A-691E-894C9515B7CB}"/>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98ABAA5B-7E18-55B6-ABEC-EF8ED9D573BB}"/>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4B589399-EB89-73BC-F7EE-B2D6558423E6}"/>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7166F934-24F2-46B0-2B84-9A163EFA4503}"/>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DAE67167-8238-93BB-FECE-34131D9A2D24}"/>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9C951640-6CB2-6870-4E73-010078C1E844}"/>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F0B22A29-620E-C3D8-3266-9B615FB67B82}"/>
              </a:ext>
            </a:extLst>
          </p:cNvPr>
          <p:cNvSpPr txBox="1"/>
          <p:nvPr/>
        </p:nvSpPr>
        <p:spPr>
          <a:xfrm>
            <a:off x="582632" y="1764867"/>
            <a:ext cx="1716068" cy="215444"/>
          </a:xfrm>
          <a:prstGeom prst="rect">
            <a:avLst/>
          </a:prstGeom>
          <a:solidFill>
            <a:srgbClr val="003399"/>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Pepsi Max</a:t>
            </a:r>
          </a:p>
        </p:txBody>
      </p:sp>
      <p:grpSp>
        <p:nvGrpSpPr>
          <p:cNvPr id="25" name="Group 24">
            <a:extLst>
              <a:ext uri="{FF2B5EF4-FFF2-40B4-BE49-F238E27FC236}">
                <a16:creationId xmlns:a16="http://schemas.microsoft.com/office/drawing/2014/main" id="{518133CD-D75A-EB98-CB25-01E9C75DDBA9}"/>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541857C1-C481-6092-63E7-6B3B6E169FF8}"/>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4CAA8D83-19EE-A438-5883-4177ABC75C1E}"/>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BB799997-BE20-625E-979D-19AAE9E91E81}"/>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131DE3A2-137B-4309-019F-C9DB3A18524B}"/>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32" name="Group 31">
            <a:extLst>
              <a:ext uri="{FF2B5EF4-FFF2-40B4-BE49-F238E27FC236}">
                <a16:creationId xmlns:a16="http://schemas.microsoft.com/office/drawing/2014/main" id="{530DE704-8CC0-385A-7224-00A68BCBF3B4}"/>
              </a:ext>
            </a:extLst>
          </p:cNvPr>
          <p:cNvGrpSpPr/>
          <p:nvPr/>
        </p:nvGrpSpPr>
        <p:grpSpPr>
          <a:xfrm>
            <a:off x="8684218" y="94368"/>
            <a:ext cx="5855930" cy="1875295"/>
            <a:chOff x="8684218" y="94368"/>
            <a:chExt cx="5855930" cy="1875295"/>
          </a:xfrm>
        </p:grpSpPr>
        <p:sp>
          <p:nvSpPr>
            <p:cNvPr id="33" name="Rectangle 32">
              <a:extLst>
                <a:ext uri="{FF2B5EF4-FFF2-40B4-BE49-F238E27FC236}">
                  <a16:creationId xmlns:a16="http://schemas.microsoft.com/office/drawing/2014/main" id="{92F91FFC-6EC4-31B3-84EE-8DF9965C586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4" name="TextBox 33">
              <a:extLst>
                <a:ext uri="{FF2B5EF4-FFF2-40B4-BE49-F238E27FC236}">
                  <a16:creationId xmlns:a16="http://schemas.microsoft.com/office/drawing/2014/main" id="{0B1263E7-07E0-4161-C2D9-2A009F2F40C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59FAA2C4-0D0A-4FB6-834A-319D2A91659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6" name="Picture 35" descr="A flag on a button&#10;&#10;Description automatically generated">
              <a:extLst>
                <a:ext uri="{FF2B5EF4-FFF2-40B4-BE49-F238E27FC236}">
                  <a16:creationId xmlns:a16="http://schemas.microsoft.com/office/drawing/2014/main" id="{C5334F2A-BEE7-4B22-2EF3-11EC95B55588}"/>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75069780"/>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1BA31E-FA0E-4DD9-8927-C4AAD65EB0C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1AEF990-25CD-1C8E-08AE-D863AD5F0A60}"/>
              </a:ext>
            </a:extLst>
          </p:cNvPr>
          <p:cNvSpPr>
            <a:spLocks noGrp="1"/>
          </p:cNvSpPr>
          <p:nvPr>
            <p:ph type="sldNum" sz="quarter" idx="14"/>
          </p:nvPr>
        </p:nvSpPr>
        <p:spPr/>
        <p:txBody>
          <a:bodyPr/>
          <a:lstStyle/>
          <a:p>
            <a:fld id="{9BBCFCA3-D307-4DD3-86E3-CC1388E97AC0}" type="slidenum">
              <a:rPr lang="en-US" smtClean="0"/>
              <a:pPr/>
              <a:t>183</a:t>
            </a:fld>
            <a:endParaRPr lang="en-US"/>
          </a:p>
        </p:txBody>
      </p:sp>
      <p:grpSp>
        <p:nvGrpSpPr>
          <p:cNvPr id="10" name="Group 9">
            <a:extLst>
              <a:ext uri="{FF2B5EF4-FFF2-40B4-BE49-F238E27FC236}">
                <a16:creationId xmlns:a16="http://schemas.microsoft.com/office/drawing/2014/main" id="{5BE8C840-FB96-95AC-AFC9-E641B17DD9B0}"/>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0342FCA5-0BF1-8661-20A1-A2898D6A0AAD}"/>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8566268-78BC-B307-9027-D6CCF1392AB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7E049F6E-BD23-0D82-F54C-A4C6514714F3}"/>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B75A378A-6D6D-B453-9E83-C7B5169322E2}"/>
              </a:ext>
            </a:extLst>
          </p:cNvPr>
          <p:cNvGraphicFramePr>
            <a:graphicFrameLocks noGrp="1"/>
          </p:cNvGraphicFramePr>
          <p:nvPr>
            <p:extLst>
              <p:ext uri="{D42A27DB-BD31-4B8C-83A1-F6EECF244321}">
                <p14:modId xmlns:p14="http://schemas.microsoft.com/office/powerpoint/2010/main" val="1771720373"/>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Cold</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44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277537"/>
                          </a:solidFill>
                          <a:effectLst/>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algn="ctr" rtl="0" fontAlgn="b">
                        <a:buNone/>
                      </a:pPr>
                      <a:r>
                        <a:rPr lang="en-IN" sz="1000" b="0" i="0" u="none" strike="noStrike" dirty="0">
                          <a:solidFill>
                            <a:srgbClr val="277537"/>
                          </a:solidFill>
                          <a:effectLst/>
                          <a:latin typeface="Avenir Next LT Pro" panose="020B0504020202020204" pitchFamily="34" charset="0"/>
                        </a:rPr>
                        <a:t>50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Refreshing</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47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Feeling Thirsty</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Crisp Taste</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Good To Enjoy On Its Own</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Great Taste</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Delicious</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Balanced Taste With Bubbles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70815756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Goes Well With My Food</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27581776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Bold Taste/</a:t>
                      </a:r>
                      <a:r>
                        <a:rPr lang="en-IN" sz="1000" b="0" i="0" u="none" strike="noStrike" dirty="0" err="1">
                          <a:solidFill>
                            <a:srgbClr val="000000"/>
                          </a:solidFill>
                          <a:effectLst/>
                          <a:latin typeface="Avenir Next LT Pro" panose="020B0504020202020204" pitchFamily="34" charset="0"/>
                        </a:rPr>
                        <a:t>Flavor</a:t>
                      </a:r>
                      <a:endParaRPr lang="en-IN" sz="1000" b="0" i="0" u="none" strike="noStrike" dirty="0">
                        <a:solidFill>
                          <a:srgbClr val="000000"/>
                        </a:solidFill>
                        <a:effectLst/>
                        <a:latin typeface="Avenir Next LT Pro" panose="020B0504020202020204" pitchFamily="34" charset="0"/>
                      </a:endParaRP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09095618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Sugary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86633521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Treat Myself</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51099592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Taking A Break</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80390000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For Someone Like Me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06254444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Watching Tv/Mobile Phone Or Playing A Video Game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369363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Good For Sharing With Family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07119912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Have A Craving</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693314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Reward Myself</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2658358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Brings Me Happiness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774107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Spend Time With Friends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15623476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Helps Improve My Mood / Cheers Me Up</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71766463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Stimulate / Awaken My Senses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40257577"/>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Boost My Energy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4139096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Have A Snack</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67926274"/>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It's My Habit / Routine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91464365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A Beverage I'd Be Proud To Be Seen Drinking</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0095090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Provides A Morning </a:t>
                      </a:r>
                      <a:r>
                        <a:rPr lang="en-IN" sz="1000" b="0" i="0" u="none" strike="noStrike" dirty="0" err="1">
                          <a:solidFill>
                            <a:srgbClr val="000000"/>
                          </a:solidFill>
                          <a:effectLst/>
                          <a:latin typeface="Avenir Next LT Pro" panose="020B0504020202020204" pitchFamily="34" charset="0"/>
                        </a:rPr>
                        <a:t>And/Or</a:t>
                      </a:r>
                      <a:r>
                        <a:rPr lang="en-IN" sz="1000" b="0" i="0" u="none" strike="noStrike" dirty="0">
                          <a:solidFill>
                            <a:srgbClr val="000000"/>
                          </a:solidFill>
                          <a:effectLst/>
                          <a:latin typeface="Avenir Next LT Pro" panose="020B0504020202020204" pitchFamily="34" charset="0"/>
                        </a:rPr>
                        <a:t> Afternoon Boost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49052722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Have A Self-care / Relaxing Moment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9901688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Doing Homework Or Working Late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1754748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Helps Me Stay Awake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608549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Try Something New / Different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8868630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Clear My Mind</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US" sz="1100" b="1" i="0" u="none" strike="noStrike" kern="1200" dirty="0">
                          <a:solidFill>
                            <a:schemeClr val="tx1"/>
                          </a:solidFill>
                          <a:effectLst/>
                          <a:latin typeface="Avenir Next LT Pro" panose="020B0504020202020204" pitchFamily="34" charset="0"/>
                          <a:ea typeface="+mn-ea"/>
                          <a:cs typeface="+mn-cs"/>
                        </a:rPr>
                        <a:t>2</a:t>
                      </a:r>
                      <a:r>
                        <a:rPr lang="en-IN" sz="1100" b="1" i="0" u="none" strike="noStrike" kern="1200" dirty="0">
                          <a:solidFill>
                            <a:schemeClr val="tx1"/>
                          </a:solidFill>
                          <a:effectLst/>
                          <a:latin typeface="Avenir Next LT Pro" panose="020B0504020202020204" pitchFamily="34" charset="0"/>
                          <a:ea typeface="+mn-ea"/>
                          <a:cs typeface="+mn-cs"/>
                        </a:rPr>
                        <a:t>5</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b">
                        <a:buNone/>
                      </a:pPr>
                      <a:r>
                        <a:rPr lang="en-US" sz="1100" b="1" i="0" u="none" strike="noStrike" kern="1200" dirty="0">
                          <a:solidFill>
                            <a:schemeClr val="tx1"/>
                          </a:solidFill>
                          <a:effectLst/>
                          <a:latin typeface="Avenir Next LT Pro" panose="020B0504020202020204" pitchFamily="34" charset="0"/>
                          <a:ea typeface="+mn-ea"/>
                          <a:cs typeface="+mn-cs"/>
                        </a:rPr>
                        <a:t>2</a:t>
                      </a:r>
                      <a:r>
                        <a:rPr lang="en-IN" sz="1100" b="1" i="0" u="none" strike="noStrike" kern="1200" dirty="0">
                          <a:solidFill>
                            <a:schemeClr val="tx1"/>
                          </a:solidFill>
                          <a:effectLst/>
                          <a:latin typeface="Avenir Next LT Pro" panose="020B0504020202020204" pitchFamily="34" charset="0"/>
                          <a:ea typeface="+mn-ea"/>
                          <a:cs typeface="+mn-cs"/>
                        </a:rPr>
                        <a:t>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b">
                        <a:buNone/>
                      </a:pPr>
                      <a:r>
                        <a:rPr lang="en-US" sz="1100" b="1" i="0" u="none" strike="noStrike" kern="1200" dirty="0">
                          <a:solidFill>
                            <a:schemeClr val="tx1"/>
                          </a:solidFill>
                          <a:effectLst/>
                          <a:latin typeface="Avenir Next LT Pro" panose="020B0504020202020204" pitchFamily="34" charset="0"/>
                          <a:ea typeface="+mn-ea"/>
                          <a:cs typeface="+mn-cs"/>
                        </a:rPr>
                        <a:t>2</a:t>
                      </a:r>
                      <a:r>
                        <a:rPr lang="en-IN" sz="1100" b="1" i="0" u="none" strike="noStrike" kern="1200" dirty="0">
                          <a:solidFill>
                            <a:schemeClr val="tx1"/>
                          </a:solidFill>
                          <a:effectLst/>
                          <a:latin typeface="Avenir Next LT Pro" panose="020B0504020202020204" pitchFamily="34" charset="0"/>
                          <a:ea typeface="+mn-ea"/>
                          <a:cs typeface="+mn-cs"/>
                        </a:rPr>
                        <a:t>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ctr"/>
                      <a:r>
                        <a:rPr lang="en-US" sz="1100" b="1" i="0" u="none" strike="noStrike" kern="1200" dirty="0">
                          <a:solidFill>
                            <a:schemeClr val="tx1"/>
                          </a:solidFill>
                          <a:effectLst/>
                          <a:latin typeface="Avenir Next LT Pro" panose="020B0504020202020204" pitchFamily="34" charset="0"/>
                          <a:ea typeface="+mn-ea"/>
                          <a:cs typeface="+mn-cs"/>
                        </a:rPr>
                        <a:t>2</a:t>
                      </a:r>
                      <a:r>
                        <a:rPr lang="en-IN" sz="1100" b="1" i="0" u="none" strike="noStrike" kern="1200" dirty="0">
                          <a:solidFill>
                            <a:schemeClr val="tx1"/>
                          </a:solidFill>
                          <a:effectLst/>
                          <a:latin typeface="Avenir Next LT Pro" panose="020B0504020202020204" pitchFamily="34" charset="0"/>
                          <a:ea typeface="+mn-ea"/>
                          <a:cs typeface="+mn-cs"/>
                        </a:rPr>
                        <a:t>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573A21C4-BA37-65DD-99B0-4ADD63B3CF53}"/>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4C90EE8F-ECE9-E31E-ECA7-B4CC2871ECB9}"/>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8AB6082A-9221-2F77-0D67-1EB15B188145}"/>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1B190764-DE56-220A-5BBC-38640EE4E6FA}"/>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E8419159-35D5-69C3-C232-BBF9F07E5037}"/>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AB04BA2A-EE69-7EE9-B8A1-09A746289CFB}"/>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E48F3ED8-469B-6FB4-375A-9C1FDAFD37F9}"/>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99753C44-F46B-4EBD-7FA2-BF3ABD3C0B31}"/>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59579105-D3EE-DF87-A33E-F8D5D09F64FF}"/>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A4EAF119-B7C1-4F6F-6C73-A33603C0D636}"/>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7B684F6E-A44E-D8DC-70AD-DB1213205E3A}"/>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6B991B59-B347-7B5E-4E15-E887E7CE7586}"/>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217F9213-26E3-DDE4-CC3E-20E827865E2C}"/>
              </a:ext>
            </a:extLst>
          </p:cNvPr>
          <p:cNvSpPr txBox="1"/>
          <p:nvPr/>
        </p:nvSpPr>
        <p:spPr>
          <a:xfrm>
            <a:off x="582632" y="1764867"/>
            <a:ext cx="1716068" cy="215444"/>
          </a:xfrm>
          <a:prstGeom prst="rect">
            <a:avLst/>
          </a:prstGeom>
          <a:solidFill>
            <a:srgbClr val="003399"/>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1-3x M Pepsi Max</a:t>
            </a:r>
          </a:p>
        </p:txBody>
      </p:sp>
      <p:grpSp>
        <p:nvGrpSpPr>
          <p:cNvPr id="25" name="Group 24">
            <a:extLst>
              <a:ext uri="{FF2B5EF4-FFF2-40B4-BE49-F238E27FC236}">
                <a16:creationId xmlns:a16="http://schemas.microsoft.com/office/drawing/2014/main" id="{2EDF6C7D-45DE-4FA0-39C6-DE530BF1B60E}"/>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06BA5CD5-E7AA-153E-C170-ADF1A56D0B37}"/>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CF205A28-15A4-2A4D-73F0-131889BB1AF4}"/>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6EC51D78-3F19-9333-3D86-65D57E4FE96F}"/>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6D4576BC-32C2-1FF5-EE0F-CF00F87E2B80}"/>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6" name="Group 5">
            <a:extLst>
              <a:ext uri="{FF2B5EF4-FFF2-40B4-BE49-F238E27FC236}">
                <a16:creationId xmlns:a16="http://schemas.microsoft.com/office/drawing/2014/main" id="{82B82543-E9B5-E3E2-0FAD-1BD94FC7070E}"/>
              </a:ext>
            </a:extLst>
          </p:cNvPr>
          <p:cNvGrpSpPr/>
          <p:nvPr/>
        </p:nvGrpSpPr>
        <p:grpSpPr>
          <a:xfrm>
            <a:off x="8684218" y="94368"/>
            <a:ext cx="5855930" cy="1875295"/>
            <a:chOff x="8684218" y="94368"/>
            <a:chExt cx="5855930" cy="1875295"/>
          </a:xfrm>
        </p:grpSpPr>
        <p:sp>
          <p:nvSpPr>
            <p:cNvPr id="8" name="Rectangle 7">
              <a:extLst>
                <a:ext uri="{FF2B5EF4-FFF2-40B4-BE49-F238E27FC236}">
                  <a16:creationId xmlns:a16="http://schemas.microsoft.com/office/drawing/2014/main" id="{8116E1AA-61A5-51F2-C842-768803EB425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5F74C0CC-634E-ED38-F85F-E8F87ABB16C7}"/>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F272BF35-47CC-AA4B-E9E6-12D5B77AA31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79F9F2EB-D630-E2D3-E564-06CC68FCA5AA}"/>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76858660"/>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D13119-A1D9-20E3-E9D6-944BD57BDF73}"/>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1A98EA96-E19B-1DAF-7FB2-3F9B8A303EA6}"/>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E3E0AF01-2EB8-B3D4-E9A9-1D88CFA45F9E}"/>
              </a:ext>
            </a:extLst>
          </p:cNvPr>
          <p:cNvGrpSpPr/>
          <p:nvPr/>
        </p:nvGrpSpPr>
        <p:grpSpPr>
          <a:xfrm>
            <a:off x="129359" y="2744156"/>
            <a:ext cx="7073546" cy="4678287"/>
            <a:chOff x="531863" y="1967463"/>
            <a:chExt cx="5331526" cy="4128790"/>
          </a:xfrm>
        </p:grpSpPr>
        <p:sp>
          <p:nvSpPr>
            <p:cNvPr id="54" name="Rectangle 53">
              <a:extLst>
                <a:ext uri="{FF2B5EF4-FFF2-40B4-BE49-F238E27FC236}">
                  <a16:creationId xmlns:a16="http://schemas.microsoft.com/office/drawing/2014/main" id="{2EEF5398-6E11-8C87-8BD8-D90F0AD4AD6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E503F827-547E-9AAE-9B42-1998DE063EFE}"/>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81D007A1-E270-8632-C62C-4B097C052ED1}"/>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9" name="TextBox 68">
            <a:extLst>
              <a:ext uri="{FF2B5EF4-FFF2-40B4-BE49-F238E27FC236}">
                <a16:creationId xmlns:a16="http://schemas.microsoft.com/office/drawing/2014/main" id="{A00E7AE9-72D1-4546-4AE9-E8C56F6EF707}"/>
              </a:ext>
            </a:extLst>
          </p:cNvPr>
          <p:cNvSpPr txBox="1"/>
          <p:nvPr/>
        </p:nvSpPr>
        <p:spPr>
          <a:xfrm>
            <a:off x="2689941" y="3324408"/>
            <a:ext cx="2312522" cy="326898"/>
          </a:xfrm>
          <a:prstGeom prst="roundRect">
            <a:avLst/>
          </a:prstGeom>
          <a:solidFill>
            <a:srgbClr val="003399"/>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W+ Pepsi Max</a:t>
            </a:r>
          </a:p>
        </p:txBody>
      </p:sp>
      <p:sp>
        <p:nvSpPr>
          <p:cNvPr id="11" name="TextBox 10">
            <a:extLst>
              <a:ext uri="{FF2B5EF4-FFF2-40B4-BE49-F238E27FC236}">
                <a16:creationId xmlns:a16="http://schemas.microsoft.com/office/drawing/2014/main" id="{2CC2FB3D-A40E-8F77-AF90-F25C451989E7}"/>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8FF7EE0A-980E-AFF5-4D46-FF2B1F985F07}"/>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184</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7927948F-7AB8-114E-48D4-064F8A9F6756}"/>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72E040D4-93EF-34DC-6444-8A2632DE2EC6}"/>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5209BD23-8152-EF28-5FF6-66047D9C668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EB31F11A-ED99-FE9D-505A-A82C4BE73BF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4" name="TextBox 3">
            <a:extLst>
              <a:ext uri="{FF2B5EF4-FFF2-40B4-BE49-F238E27FC236}">
                <a16:creationId xmlns:a16="http://schemas.microsoft.com/office/drawing/2014/main" id="{53B76CF5-DE20-68FB-E012-61FB1E314231}"/>
              </a:ext>
            </a:extLst>
          </p:cNvPr>
          <p:cNvSpPr txBox="1"/>
          <p:nvPr/>
        </p:nvSpPr>
        <p:spPr>
          <a:xfrm>
            <a:off x="1825211" y="3698662"/>
            <a:ext cx="3572501" cy="326898"/>
          </a:xfrm>
          <a:prstGeom prst="roundRect">
            <a:avLst/>
          </a:prstGeom>
          <a:noFill/>
        </p:spPr>
        <p:txBody>
          <a:bodyPr wrap="square" lIns="0" tIns="0" rIns="0" bIns="0" rtlCol="0" anchor="ctr">
            <a:spAutoFit/>
          </a:bodyPr>
          <a:lstStyle/>
          <a:p>
            <a:pPr algn="ctr" defTabSz="1097280">
              <a:defRPr/>
            </a:pPr>
            <a:r>
              <a:rPr lang="en-US" sz="1920" b="1" kern="0" dirty="0">
                <a:latin typeface="Avenir Next LT Pro" panose="020B0504020202020204" pitchFamily="34" charset="0"/>
              </a:rPr>
              <a:t>“Has a </a:t>
            </a:r>
            <a:r>
              <a:rPr lang="en-US" sz="1920" b="1" kern="0" dirty="0" err="1">
                <a:latin typeface="Avenir Next LT Pro" panose="020B0504020202020204" pitchFamily="34" charset="0"/>
              </a:rPr>
              <a:t>Real_______Taste</a:t>
            </a:r>
            <a:r>
              <a:rPr lang="en-US" sz="1920" b="1" kern="0" dirty="0">
                <a:latin typeface="Avenir Next LT Pro" panose="020B0504020202020204" pitchFamily="34" charset="0"/>
              </a:rPr>
              <a:t>”</a:t>
            </a:r>
          </a:p>
        </p:txBody>
      </p:sp>
      <p:grpSp>
        <p:nvGrpSpPr>
          <p:cNvPr id="2" name="Group 1">
            <a:extLst>
              <a:ext uri="{FF2B5EF4-FFF2-40B4-BE49-F238E27FC236}">
                <a16:creationId xmlns:a16="http://schemas.microsoft.com/office/drawing/2014/main" id="{CDBC80B3-3241-D34E-6D88-718DC73C0B97}"/>
              </a:ext>
            </a:extLst>
          </p:cNvPr>
          <p:cNvGrpSpPr/>
          <p:nvPr/>
        </p:nvGrpSpPr>
        <p:grpSpPr>
          <a:xfrm>
            <a:off x="7404453" y="2736225"/>
            <a:ext cx="7073546" cy="4679159"/>
            <a:chOff x="531863" y="1967463"/>
            <a:chExt cx="5331526" cy="4128790"/>
          </a:xfrm>
        </p:grpSpPr>
        <p:sp>
          <p:nvSpPr>
            <p:cNvPr id="8" name="Rectangle 7">
              <a:extLst>
                <a:ext uri="{FF2B5EF4-FFF2-40B4-BE49-F238E27FC236}">
                  <a16:creationId xmlns:a16="http://schemas.microsoft.com/office/drawing/2014/main" id="{D3A1D122-0E10-3A67-F926-4B52DE151EC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13" name="Chart 12">
              <a:extLst>
                <a:ext uri="{FF2B5EF4-FFF2-40B4-BE49-F238E27FC236}">
                  <a16:creationId xmlns:a16="http://schemas.microsoft.com/office/drawing/2014/main" id="{65417F81-493E-F2D2-FD3A-3E3E15F60241}"/>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5" name="TextBox 14">
              <a:extLst>
                <a:ext uri="{FF2B5EF4-FFF2-40B4-BE49-F238E27FC236}">
                  <a16:creationId xmlns:a16="http://schemas.microsoft.com/office/drawing/2014/main" id="{2169E4CF-DF17-64D1-0C19-43D432F2736A}"/>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17" name="TextBox 16">
            <a:extLst>
              <a:ext uri="{FF2B5EF4-FFF2-40B4-BE49-F238E27FC236}">
                <a16:creationId xmlns:a16="http://schemas.microsoft.com/office/drawing/2014/main" id="{3538F9CB-2D77-3857-83F7-9DB96682D8D2}"/>
              </a:ext>
            </a:extLst>
          </p:cNvPr>
          <p:cNvSpPr txBox="1"/>
          <p:nvPr/>
        </p:nvSpPr>
        <p:spPr>
          <a:xfrm>
            <a:off x="10077333" y="3332430"/>
            <a:ext cx="2312522" cy="326898"/>
          </a:xfrm>
          <a:prstGeom prst="roundRect">
            <a:avLst/>
          </a:prstGeom>
          <a:solidFill>
            <a:srgbClr val="FFCC00"/>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1-3x M Pepsi Max</a:t>
            </a:r>
          </a:p>
        </p:txBody>
      </p:sp>
      <p:sp>
        <p:nvSpPr>
          <p:cNvPr id="20" name="TextBox 19">
            <a:extLst>
              <a:ext uri="{FF2B5EF4-FFF2-40B4-BE49-F238E27FC236}">
                <a16:creationId xmlns:a16="http://schemas.microsoft.com/office/drawing/2014/main" id="{79A9D780-5DBD-C480-26F3-F14230E2F900}"/>
              </a:ext>
            </a:extLst>
          </p:cNvPr>
          <p:cNvSpPr txBox="1"/>
          <p:nvPr/>
        </p:nvSpPr>
        <p:spPr>
          <a:xfrm>
            <a:off x="9244687" y="3674600"/>
            <a:ext cx="3572501" cy="326898"/>
          </a:xfrm>
          <a:prstGeom prst="roundRect">
            <a:avLst/>
          </a:prstGeom>
          <a:noFill/>
        </p:spPr>
        <p:txBody>
          <a:bodyPr wrap="square" lIns="0" tIns="0" rIns="0" bIns="0" rtlCol="0" anchor="ctr">
            <a:spAutoFit/>
          </a:bodyPr>
          <a:lstStyle/>
          <a:p>
            <a:pPr algn="ctr" defTabSz="1097280">
              <a:defRPr/>
            </a:pPr>
            <a:r>
              <a:rPr lang="en-US" sz="1920" b="1" kern="0" dirty="0">
                <a:latin typeface="Avenir Next LT Pro" panose="020B0504020202020204" pitchFamily="34" charset="0"/>
              </a:rPr>
              <a:t>“Has a </a:t>
            </a:r>
            <a:r>
              <a:rPr lang="en-US" sz="1920" b="1" kern="0" dirty="0" err="1">
                <a:latin typeface="Avenir Next LT Pro" panose="020B0504020202020204" pitchFamily="34" charset="0"/>
              </a:rPr>
              <a:t>Real_______Taste</a:t>
            </a:r>
            <a:r>
              <a:rPr lang="en-US" sz="1920" b="1" kern="0" dirty="0">
                <a:latin typeface="Avenir Next LT Pro" panose="020B0504020202020204" pitchFamily="34" charset="0"/>
              </a:rPr>
              <a:t>”</a:t>
            </a:r>
          </a:p>
        </p:txBody>
      </p:sp>
      <p:pic>
        <p:nvPicPr>
          <p:cNvPr id="26" name="Picture 25">
            <a:extLst>
              <a:ext uri="{FF2B5EF4-FFF2-40B4-BE49-F238E27FC236}">
                <a16:creationId xmlns:a16="http://schemas.microsoft.com/office/drawing/2014/main" id="{8AFD3AEA-F260-E759-A0E6-E33CCA6224EA}"/>
              </a:ext>
            </a:extLst>
          </p:cNvPr>
          <p:cNvPicPr>
            <a:picLocks noChangeAspect="1"/>
          </p:cNvPicPr>
          <p:nvPr/>
        </p:nvPicPr>
        <p:blipFill>
          <a:blip r:embed="rId4"/>
          <a:stretch>
            <a:fillRect/>
          </a:stretch>
        </p:blipFill>
        <p:spPr>
          <a:xfrm>
            <a:off x="13056071" y="1498380"/>
            <a:ext cx="1421928" cy="1218795"/>
          </a:xfrm>
          <a:prstGeom prst="rect">
            <a:avLst/>
          </a:prstGeom>
        </p:spPr>
      </p:pic>
      <p:grpSp>
        <p:nvGrpSpPr>
          <p:cNvPr id="27" name="Group 26">
            <a:extLst>
              <a:ext uri="{FF2B5EF4-FFF2-40B4-BE49-F238E27FC236}">
                <a16:creationId xmlns:a16="http://schemas.microsoft.com/office/drawing/2014/main" id="{FFE67EC3-C495-A754-38F0-5788677280C9}"/>
              </a:ext>
            </a:extLst>
          </p:cNvPr>
          <p:cNvGrpSpPr/>
          <p:nvPr/>
        </p:nvGrpSpPr>
        <p:grpSpPr>
          <a:xfrm>
            <a:off x="5688412" y="7531591"/>
            <a:ext cx="3202822" cy="545303"/>
            <a:chOff x="107157" y="4978029"/>
            <a:chExt cx="2669019" cy="454419"/>
          </a:xfrm>
        </p:grpSpPr>
        <p:sp>
          <p:nvSpPr>
            <p:cNvPr id="28" name="TextBox 27">
              <a:extLst>
                <a:ext uri="{FF2B5EF4-FFF2-40B4-BE49-F238E27FC236}">
                  <a16:creationId xmlns:a16="http://schemas.microsoft.com/office/drawing/2014/main" id="{5F8CEE75-37EE-9435-BF51-E252C4277D5F}"/>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9" name="TextBox 28">
              <a:extLst>
                <a:ext uri="{FF2B5EF4-FFF2-40B4-BE49-F238E27FC236}">
                  <a16:creationId xmlns:a16="http://schemas.microsoft.com/office/drawing/2014/main" id="{CF684221-91D5-CB65-9268-922D6A0AA013}"/>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0" name="TextBox 29">
              <a:extLst>
                <a:ext uri="{FF2B5EF4-FFF2-40B4-BE49-F238E27FC236}">
                  <a16:creationId xmlns:a16="http://schemas.microsoft.com/office/drawing/2014/main" id="{91FC356D-708B-E868-60C4-C2529A309F67}"/>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31" name="TextBox 30">
              <a:extLst>
                <a:ext uri="{FF2B5EF4-FFF2-40B4-BE49-F238E27FC236}">
                  <a16:creationId xmlns:a16="http://schemas.microsoft.com/office/drawing/2014/main" id="{8138FD7C-C921-E04E-C14C-2B9F59C2DD17}"/>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34" name="Group 33">
            <a:extLst>
              <a:ext uri="{FF2B5EF4-FFF2-40B4-BE49-F238E27FC236}">
                <a16:creationId xmlns:a16="http://schemas.microsoft.com/office/drawing/2014/main" id="{E9729B6C-3D70-23A8-7B0A-8E42DD1B10B2}"/>
              </a:ext>
            </a:extLst>
          </p:cNvPr>
          <p:cNvGrpSpPr/>
          <p:nvPr/>
        </p:nvGrpSpPr>
        <p:grpSpPr>
          <a:xfrm>
            <a:off x="8684218" y="94368"/>
            <a:ext cx="5855930" cy="1875295"/>
            <a:chOff x="8684218" y="94368"/>
            <a:chExt cx="5855930" cy="1875295"/>
          </a:xfrm>
        </p:grpSpPr>
        <p:sp>
          <p:nvSpPr>
            <p:cNvPr id="35" name="Rectangle 34">
              <a:extLst>
                <a:ext uri="{FF2B5EF4-FFF2-40B4-BE49-F238E27FC236}">
                  <a16:creationId xmlns:a16="http://schemas.microsoft.com/office/drawing/2014/main" id="{EDC02C82-6F4B-6BB4-EC05-63C85435560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6" name="TextBox 35">
              <a:extLst>
                <a:ext uri="{FF2B5EF4-FFF2-40B4-BE49-F238E27FC236}">
                  <a16:creationId xmlns:a16="http://schemas.microsoft.com/office/drawing/2014/main" id="{C166C52F-3919-BF19-366A-7CCBD8930B2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7" name="Picture 36" descr="A bottle of soda with a red label&#10;&#10;Description automatically generated">
              <a:extLst>
                <a:ext uri="{FF2B5EF4-FFF2-40B4-BE49-F238E27FC236}">
                  <a16:creationId xmlns:a16="http://schemas.microsoft.com/office/drawing/2014/main" id="{5E57A85F-F88C-A6AA-4F9F-FA7EA5BCF82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8" name="Picture 37" descr="A flag on a button&#10;&#10;Description automatically generated">
              <a:extLst>
                <a:ext uri="{FF2B5EF4-FFF2-40B4-BE49-F238E27FC236}">
                  <a16:creationId xmlns:a16="http://schemas.microsoft.com/office/drawing/2014/main" id="{A2A86E4B-8965-C0E1-F79A-75B89896ACF1}"/>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69269407"/>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C569FA-BFD7-923E-5F0C-D4DC2E37D0E7}"/>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1EB2F1E-845F-01D4-ABCD-92324C3F124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728A02FB-9AF2-6C6E-E21A-4FDD8E4EE149}"/>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7AE9C5D6-807A-64C2-0AE1-34BA9DDC7670}"/>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27F71FF8-ECA9-8DD3-40EA-EB03D8CB88C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8309C520-05E4-99D8-4BCD-318A9B086DB4}"/>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F0B358EE-8702-2BDE-22DA-BF084E954B28}"/>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5AFEF7AA-B3B2-5A40-CE29-7662F405B2D2}"/>
              </a:ext>
            </a:extLst>
          </p:cNvPr>
          <p:cNvGraphicFramePr/>
          <p:nvPr>
            <p:extLst>
              <p:ext uri="{D42A27DB-BD31-4B8C-83A1-F6EECF244321}">
                <p14:modId xmlns:p14="http://schemas.microsoft.com/office/powerpoint/2010/main" val="1289547084"/>
              </p:ext>
            </p:extLst>
          </p:nvPr>
        </p:nvGraphicFramePr>
        <p:xfrm>
          <a:off x="2298001" y="3770747"/>
          <a:ext cx="5822757" cy="3612995"/>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6A6497D2-90BD-3387-3EB5-8E9F59E8CC70}"/>
              </a:ext>
            </a:extLst>
          </p:cNvPr>
          <p:cNvSpPr txBox="1"/>
          <p:nvPr/>
        </p:nvSpPr>
        <p:spPr>
          <a:xfrm>
            <a:off x="4308180"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40" name="Table 10">
            <a:extLst>
              <a:ext uri="{FF2B5EF4-FFF2-40B4-BE49-F238E27FC236}">
                <a16:creationId xmlns:a16="http://schemas.microsoft.com/office/drawing/2014/main" id="{A1D44D19-EBD8-C7E5-D912-B8A97F5C3C1C}"/>
              </a:ext>
            </a:extLst>
          </p:cNvPr>
          <p:cNvGraphicFramePr>
            <a:graphicFrameLocks noGrp="1"/>
          </p:cNvGraphicFramePr>
          <p:nvPr/>
        </p:nvGraphicFramePr>
        <p:xfrm>
          <a:off x="284043" y="3461142"/>
          <a:ext cx="7680960" cy="33528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Coca-Cola Net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59%</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16" name="Rectangle 15">
            <a:extLst>
              <a:ext uri="{FF2B5EF4-FFF2-40B4-BE49-F238E27FC236}">
                <a16:creationId xmlns:a16="http://schemas.microsoft.com/office/drawing/2014/main" id="{D73EC03B-C343-D57D-6B6C-5A89FDC649F8}"/>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DB103029-BF98-3A12-CA82-7EF0717AB28C}"/>
              </a:ext>
            </a:extLst>
          </p:cNvPr>
          <p:cNvGraphicFramePr/>
          <p:nvPr>
            <p:extLst>
              <p:ext uri="{D42A27DB-BD31-4B8C-83A1-F6EECF244321}">
                <p14:modId xmlns:p14="http://schemas.microsoft.com/office/powerpoint/2010/main" val="3206094757"/>
              </p:ext>
            </p:extLst>
          </p:nvPr>
        </p:nvGraphicFramePr>
        <p:xfrm>
          <a:off x="8141771" y="3778503"/>
          <a:ext cx="5822757" cy="3612995"/>
        </p:xfrm>
        <a:graphic>
          <a:graphicData uri="http://schemas.openxmlformats.org/drawingml/2006/chart">
            <c:chart xmlns:c="http://schemas.openxmlformats.org/drawingml/2006/chart" xmlns:r="http://schemas.openxmlformats.org/officeDocument/2006/relationships" r:id="rId4"/>
          </a:graphicData>
        </a:graphic>
      </p:graphicFrame>
      <p:sp>
        <p:nvSpPr>
          <p:cNvPr id="18" name="TextBox 17">
            <a:extLst>
              <a:ext uri="{FF2B5EF4-FFF2-40B4-BE49-F238E27FC236}">
                <a16:creationId xmlns:a16="http://schemas.microsoft.com/office/drawing/2014/main" id="{6D1DE39C-0ECD-49F4-0E8C-E94D6DC04BA2}"/>
              </a:ext>
            </a:extLst>
          </p:cNvPr>
          <p:cNvSpPr txBox="1"/>
          <p:nvPr/>
        </p:nvSpPr>
        <p:spPr>
          <a:xfrm>
            <a:off x="10190675"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20" name="Table 19">
            <a:extLst>
              <a:ext uri="{FF2B5EF4-FFF2-40B4-BE49-F238E27FC236}">
                <a16:creationId xmlns:a16="http://schemas.microsoft.com/office/drawing/2014/main" id="{04CFC757-4C8A-B359-385E-145407C10F16}"/>
              </a:ext>
            </a:extLst>
          </p:cNvPr>
          <p:cNvGraphicFramePr>
            <a:graphicFrameLocks noGrp="1"/>
          </p:cNvGraphicFramePr>
          <p:nvPr/>
        </p:nvGraphicFramePr>
        <p:xfrm>
          <a:off x="8544075" y="3554255"/>
          <a:ext cx="5303520" cy="258793"/>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58793">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9E13F051-C074-1693-ACB4-DFE9F8E6DAAD}"/>
              </a:ext>
            </a:extLst>
          </p:cNvPr>
          <p:cNvSpPr txBox="1"/>
          <p:nvPr/>
        </p:nvSpPr>
        <p:spPr>
          <a:xfrm>
            <a:off x="10104163" y="281581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5" name="TextBox 4">
            <a:extLst>
              <a:ext uri="{FF2B5EF4-FFF2-40B4-BE49-F238E27FC236}">
                <a16:creationId xmlns:a16="http://schemas.microsoft.com/office/drawing/2014/main" id="{29FBDB84-E142-0A12-70FB-B625FC73057E}"/>
              </a:ext>
            </a:extLst>
          </p:cNvPr>
          <p:cNvSpPr txBox="1"/>
          <p:nvPr/>
        </p:nvSpPr>
        <p:spPr>
          <a:xfrm>
            <a:off x="4107909" y="2815811"/>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52" name="TextBox 51">
            <a:extLst>
              <a:ext uri="{FF2B5EF4-FFF2-40B4-BE49-F238E27FC236}">
                <a16:creationId xmlns:a16="http://schemas.microsoft.com/office/drawing/2014/main" id="{EE64F23F-28DD-99FF-436F-C43868932710}"/>
              </a:ext>
            </a:extLst>
          </p:cNvPr>
          <p:cNvSpPr txBox="1"/>
          <p:nvPr/>
        </p:nvSpPr>
        <p:spPr>
          <a:xfrm>
            <a:off x="4287680" y="3115346"/>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Coca-Cola</a:t>
            </a:r>
          </a:p>
        </p:txBody>
      </p:sp>
      <p:sp>
        <p:nvSpPr>
          <p:cNvPr id="54" name="TextBox 53">
            <a:extLst>
              <a:ext uri="{FF2B5EF4-FFF2-40B4-BE49-F238E27FC236}">
                <a16:creationId xmlns:a16="http://schemas.microsoft.com/office/drawing/2014/main" id="{441C1D7F-8435-167D-E423-152A1AD671CC}"/>
              </a:ext>
            </a:extLst>
          </p:cNvPr>
          <p:cNvSpPr txBox="1"/>
          <p:nvPr/>
        </p:nvSpPr>
        <p:spPr>
          <a:xfrm>
            <a:off x="10295449" y="3107326"/>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Coca-Cola</a:t>
            </a:r>
          </a:p>
        </p:txBody>
      </p:sp>
      <p:grpSp>
        <p:nvGrpSpPr>
          <p:cNvPr id="57" name="Group 56">
            <a:extLst>
              <a:ext uri="{FF2B5EF4-FFF2-40B4-BE49-F238E27FC236}">
                <a16:creationId xmlns:a16="http://schemas.microsoft.com/office/drawing/2014/main" id="{E40CEAEC-B017-A02A-B2A3-93C1A4085EB2}"/>
              </a:ext>
            </a:extLst>
          </p:cNvPr>
          <p:cNvGrpSpPr/>
          <p:nvPr/>
        </p:nvGrpSpPr>
        <p:grpSpPr>
          <a:xfrm>
            <a:off x="8944960" y="7499507"/>
            <a:ext cx="3202822" cy="545303"/>
            <a:chOff x="107157" y="4978029"/>
            <a:chExt cx="2669019" cy="454419"/>
          </a:xfrm>
        </p:grpSpPr>
        <p:sp>
          <p:nvSpPr>
            <p:cNvPr id="58" name="TextBox 57">
              <a:extLst>
                <a:ext uri="{FF2B5EF4-FFF2-40B4-BE49-F238E27FC236}">
                  <a16:creationId xmlns:a16="http://schemas.microsoft.com/office/drawing/2014/main" id="{53FAEF51-0130-0F17-BE82-577BDFB5A523}"/>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8DE7353A-C573-D6A9-4D3E-1F07ECAD883A}"/>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60" name="TextBox 59">
              <a:extLst>
                <a:ext uri="{FF2B5EF4-FFF2-40B4-BE49-F238E27FC236}">
                  <a16:creationId xmlns:a16="http://schemas.microsoft.com/office/drawing/2014/main" id="{3EEA12BE-6504-046B-3E46-A9037908F121}"/>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71259288-E098-D27B-4568-12E1E8EC02F9}"/>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62" name="Group 61">
            <a:extLst>
              <a:ext uri="{FF2B5EF4-FFF2-40B4-BE49-F238E27FC236}">
                <a16:creationId xmlns:a16="http://schemas.microsoft.com/office/drawing/2014/main" id="{0FBF26FB-E152-5158-23B5-13A6207AB58B}"/>
              </a:ext>
            </a:extLst>
          </p:cNvPr>
          <p:cNvGrpSpPr/>
          <p:nvPr/>
        </p:nvGrpSpPr>
        <p:grpSpPr>
          <a:xfrm>
            <a:off x="12243859" y="1317256"/>
            <a:ext cx="2200037" cy="1080000"/>
            <a:chOff x="11635308" y="3815820"/>
            <a:chExt cx="2378875" cy="1426740"/>
          </a:xfrm>
        </p:grpSpPr>
        <p:sp>
          <p:nvSpPr>
            <p:cNvPr id="63" name="Rectangle 62">
              <a:extLst>
                <a:ext uri="{FF2B5EF4-FFF2-40B4-BE49-F238E27FC236}">
                  <a16:creationId xmlns:a16="http://schemas.microsoft.com/office/drawing/2014/main" id="{C7AC851E-2D55-C85A-E85B-F37FF9807A41}"/>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4" name="Rectangle 63">
              <a:extLst>
                <a:ext uri="{FF2B5EF4-FFF2-40B4-BE49-F238E27FC236}">
                  <a16:creationId xmlns:a16="http://schemas.microsoft.com/office/drawing/2014/main" id="{9A22956B-44F1-4F0A-C7A5-6B8E406129D7}"/>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1F42A585-F63C-AF7C-1AEC-5D3DC20BE193}"/>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6CA248A2-F858-ED11-9FCF-2B2B4DAD359A}"/>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7" name="TextBox 66">
              <a:extLst>
                <a:ext uri="{FF2B5EF4-FFF2-40B4-BE49-F238E27FC236}">
                  <a16:creationId xmlns:a16="http://schemas.microsoft.com/office/drawing/2014/main" id="{9013A38B-553E-CC7F-CE00-E8925F98E575}"/>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68" name="TextBox 67">
              <a:extLst>
                <a:ext uri="{FF2B5EF4-FFF2-40B4-BE49-F238E27FC236}">
                  <a16:creationId xmlns:a16="http://schemas.microsoft.com/office/drawing/2014/main" id="{BBB16F1F-732B-C299-9519-D853FF70C8C8}"/>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69" name="TextBox 68">
              <a:extLst>
                <a:ext uri="{FF2B5EF4-FFF2-40B4-BE49-F238E27FC236}">
                  <a16:creationId xmlns:a16="http://schemas.microsoft.com/office/drawing/2014/main" id="{015F1075-BE69-AC18-F0EE-E16751A9B579}"/>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0" name="Rectangle 69">
              <a:extLst>
                <a:ext uri="{FF2B5EF4-FFF2-40B4-BE49-F238E27FC236}">
                  <a16:creationId xmlns:a16="http://schemas.microsoft.com/office/drawing/2014/main" id="{CEF3895A-381F-D40F-ADBB-02C590C021F1}"/>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grpSp>
      <p:grpSp>
        <p:nvGrpSpPr>
          <p:cNvPr id="71" name="Group 70">
            <a:extLst>
              <a:ext uri="{FF2B5EF4-FFF2-40B4-BE49-F238E27FC236}">
                <a16:creationId xmlns:a16="http://schemas.microsoft.com/office/drawing/2014/main" id="{E32C8882-EA47-052A-4FE0-99BBBD61535B}"/>
              </a:ext>
            </a:extLst>
          </p:cNvPr>
          <p:cNvGrpSpPr/>
          <p:nvPr/>
        </p:nvGrpSpPr>
        <p:grpSpPr>
          <a:xfrm>
            <a:off x="8684218" y="94368"/>
            <a:ext cx="5855930" cy="1875295"/>
            <a:chOff x="8684218" y="94368"/>
            <a:chExt cx="5855930" cy="1875295"/>
          </a:xfrm>
        </p:grpSpPr>
        <p:sp>
          <p:nvSpPr>
            <p:cNvPr id="72" name="Rectangle 71">
              <a:extLst>
                <a:ext uri="{FF2B5EF4-FFF2-40B4-BE49-F238E27FC236}">
                  <a16:creationId xmlns:a16="http://schemas.microsoft.com/office/drawing/2014/main" id="{7A4D55E4-E966-022B-3F55-069CFFCB53E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3" name="TextBox 72">
              <a:extLst>
                <a:ext uri="{FF2B5EF4-FFF2-40B4-BE49-F238E27FC236}">
                  <a16:creationId xmlns:a16="http://schemas.microsoft.com/office/drawing/2014/main" id="{FBF6E5DE-5EE0-1486-A78A-0DB312E54B31}"/>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74" name="Picture 73" descr="A bottle of soda with a red label&#10;&#10;Description automatically generated">
              <a:extLst>
                <a:ext uri="{FF2B5EF4-FFF2-40B4-BE49-F238E27FC236}">
                  <a16:creationId xmlns:a16="http://schemas.microsoft.com/office/drawing/2014/main" id="{CA12C632-3755-B15A-521D-66204897F89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75" name="Picture 74" descr="A flag on a button&#10;&#10;Description automatically generated">
              <a:extLst>
                <a:ext uri="{FF2B5EF4-FFF2-40B4-BE49-F238E27FC236}">
                  <a16:creationId xmlns:a16="http://schemas.microsoft.com/office/drawing/2014/main" id="{04151233-C7A6-437A-46D4-9ADE3A8B6EDB}"/>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842419124"/>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59C2F-2D74-CA07-19A9-EAA25CA624E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DC3FD35-67B1-B704-8B98-C860C4D5E9F1}"/>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BAEA11EE-5099-9110-07C2-1F2262F44C78}"/>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E150151C-B8FF-EC21-62EF-8D49F9056E1E}"/>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C0E59CC5-64F1-F404-F626-C9A798C55AF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70AE85D2-8D0C-9D35-24DB-2709C14162B7}"/>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1B8FA3BE-2CB8-6369-728F-D906A5EC58E2}"/>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DF91BFE9-F1BE-40EE-F1C2-2A8275AE3877}"/>
              </a:ext>
            </a:extLst>
          </p:cNvPr>
          <p:cNvGraphicFramePr/>
          <p:nvPr>
            <p:extLst>
              <p:ext uri="{D42A27DB-BD31-4B8C-83A1-F6EECF244321}">
                <p14:modId xmlns:p14="http://schemas.microsoft.com/office/powerpoint/2010/main" val="2627691943"/>
              </p:ext>
            </p:extLst>
          </p:nvPr>
        </p:nvGraphicFramePr>
        <p:xfrm>
          <a:off x="2298001" y="3770747"/>
          <a:ext cx="5822757" cy="3612995"/>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E78E54CA-A2B6-405B-2418-6A70920A78C7}"/>
              </a:ext>
            </a:extLst>
          </p:cNvPr>
          <p:cNvSpPr txBox="1"/>
          <p:nvPr/>
        </p:nvSpPr>
        <p:spPr>
          <a:xfrm>
            <a:off x="4308180"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40" name="Table 10">
            <a:extLst>
              <a:ext uri="{FF2B5EF4-FFF2-40B4-BE49-F238E27FC236}">
                <a16:creationId xmlns:a16="http://schemas.microsoft.com/office/drawing/2014/main" id="{BC6B33FB-1228-8298-A918-391AD50224F4}"/>
              </a:ext>
            </a:extLst>
          </p:cNvPr>
          <p:cNvGraphicFramePr>
            <a:graphicFrameLocks noGrp="1"/>
          </p:cNvGraphicFramePr>
          <p:nvPr/>
        </p:nvGraphicFramePr>
        <p:xfrm>
          <a:off x="284043" y="3461142"/>
          <a:ext cx="7680960" cy="33528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78621">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Pepsi Net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39%</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16" name="Rectangle 15">
            <a:extLst>
              <a:ext uri="{FF2B5EF4-FFF2-40B4-BE49-F238E27FC236}">
                <a16:creationId xmlns:a16="http://schemas.microsoft.com/office/drawing/2014/main" id="{CB61FEA5-2EA9-CA95-8B20-8D0FEF4D4F09}"/>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CDD3872A-287C-2CFF-065E-6F5AAA8F0EFA}"/>
              </a:ext>
            </a:extLst>
          </p:cNvPr>
          <p:cNvGraphicFramePr/>
          <p:nvPr>
            <p:extLst>
              <p:ext uri="{D42A27DB-BD31-4B8C-83A1-F6EECF244321}">
                <p14:modId xmlns:p14="http://schemas.microsoft.com/office/powerpoint/2010/main" val="3186395265"/>
              </p:ext>
            </p:extLst>
          </p:nvPr>
        </p:nvGraphicFramePr>
        <p:xfrm>
          <a:off x="8141771" y="3778503"/>
          <a:ext cx="5822757" cy="3612995"/>
        </p:xfrm>
        <a:graphic>
          <a:graphicData uri="http://schemas.openxmlformats.org/drawingml/2006/chart">
            <c:chart xmlns:c="http://schemas.openxmlformats.org/drawingml/2006/chart" xmlns:r="http://schemas.openxmlformats.org/officeDocument/2006/relationships" r:id="rId4"/>
          </a:graphicData>
        </a:graphic>
      </p:graphicFrame>
      <p:sp>
        <p:nvSpPr>
          <p:cNvPr id="18" name="TextBox 17">
            <a:extLst>
              <a:ext uri="{FF2B5EF4-FFF2-40B4-BE49-F238E27FC236}">
                <a16:creationId xmlns:a16="http://schemas.microsoft.com/office/drawing/2014/main" id="{C050A796-8A2C-6F11-580A-5B431173BB82}"/>
              </a:ext>
            </a:extLst>
          </p:cNvPr>
          <p:cNvSpPr txBox="1"/>
          <p:nvPr/>
        </p:nvSpPr>
        <p:spPr>
          <a:xfrm>
            <a:off x="10190675"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20" name="Table 19">
            <a:extLst>
              <a:ext uri="{FF2B5EF4-FFF2-40B4-BE49-F238E27FC236}">
                <a16:creationId xmlns:a16="http://schemas.microsoft.com/office/drawing/2014/main" id="{F4E14A72-68C8-8631-07E4-DD62A48E70FF}"/>
              </a:ext>
            </a:extLst>
          </p:cNvPr>
          <p:cNvGraphicFramePr>
            <a:graphicFrameLocks noGrp="1"/>
          </p:cNvGraphicFramePr>
          <p:nvPr/>
        </p:nvGraphicFramePr>
        <p:xfrm>
          <a:off x="8544075" y="3562184"/>
          <a:ext cx="5303520" cy="266391"/>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66391">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34%</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6CEEA8F9-2AB6-AF2D-5988-E9AE982AEFB9}"/>
              </a:ext>
            </a:extLst>
          </p:cNvPr>
          <p:cNvSpPr txBox="1"/>
          <p:nvPr/>
        </p:nvSpPr>
        <p:spPr>
          <a:xfrm>
            <a:off x="10104163" y="281581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5" name="TextBox 4">
            <a:extLst>
              <a:ext uri="{FF2B5EF4-FFF2-40B4-BE49-F238E27FC236}">
                <a16:creationId xmlns:a16="http://schemas.microsoft.com/office/drawing/2014/main" id="{CB41ACBF-A632-01A2-AF81-56E03CA82B5B}"/>
              </a:ext>
            </a:extLst>
          </p:cNvPr>
          <p:cNvSpPr txBox="1"/>
          <p:nvPr/>
        </p:nvSpPr>
        <p:spPr>
          <a:xfrm>
            <a:off x="4107909" y="2815811"/>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52" name="TextBox 51">
            <a:extLst>
              <a:ext uri="{FF2B5EF4-FFF2-40B4-BE49-F238E27FC236}">
                <a16:creationId xmlns:a16="http://schemas.microsoft.com/office/drawing/2014/main" id="{4232FF9F-EBB1-BBF0-C26C-9DA8935098B5}"/>
              </a:ext>
            </a:extLst>
          </p:cNvPr>
          <p:cNvSpPr txBox="1"/>
          <p:nvPr/>
        </p:nvSpPr>
        <p:spPr>
          <a:xfrm>
            <a:off x="4287680" y="3131691"/>
            <a:ext cx="1833258" cy="32689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Pepsi</a:t>
            </a:r>
          </a:p>
        </p:txBody>
      </p:sp>
      <p:sp>
        <p:nvSpPr>
          <p:cNvPr id="54" name="TextBox 53">
            <a:extLst>
              <a:ext uri="{FF2B5EF4-FFF2-40B4-BE49-F238E27FC236}">
                <a16:creationId xmlns:a16="http://schemas.microsoft.com/office/drawing/2014/main" id="{90D5A97E-D57F-4A1A-8A98-17A375732E5B}"/>
              </a:ext>
            </a:extLst>
          </p:cNvPr>
          <p:cNvSpPr txBox="1"/>
          <p:nvPr/>
        </p:nvSpPr>
        <p:spPr>
          <a:xfrm>
            <a:off x="10295449" y="3123671"/>
            <a:ext cx="1833258" cy="32689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Pepsi</a:t>
            </a:r>
          </a:p>
        </p:txBody>
      </p:sp>
      <p:grpSp>
        <p:nvGrpSpPr>
          <p:cNvPr id="57" name="Group 56">
            <a:extLst>
              <a:ext uri="{FF2B5EF4-FFF2-40B4-BE49-F238E27FC236}">
                <a16:creationId xmlns:a16="http://schemas.microsoft.com/office/drawing/2014/main" id="{87BBBAFF-278B-4AA7-A6A7-F4E9BEA5F43D}"/>
              </a:ext>
            </a:extLst>
          </p:cNvPr>
          <p:cNvGrpSpPr/>
          <p:nvPr/>
        </p:nvGrpSpPr>
        <p:grpSpPr>
          <a:xfrm>
            <a:off x="8944960" y="7499507"/>
            <a:ext cx="3202822" cy="545303"/>
            <a:chOff x="107157" y="4978029"/>
            <a:chExt cx="2669019" cy="454419"/>
          </a:xfrm>
        </p:grpSpPr>
        <p:sp>
          <p:nvSpPr>
            <p:cNvPr id="58" name="TextBox 57">
              <a:extLst>
                <a:ext uri="{FF2B5EF4-FFF2-40B4-BE49-F238E27FC236}">
                  <a16:creationId xmlns:a16="http://schemas.microsoft.com/office/drawing/2014/main" id="{7561310C-7213-5265-84B7-6E70D1E1AF27}"/>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2702BDF4-CF22-9DBC-9C33-65EFC74C3205}"/>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60" name="TextBox 59">
              <a:extLst>
                <a:ext uri="{FF2B5EF4-FFF2-40B4-BE49-F238E27FC236}">
                  <a16:creationId xmlns:a16="http://schemas.microsoft.com/office/drawing/2014/main" id="{2C4C2BD3-48FE-B6FE-2577-6545136FB7F9}"/>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B4CC6569-BA7F-114C-E2F6-F781CD5311FD}"/>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8" name="Group 7">
            <a:extLst>
              <a:ext uri="{FF2B5EF4-FFF2-40B4-BE49-F238E27FC236}">
                <a16:creationId xmlns:a16="http://schemas.microsoft.com/office/drawing/2014/main" id="{EE8B5801-AE77-298B-7555-020153A622EF}"/>
              </a:ext>
            </a:extLst>
          </p:cNvPr>
          <p:cNvGrpSpPr/>
          <p:nvPr/>
        </p:nvGrpSpPr>
        <p:grpSpPr>
          <a:xfrm>
            <a:off x="12095146" y="1328871"/>
            <a:ext cx="1884906" cy="1054812"/>
            <a:chOff x="11635308" y="3815820"/>
            <a:chExt cx="2378875" cy="1375380"/>
          </a:xfrm>
        </p:grpSpPr>
        <p:sp>
          <p:nvSpPr>
            <p:cNvPr id="9" name="Rectangle 8">
              <a:extLst>
                <a:ext uri="{FF2B5EF4-FFF2-40B4-BE49-F238E27FC236}">
                  <a16:creationId xmlns:a16="http://schemas.microsoft.com/office/drawing/2014/main" id="{03266488-2F3F-2B3B-4D5F-47A246FA52E9}"/>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14" name="Rectangle 13">
              <a:extLst>
                <a:ext uri="{FF2B5EF4-FFF2-40B4-BE49-F238E27FC236}">
                  <a16:creationId xmlns:a16="http://schemas.microsoft.com/office/drawing/2014/main" id="{1D624312-53D8-656E-4986-0EB71771992D}"/>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15" name="Rectangle 14">
              <a:extLst>
                <a:ext uri="{FF2B5EF4-FFF2-40B4-BE49-F238E27FC236}">
                  <a16:creationId xmlns:a16="http://schemas.microsoft.com/office/drawing/2014/main" id="{9909FEF1-79D8-FCBA-E0D2-64FAEACDEFB0}"/>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21" name="Rectangle 20">
              <a:extLst>
                <a:ext uri="{FF2B5EF4-FFF2-40B4-BE49-F238E27FC236}">
                  <a16:creationId xmlns:a16="http://schemas.microsoft.com/office/drawing/2014/main" id="{A42BE75C-AB3C-6801-7BD0-B9D2D316CEEA}"/>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26" name="TextBox 25">
              <a:extLst>
                <a:ext uri="{FF2B5EF4-FFF2-40B4-BE49-F238E27FC236}">
                  <a16:creationId xmlns:a16="http://schemas.microsoft.com/office/drawing/2014/main" id="{0A764802-4984-4383-4ABE-A535EFEECC09}"/>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27" name="TextBox 26">
              <a:extLst>
                <a:ext uri="{FF2B5EF4-FFF2-40B4-BE49-F238E27FC236}">
                  <a16:creationId xmlns:a16="http://schemas.microsoft.com/office/drawing/2014/main" id="{D079F526-93B6-A134-4E79-7B71039029DD}"/>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28" name="TextBox 27">
              <a:extLst>
                <a:ext uri="{FF2B5EF4-FFF2-40B4-BE49-F238E27FC236}">
                  <a16:creationId xmlns:a16="http://schemas.microsoft.com/office/drawing/2014/main" id="{8E95E567-74AC-9698-8B56-2754A98D0F7C}"/>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29" name="Rectangle 28">
              <a:extLst>
                <a:ext uri="{FF2B5EF4-FFF2-40B4-BE49-F238E27FC236}">
                  <a16:creationId xmlns:a16="http://schemas.microsoft.com/office/drawing/2014/main" id="{88FEEE4A-6B49-6AFB-7342-283D3E0A828A}"/>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grpSp>
      <p:grpSp>
        <p:nvGrpSpPr>
          <p:cNvPr id="30" name="Group 29">
            <a:extLst>
              <a:ext uri="{FF2B5EF4-FFF2-40B4-BE49-F238E27FC236}">
                <a16:creationId xmlns:a16="http://schemas.microsoft.com/office/drawing/2014/main" id="{F5DDDF48-2D16-F5F7-C5FA-BA9F5D49EAC9}"/>
              </a:ext>
            </a:extLst>
          </p:cNvPr>
          <p:cNvGrpSpPr/>
          <p:nvPr/>
        </p:nvGrpSpPr>
        <p:grpSpPr>
          <a:xfrm>
            <a:off x="8684218" y="94368"/>
            <a:ext cx="5855930" cy="1875295"/>
            <a:chOff x="8684218" y="94368"/>
            <a:chExt cx="5855930" cy="1875295"/>
          </a:xfrm>
        </p:grpSpPr>
        <p:sp>
          <p:nvSpPr>
            <p:cNvPr id="31" name="Rectangle 30">
              <a:extLst>
                <a:ext uri="{FF2B5EF4-FFF2-40B4-BE49-F238E27FC236}">
                  <a16:creationId xmlns:a16="http://schemas.microsoft.com/office/drawing/2014/main" id="{E27E6C09-D7A3-D741-9E57-BCD6BE8D005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2" name="TextBox 31">
              <a:extLst>
                <a:ext uri="{FF2B5EF4-FFF2-40B4-BE49-F238E27FC236}">
                  <a16:creationId xmlns:a16="http://schemas.microsoft.com/office/drawing/2014/main" id="{CFDA9AB6-9DB6-40EF-8B73-624F6080A6EA}"/>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3" name="Picture 32" descr="A bottle of soda with a red label&#10;&#10;Description automatically generated">
              <a:extLst>
                <a:ext uri="{FF2B5EF4-FFF2-40B4-BE49-F238E27FC236}">
                  <a16:creationId xmlns:a16="http://schemas.microsoft.com/office/drawing/2014/main" id="{B912D772-0F19-26F1-5AC4-358F6DC788D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4B46B2A7-EC09-9E0E-2DA5-8414E4825E37}"/>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6896123"/>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D6EE3-977D-DDF0-1ECB-8731EFDB498C}"/>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9091B203-1007-2FDE-6112-17F648CF34EC}"/>
              </a:ext>
            </a:extLst>
          </p:cNvPr>
          <p:cNvSpPr>
            <a:spLocks noGrp="1"/>
          </p:cNvSpPr>
          <p:nvPr>
            <p:ph type="ctrTitle"/>
          </p:nvPr>
        </p:nvSpPr>
        <p:spPr>
          <a:xfrm>
            <a:off x="601852" y="2865842"/>
            <a:ext cx="13716000" cy="1354217"/>
          </a:xfrm>
        </p:spPr>
        <p:txBody>
          <a:bodyPr/>
          <a:lstStyle/>
          <a:p>
            <a:r>
              <a:rPr lang="en-US" sz="4400" dirty="0"/>
              <a:t>W+ Pepsi Max vs. 1-3x M Pepsi Max Results</a:t>
            </a:r>
            <a:br>
              <a:rPr lang="en-US" sz="4400" dirty="0"/>
            </a:br>
            <a:r>
              <a:rPr lang="en-US" sz="4400" dirty="0"/>
              <a:t>(4.0 Prototypes vs. Each Other)</a:t>
            </a:r>
          </a:p>
        </p:txBody>
      </p:sp>
      <p:sp>
        <p:nvSpPr>
          <p:cNvPr id="4" name="Slide Number Placeholder 3">
            <a:extLst>
              <a:ext uri="{FF2B5EF4-FFF2-40B4-BE49-F238E27FC236}">
                <a16:creationId xmlns:a16="http://schemas.microsoft.com/office/drawing/2014/main" id="{2FD287B5-BB2C-614E-9270-3CF6BB57841F}"/>
              </a:ext>
            </a:extLst>
          </p:cNvPr>
          <p:cNvSpPr>
            <a:spLocks noGrp="1"/>
          </p:cNvSpPr>
          <p:nvPr>
            <p:ph type="sldNum" sz="quarter" idx="14"/>
          </p:nvPr>
        </p:nvSpPr>
        <p:spPr/>
        <p:txBody>
          <a:bodyPr/>
          <a:lstStyle/>
          <a:p>
            <a:fld id="{9BBCFCA3-D307-4DD3-86E3-CC1388E97AC0}" type="slidenum">
              <a:rPr lang="en-US" smtClean="0"/>
              <a:pPr/>
              <a:t>187</a:t>
            </a:fld>
            <a:endParaRPr lang="en-US"/>
          </a:p>
        </p:txBody>
      </p:sp>
      <p:grpSp>
        <p:nvGrpSpPr>
          <p:cNvPr id="3" name="Group 2">
            <a:extLst>
              <a:ext uri="{FF2B5EF4-FFF2-40B4-BE49-F238E27FC236}">
                <a16:creationId xmlns:a16="http://schemas.microsoft.com/office/drawing/2014/main" id="{5960E529-740B-4765-A04F-A445AF0FB2C8}"/>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CD2F0F68-2276-8F77-87C8-5A89C78990B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C425688B-97EE-55A8-4AE6-848641282D0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AF23EC44-8C8F-7E7C-0E88-3388A6F586F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3" name="Picture 12" descr="A flag on a button&#10;&#10;Description automatically generated">
              <a:extLst>
                <a:ext uri="{FF2B5EF4-FFF2-40B4-BE49-F238E27FC236}">
                  <a16:creationId xmlns:a16="http://schemas.microsoft.com/office/drawing/2014/main" id="{E36A6729-5530-9189-9D32-E589D42D3FC6}"/>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991698397"/>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7BBA25-BCEC-E2F5-67CA-8C5ADE55932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7A78ED7-9F53-1A9F-9290-9ABDCA7F9A79}"/>
              </a:ext>
            </a:extLst>
          </p:cNvPr>
          <p:cNvSpPr>
            <a:spLocks noGrp="1"/>
          </p:cNvSpPr>
          <p:nvPr>
            <p:ph type="sldNum" sz="quarter" idx="14"/>
          </p:nvPr>
        </p:nvSpPr>
        <p:spPr/>
        <p:txBody>
          <a:bodyPr/>
          <a:lstStyle/>
          <a:p>
            <a:fld id="{9BBCFCA3-D307-4DD3-86E3-CC1388E97AC0}" type="slidenum">
              <a:rPr lang="en-US" smtClean="0"/>
              <a:pPr/>
              <a:t>188</a:t>
            </a:fld>
            <a:endParaRPr lang="en-US"/>
          </a:p>
        </p:txBody>
      </p:sp>
      <p:grpSp>
        <p:nvGrpSpPr>
          <p:cNvPr id="10" name="Group 9">
            <a:extLst>
              <a:ext uri="{FF2B5EF4-FFF2-40B4-BE49-F238E27FC236}">
                <a16:creationId xmlns:a16="http://schemas.microsoft.com/office/drawing/2014/main" id="{D549A72A-93EE-2E1D-44B0-3A3A902BA2B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4A0D873-9F82-87DF-6A99-AEB6B67A5369}"/>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7B9A1A4-2C36-F6DF-3745-83E88AF293F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E25B66AE-3114-2D98-C037-93A2F76A489D}"/>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DD566962-829F-7349-0F48-062B0A1C29A2}"/>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D3520B4A-5DAC-3FBF-3D66-02727C1F1417}"/>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A30B808C-4336-B0B1-FAD3-BC5EEF65E593}"/>
              </a:ext>
            </a:extLst>
          </p:cNvPr>
          <p:cNvGraphicFramePr>
            <a:graphicFrameLocks noGrp="1"/>
          </p:cNvGraphicFramePr>
          <p:nvPr>
            <p:extLst>
              <p:ext uri="{D42A27DB-BD31-4B8C-83A1-F6EECF244321}">
                <p14:modId xmlns:p14="http://schemas.microsoft.com/office/powerpoint/2010/main" val="91028764"/>
              </p:ext>
            </p:extLst>
          </p:nvPr>
        </p:nvGraphicFramePr>
        <p:xfrm>
          <a:off x="1229576" y="3151518"/>
          <a:ext cx="6480001" cy="3600001"/>
        </p:xfrm>
        <a:graphic>
          <a:graphicData uri="http://schemas.openxmlformats.org/drawingml/2006/table">
            <a:tbl>
              <a:tblPr firstRow="1" bandRow="1">
                <a:tableStyleId>{5C22544A-7EE6-4342-B048-85BDC9FD1C3A}</a:tableStyleId>
              </a:tblPr>
              <a:tblGrid>
                <a:gridCol w="2127760">
                  <a:extLst>
                    <a:ext uri="{9D8B030D-6E8A-4147-A177-3AD203B41FA5}">
                      <a16:colId xmlns:a16="http://schemas.microsoft.com/office/drawing/2014/main" val="665467437"/>
                    </a:ext>
                  </a:extLst>
                </a:gridCol>
                <a:gridCol w="1450747">
                  <a:extLst>
                    <a:ext uri="{9D8B030D-6E8A-4147-A177-3AD203B41FA5}">
                      <a16:colId xmlns:a16="http://schemas.microsoft.com/office/drawing/2014/main" val="2678574176"/>
                    </a:ext>
                  </a:extLst>
                </a:gridCol>
                <a:gridCol w="1450747">
                  <a:extLst>
                    <a:ext uri="{9D8B030D-6E8A-4147-A177-3AD203B41FA5}">
                      <a16:colId xmlns:a16="http://schemas.microsoft.com/office/drawing/2014/main" val="364985952"/>
                    </a:ext>
                  </a:extLst>
                </a:gridCol>
                <a:gridCol w="1450747">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Overall Satisfaction</a:t>
                      </a:r>
                      <a:br>
                        <a:rPr lang="en-GB" sz="1200" b="1" dirty="0">
                          <a:latin typeface="Avenir Next LT Pro" panose="020B0504020202020204" pitchFamily="34" charset="0"/>
                        </a:rPr>
                      </a:br>
                      <a:r>
                        <a:rPr lang="en-GB"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7.21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6154">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12%</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14%</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14%</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F9D2D4E5-49DB-F83C-86CF-F6EE11B6A939}"/>
              </a:ext>
            </a:extLst>
          </p:cNvPr>
          <p:cNvSpPr txBox="1"/>
          <p:nvPr/>
        </p:nvSpPr>
        <p:spPr>
          <a:xfrm>
            <a:off x="1251786" y="3264953"/>
            <a:ext cx="2119916" cy="276999"/>
          </a:xfrm>
          <a:prstGeom prst="rect">
            <a:avLst/>
          </a:prstGeom>
          <a:noFill/>
        </p:spPr>
        <p:txBody>
          <a:bodyPr wrap="square" lIns="0" tIns="0" rIns="0" bIns="0" rtlCol="0">
            <a:spAutoFit/>
          </a:bodyPr>
          <a:lstStyle/>
          <a:p>
            <a:pPr algn="ctr" defTabSz="548640">
              <a:defRPr/>
            </a:pPr>
            <a:r>
              <a:rPr lang="en-US" b="1" kern="0" dirty="0">
                <a:solidFill>
                  <a:srgbClr val="003399"/>
                </a:solidFill>
                <a:latin typeface="Avenir Next LT Pro" panose="020B0504020202020204" pitchFamily="34" charset="0"/>
              </a:rPr>
              <a:t>W+ Pepsi Max</a:t>
            </a:r>
          </a:p>
        </p:txBody>
      </p:sp>
      <p:graphicFrame>
        <p:nvGraphicFramePr>
          <p:cNvPr id="14" name="Table 2">
            <a:extLst>
              <a:ext uri="{FF2B5EF4-FFF2-40B4-BE49-F238E27FC236}">
                <a16:creationId xmlns:a16="http://schemas.microsoft.com/office/drawing/2014/main" id="{CF446D81-3D17-CEC3-159B-1550F90F5C99}"/>
              </a:ext>
            </a:extLst>
          </p:cNvPr>
          <p:cNvGraphicFramePr>
            <a:graphicFrameLocks noGrp="1"/>
          </p:cNvGraphicFramePr>
          <p:nvPr>
            <p:extLst>
              <p:ext uri="{D42A27DB-BD31-4B8C-83A1-F6EECF244321}">
                <p14:modId xmlns:p14="http://schemas.microsoft.com/office/powerpoint/2010/main" val="2732144770"/>
              </p:ext>
            </p:extLst>
          </p:nvPr>
        </p:nvGraphicFramePr>
        <p:xfrm>
          <a:off x="7959238" y="3063286"/>
          <a:ext cx="6480001" cy="3600001"/>
        </p:xfrm>
        <a:graphic>
          <a:graphicData uri="http://schemas.openxmlformats.org/drawingml/2006/table">
            <a:tbl>
              <a:tblPr firstRow="1" bandRow="1">
                <a:tableStyleId>{5C22544A-7EE6-4342-B048-85BDC9FD1C3A}</a:tableStyleId>
              </a:tblPr>
              <a:tblGrid>
                <a:gridCol w="2127763">
                  <a:extLst>
                    <a:ext uri="{9D8B030D-6E8A-4147-A177-3AD203B41FA5}">
                      <a16:colId xmlns:a16="http://schemas.microsoft.com/office/drawing/2014/main" val="665467437"/>
                    </a:ext>
                  </a:extLst>
                </a:gridCol>
                <a:gridCol w="1450746">
                  <a:extLst>
                    <a:ext uri="{9D8B030D-6E8A-4147-A177-3AD203B41FA5}">
                      <a16:colId xmlns:a16="http://schemas.microsoft.com/office/drawing/2014/main" val="2678574176"/>
                    </a:ext>
                  </a:extLst>
                </a:gridCol>
                <a:gridCol w="1450746">
                  <a:extLst>
                    <a:ext uri="{9D8B030D-6E8A-4147-A177-3AD203B41FA5}">
                      <a16:colId xmlns:a16="http://schemas.microsoft.com/office/drawing/2014/main" val="364985952"/>
                    </a:ext>
                  </a:extLst>
                </a:gridCol>
                <a:gridCol w="1450746">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6154">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13%</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15%</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12%</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17" name="TextBox 16">
            <a:extLst>
              <a:ext uri="{FF2B5EF4-FFF2-40B4-BE49-F238E27FC236}">
                <a16:creationId xmlns:a16="http://schemas.microsoft.com/office/drawing/2014/main" id="{9046AE75-F896-CD97-D20F-EE29B49C3336}"/>
              </a:ext>
            </a:extLst>
          </p:cNvPr>
          <p:cNvSpPr txBox="1"/>
          <p:nvPr/>
        </p:nvSpPr>
        <p:spPr>
          <a:xfrm>
            <a:off x="7881186" y="3226853"/>
            <a:ext cx="2119916" cy="276999"/>
          </a:xfrm>
          <a:prstGeom prst="rect">
            <a:avLst/>
          </a:prstGeom>
          <a:noFill/>
        </p:spPr>
        <p:txBody>
          <a:bodyPr wrap="square" lIns="0" tIns="0" rIns="0" bIns="0" rtlCol="0">
            <a:spAutoFit/>
          </a:bodyPr>
          <a:lstStyle/>
          <a:p>
            <a:pPr algn="ctr" defTabSz="548640">
              <a:defRPr/>
            </a:pPr>
            <a:r>
              <a:rPr lang="en-US" b="1" kern="0" dirty="0">
                <a:solidFill>
                  <a:srgbClr val="FFCC00"/>
                </a:solidFill>
                <a:latin typeface="Avenir Next LT Pro" panose="020B0504020202020204" pitchFamily="34" charset="0"/>
              </a:rPr>
              <a:t>1-3x M Pepsi Max</a:t>
            </a:r>
          </a:p>
        </p:txBody>
      </p:sp>
      <p:grpSp>
        <p:nvGrpSpPr>
          <p:cNvPr id="18" name="Group 17">
            <a:extLst>
              <a:ext uri="{FF2B5EF4-FFF2-40B4-BE49-F238E27FC236}">
                <a16:creationId xmlns:a16="http://schemas.microsoft.com/office/drawing/2014/main" id="{5C9B32BD-8A2C-D8B6-01CC-45D346CC8C85}"/>
              </a:ext>
            </a:extLst>
          </p:cNvPr>
          <p:cNvGrpSpPr/>
          <p:nvPr/>
        </p:nvGrpSpPr>
        <p:grpSpPr>
          <a:xfrm>
            <a:off x="8684218" y="94368"/>
            <a:ext cx="5855930" cy="1875295"/>
            <a:chOff x="8684218" y="94368"/>
            <a:chExt cx="5855930" cy="1875295"/>
          </a:xfrm>
        </p:grpSpPr>
        <p:sp>
          <p:nvSpPr>
            <p:cNvPr id="19" name="Rectangle 18">
              <a:extLst>
                <a:ext uri="{FF2B5EF4-FFF2-40B4-BE49-F238E27FC236}">
                  <a16:creationId xmlns:a16="http://schemas.microsoft.com/office/drawing/2014/main" id="{502153E9-2F5B-6CB5-5537-1B713160DBA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69522C29-B666-6D91-C3D5-2497080095BC}"/>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FBC86A7D-7F1E-9389-F51E-64E38FFC510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4" name="Picture 23" descr="A flag on a button&#10;&#10;Description automatically generated">
              <a:extLst>
                <a:ext uri="{FF2B5EF4-FFF2-40B4-BE49-F238E27FC236}">
                  <a16:creationId xmlns:a16="http://schemas.microsoft.com/office/drawing/2014/main" id="{BA02554C-A9C0-0548-CDB3-0F39F86655F0}"/>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4606470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E98BCF-588F-5D56-7F38-AB97EEAC97E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5B65FC7-C153-F316-F7DB-2305453E7350}"/>
              </a:ext>
            </a:extLst>
          </p:cNvPr>
          <p:cNvSpPr>
            <a:spLocks noGrp="1"/>
          </p:cNvSpPr>
          <p:nvPr>
            <p:ph type="sldNum" sz="quarter" idx="14"/>
          </p:nvPr>
        </p:nvSpPr>
        <p:spPr/>
        <p:txBody>
          <a:bodyPr/>
          <a:lstStyle/>
          <a:p>
            <a:fld id="{9BBCFCA3-D307-4DD3-86E3-CC1388E97AC0}" type="slidenum">
              <a:rPr lang="en-US" smtClean="0"/>
              <a:pPr/>
              <a:t>189</a:t>
            </a:fld>
            <a:endParaRPr lang="en-US"/>
          </a:p>
        </p:txBody>
      </p:sp>
      <p:grpSp>
        <p:nvGrpSpPr>
          <p:cNvPr id="10" name="Group 9">
            <a:extLst>
              <a:ext uri="{FF2B5EF4-FFF2-40B4-BE49-F238E27FC236}">
                <a16:creationId xmlns:a16="http://schemas.microsoft.com/office/drawing/2014/main" id="{5345A458-769E-F351-61BF-1C6F745462DE}"/>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51DF8817-2710-A4CE-C4FD-6419A716058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13C56D06-1CD1-813D-F54A-2330159A579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DBCE8E2D-42FB-4A4E-AC50-7C8BE3ACC14D}"/>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3" name="TextBox 2">
            <a:extLst>
              <a:ext uri="{FF2B5EF4-FFF2-40B4-BE49-F238E27FC236}">
                <a16:creationId xmlns:a16="http://schemas.microsoft.com/office/drawing/2014/main" id="{C1D9221B-4DA9-08A9-E8F8-DE58171E0314}"/>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24357045-499F-71A8-544C-170B35F76619}"/>
              </a:ext>
            </a:extLst>
          </p:cNvPr>
          <p:cNvGrpSpPr/>
          <p:nvPr/>
        </p:nvGrpSpPr>
        <p:grpSpPr>
          <a:xfrm>
            <a:off x="8684218" y="94368"/>
            <a:ext cx="5855930" cy="1875295"/>
            <a:chOff x="8684218" y="94368"/>
            <a:chExt cx="5855930" cy="1875295"/>
          </a:xfrm>
        </p:grpSpPr>
        <p:sp>
          <p:nvSpPr>
            <p:cNvPr id="8" name="Rectangle 7">
              <a:extLst>
                <a:ext uri="{FF2B5EF4-FFF2-40B4-BE49-F238E27FC236}">
                  <a16:creationId xmlns:a16="http://schemas.microsoft.com/office/drawing/2014/main" id="{DAB93A1B-B85F-06FE-92F2-11C348C94C5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B2472DBB-836D-AFB2-A1A5-146CCA31C6CB}"/>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903C95AE-D804-C94B-78C7-A89ED3BDC44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79A02F00-00B5-5DD9-2352-F4E61BFE34EA}"/>
                </a:ext>
              </a:extLst>
            </p:cNvPr>
            <p:cNvPicPr>
              <a:picLocks noChangeAspect="1"/>
            </p:cNvPicPr>
            <p:nvPr/>
          </p:nvPicPr>
          <p:blipFill>
            <a:blip r:embed="rId3"/>
            <a:stretch>
              <a:fillRect/>
            </a:stretch>
          </p:blipFill>
          <p:spPr>
            <a:xfrm>
              <a:off x="8976350" y="421300"/>
              <a:ext cx="1404000" cy="1051290"/>
            </a:xfrm>
            <a:prstGeom prst="rect">
              <a:avLst/>
            </a:prstGeom>
          </p:spPr>
        </p:pic>
      </p:grpSp>
      <p:graphicFrame>
        <p:nvGraphicFramePr>
          <p:cNvPr id="15" name="Table 2">
            <a:extLst>
              <a:ext uri="{FF2B5EF4-FFF2-40B4-BE49-F238E27FC236}">
                <a16:creationId xmlns:a16="http://schemas.microsoft.com/office/drawing/2014/main" id="{136FA65A-F312-B4DD-955B-AA769A110B0D}"/>
              </a:ext>
            </a:extLst>
          </p:cNvPr>
          <p:cNvGraphicFramePr>
            <a:graphicFrameLocks noGrp="1"/>
          </p:cNvGraphicFramePr>
          <p:nvPr/>
        </p:nvGraphicFramePr>
        <p:xfrm>
          <a:off x="1229576" y="3151518"/>
          <a:ext cx="6480001" cy="2953847"/>
        </p:xfrm>
        <a:graphic>
          <a:graphicData uri="http://schemas.openxmlformats.org/drawingml/2006/table">
            <a:tbl>
              <a:tblPr firstRow="1" bandRow="1">
                <a:tableStyleId>{5C22544A-7EE6-4342-B048-85BDC9FD1C3A}</a:tableStyleId>
              </a:tblPr>
              <a:tblGrid>
                <a:gridCol w="2127760">
                  <a:extLst>
                    <a:ext uri="{9D8B030D-6E8A-4147-A177-3AD203B41FA5}">
                      <a16:colId xmlns:a16="http://schemas.microsoft.com/office/drawing/2014/main" val="665467437"/>
                    </a:ext>
                  </a:extLst>
                </a:gridCol>
                <a:gridCol w="1450747">
                  <a:extLst>
                    <a:ext uri="{9D8B030D-6E8A-4147-A177-3AD203B41FA5}">
                      <a16:colId xmlns:a16="http://schemas.microsoft.com/office/drawing/2014/main" val="2678574176"/>
                    </a:ext>
                  </a:extLst>
                </a:gridCol>
                <a:gridCol w="1450747">
                  <a:extLst>
                    <a:ext uri="{9D8B030D-6E8A-4147-A177-3AD203B41FA5}">
                      <a16:colId xmlns:a16="http://schemas.microsoft.com/office/drawing/2014/main" val="364985952"/>
                    </a:ext>
                  </a:extLst>
                </a:gridCol>
                <a:gridCol w="1450747">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Meeting Expectation</a:t>
                      </a:r>
                      <a:br>
                        <a:rPr lang="en-GB" sz="1200" b="1" dirty="0">
                          <a:latin typeface="Avenir Next LT Pro" panose="020B0504020202020204" pitchFamily="34" charset="0"/>
                        </a:rPr>
                      </a:br>
                      <a:r>
                        <a:rPr lang="en-GB" sz="1200" b="1" dirty="0">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dirty="0">
                          <a:latin typeface="Avenir Next LT Pro" panose="020B0504020202020204" pitchFamily="34" charset="0"/>
                        </a:rPr>
                        <a:t>Net Promoter Score</a:t>
                      </a:r>
                      <a:br>
                        <a:rPr lang="en-GB" sz="1200" b="1" dirty="0">
                          <a:latin typeface="Avenir Next LT Pro" panose="020B0504020202020204" pitchFamily="34" charset="0"/>
                        </a:rPr>
                      </a:br>
                      <a:r>
                        <a:rPr lang="en-GB" sz="1200" b="1" dirty="0">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bl>
          </a:graphicData>
        </a:graphic>
      </p:graphicFrame>
      <p:graphicFrame>
        <p:nvGraphicFramePr>
          <p:cNvPr id="18" name="Table 2">
            <a:extLst>
              <a:ext uri="{FF2B5EF4-FFF2-40B4-BE49-F238E27FC236}">
                <a16:creationId xmlns:a16="http://schemas.microsoft.com/office/drawing/2014/main" id="{7AA4AF05-56CF-D0ED-F420-3CDE401A168D}"/>
              </a:ext>
            </a:extLst>
          </p:cNvPr>
          <p:cNvGraphicFramePr>
            <a:graphicFrameLocks noGrp="1"/>
          </p:cNvGraphicFramePr>
          <p:nvPr/>
        </p:nvGraphicFramePr>
        <p:xfrm>
          <a:off x="7959238" y="3063286"/>
          <a:ext cx="6480001" cy="2953847"/>
        </p:xfrm>
        <a:graphic>
          <a:graphicData uri="http://schemas.openxmlformats.org/drawingml/2006/table">
            <a:tbl>
              <a:tblPr firstRow="1" bandRow="1">
                <a:tableStyleId>{5C22544A-7EE6-4342-B048-85BDC9FD1C3A}</a:tableStyleId>
              </a:tblPr>
              <a:tblGrid>
                <a:gridCol w="2127763">
                  <a:extLst>
                    <a:ext uri="{9D8B030D-6E8A-4147-A177-3AD203B41FA5}">
                      <a16:colId xmlns:a16="http://schemas.microsoft.com/office/drawing/2014/main" val="665467437"/>
                    </a:ext>
                  </a:extLst>
                </a:gridCol>
                <a:gridCol w="1450746">
                  <a:extLst>
                    <a:ext uri="{9D8B030D-6E8A-4147-A177-3AD203B41FA5}">
                      <a16:colId xmlns:a16="http://schemas.microsoft.com/office/drawing/2014/main" val="2678574176"/>
                    </a:ext>
                  </a:extLst>
                </a:gridCol>
                <a:gridCol w="1450746">
                  <a:extLst>
                    <a:ext uri="{9D8B030D-6E8A-4147-A177-3AD203B41FA5}">
                      <a16:colId xmlns:a16="http://schemas.microsoft.com/office/drawing/2014/main" val="364985952"/>
                    </a:ext>
                  </a:extLst>
                </a:gridCol>
                <a:gridCol w="1450746">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57%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Meeting Expectation</a:t>
                      </a:r>
                      <a:br>
                        <a:rPr lang="en-GB" sz="1200" b="1" dirty="0">
                          <a:latin typeface="Avenir Next LT Pro" panose="020B0504020202020204" pitchFamily="34" charset="0"/>
                        </a:rPr>
                      </a:br>
                      <a:r>
                        <a:rPr lang="en-GB" sz="1200" b="1" dirty="0">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dirty="0">
                          <a:latin typeface="Avenir Next LT Pro" panose="020B0504020202020204" pitchFamily="34" charset="0"/>
                        </a:rPr>
                        <a:t>Net Promoter Score</a:t>
                      </a:r>
                      <a:br>
                        <a:rPr lang="en-GB" sz="1200" b="1" dirty="0">
                          <a:latin typeface="Avenir Next LT Pro" panose="020B0504020202020204" pitchFamily="34" charset="0"/>
                        </a:rPr>
                      </a:br>
                      <a:r>
                        <a:rPr lang="en-GB" sz="1200" b="1" dirty="0">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bl>
          </a:graphicData>
        </a:graphic>
      </p:graphicFrame>
      <p:sp>
        <p:nvSpPr>
          <p:cNvPr id="26" name="TextBox 25">
            <a:extLst>
              <a:ext uri="{FF2B5EF4-FFF2-40B4-BE49-F238E27FC236}">
                <a16:creationId xmlns:a16="http://schemas.microsoft.com/office/drawing/2014/main" id="{85B98305-0C51-D94D-6F47-86BB8E579316}"/>
              </a:ext>
            </a:extLst>
          </p:cNvPr>
          <p:cNvSpPr txBox="1"/>
          <p:nvPr/>
        </p:nvSpPr>
        <p:spPr>
          <a:xfrm>
            <a:off x="1251786" y="3264953"/>
            <a:ext cx="2119916" cy="276999"/>
          </a:xfrm>
          <a:prstGeom prst="rect">
            <a:avLst/>
          </a:prstGeom>
          <a:noFill/>
        </p:spPr>
        <p:txBody>
          <a:bodyPr wrap="square" lIns="0" tIns="0" rIns="0" bIns="0" rtlCol="0">
            <a:spAutoFit/>
          </a:bodyPr>
          <a:lstStyle/>
          <a:p>
            <a:pPr algn="ctr" defTabSz="548640">
              <a:defRPr/>
            </a:pPr>
            <a:r>
              <a:rPr lang="en-US" b="1" kern="0" dirty="0">
                <a:solidFill>
                  <a:srgbClr val="003399"/>
                </a:solidFill>
                <a:latin typeface="Avenir Next LT Pro" panose="020B0504020202020204" pitchFamily="34" charset="0"/>
              </a:rPr>
              <a:t>W+ Pepsi Max</a:t>
            </a:r>
          </a:p>
        </p:txBody>
      </p:sp>
      <p:sp>
        <p:nvSpPr>
          <p:cNvPr id="28" name="TextBox 27">
            <a:extLst>
              <a:ext uri="{FF2B5EF4-FFF2-40B4-BE49-F238E27FC236}">
                <a16:creationId xmlns:a16="http://schemas.microsoft.com/office/drawing/2014/main" id="{5420AD27-BCF6-5B77-3505-9AF69619CFD4}"/>
              </a:ext>
            </a:extLst>
          </p:cNvPr>
          <p:cNvSpPr txBox="1"/>
          <p:nvPr/>
        </p:nvSpPr>
        <p:spPr>
          <a:xfrm>
            <a:off x="7881186" y="3226853"/>
            <a:ext cx="2119916" cy="276999"/>
          </a:xfrm>
          <a:prstGeom prst="rect">
            <a:avLst/>
          </a:prstGeom>
          <a:noFill/>
        </p:spPr>
        <p:txBody>
          <a:bodyPr wrap="square" lIns="0" tIns="0" rIns="0" bIns="0" rtlCol="0">
            <a:spAutoFit/>
          </a:bodyPr>
          <a:lstStyle/>
          <a:p>
            <a:pPr algn="ctr" defTabSz="548640">
              <a:defRPr/>
            </a:pPr>
            <a:r>
              <a:rPr lang="en-US" b="1" kern="0" dirty="0">
                <a:solidFill>
                  <a:srgbClr val="FFCC00"/>
                </a:solidFill>
                <a:latin typeface="Avenir Next LT Pro" panose="020B0504020202020204" pitchFamily="34" charset="0"/>
              </a:rPr>
              <a:t>1-3x M Pepsi Max</a:t>
            </a:r>
          </a:p>
        </p:txBody>
      </p:sp>
      <p:sp>
        <p:nvSpPr>
          <p:cNvPr id="30" name="TextBox 29">
            <a:extLst>
              <a:ext uri="{FF2B5EF4-FFF2-40B4-BE49-F238E27FC236}">
                <a16:creationId xmlns:a16="http://schemas.microsoft.com/office/drawing/2014/main" id="{A32C20E9-3717-1B08-15CA-2A730391193F}"/>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dirty="0">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dirty="0">
                <a:solidFill>
                  <a:srgbClr val="000000"/>
                </a:solidFill>
                <a:latin typeface="Avenir Next LT Pro" panose="020B0504020202020204" pitchFamily="34" charset="0"/>
              </a:rPr>
              <a:t>Ratings for Sensory Appeal based on 1-9 point scale </a:t>
            </a:r>
          </a:p>
        </p:txBody>
      </p:sp>
    </p:spTree>
    <p:extLst>
      <p:ext uri="{BB962C8B-B14F-4D97-AF65-F5344CB8AC3E}">
        <p14:creationId xmlns:p14="http://schemas.microsoft.com/office/powerpoint/2010/main" val="2602537451"/>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512634-1953-88E2-97B7-21F91CD6C47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6E605E3-5494-09A0-E9EF-ECB82E5EEAF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7411C638-1172-BD0D-D6C9-3FA2EB929A3D}"/>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continues to be most appealing, based upon drinking the full bottle. </a:t>
            </a:r>
          </a:p>
        </p:txBody>
      </p:sp>
      <p:grpSp>
        <p:nvGrpSpPr>
          <p:cNvPr id="2" name="Group 1">
            <a:extLst>
              <a:ext uri="{FF2B5EF4-FFF2-40B4-BE49-F238E27FC236}">
                <a16:creationId xmlns:a16="http://schemas.microsoft.com/office/drawing/2014/main" id="{65F18CB6-26F7-BA68-B3F8-2EA031B9E722}"/>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F0640FBD-6B1A-5CA8-5597-75DC74D9D8F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B0756F3F-3005-C756-82F3-23AB07C0E43F}"/>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8E91FBC8-D26D-2CFC-22D5-C5F02024770D}"/>
                </a:ext>
              </a:extLst>
            </p:cNvPr>
            <p:cNvSpPr txBox="1"/>
            <p:nvPr/>
          </p:nvSpPr>
          <p:spPr>
            <a:xfrm>
              <a:off x="1076828" y="2049369"/>
              <a:ext cx="4456729"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Last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3F7454DD-0AB0-6F0F-29EB-BEAFD2FB812B}"/>
              </a:ext>
            </a:extLst>
          </p:cNvPr>
          <p:cNvGraphicFramePr>
            <a:graphicFrameLocks noGrp="1"/>
          </p:cNvGraphicFramePr>
          <p:nvPr/>
        </p:nvGraphicFramePr>
        <p:xfrm>
          <a:off x="335576" y="3341771"/>
          <a:ext cx="7315200" cy="609600"/>
        </p:xfrm>
        <a:graphic>
          <a:graphicData uri="http://schemas.openxmlformats.org/drawingml/2006/table">
            <a:tbl>
              <a:tblPr firstRow="1" bandRow="1">
                <a:tableStyleId>{5940675A-B579-460E-94D1-54222C63F5DA}</a:tableStyleId>
              </a:tblPr>
              <a:tblGrid>
                <a:gridCol w="2103120">
                  <a:extLst>
                    <a:ext uri="{9D8B030D-6E8A-4147-A177-3AD203B41FA5}">
                      <a16:colId xmlns:a16="http://schemas.microsoft.com/office/drawing/2014/main" val="1775160107"/>
                    </a:ext>
                  </a:extLst>
                </a:gridCol>
                <a:gridCol w="1737360">
                  <a:extLst>
                    <a:ext uri="{9D8B030D-6E8A-4147-A177-3AD203B41FA5}">
                      <a16:colId xmlns:a16="http://schemas.microsoft.com/office/drawing/2014/main" val="1227359485"/>
                    </a:ext>
                  </a:extLst>
                </a:gridCol>
                <a:gridCol w="1737360">
                  <a:extLst>
                    <a:ext uri="{9D8B030D-6E8A-4147-A177-3AD203B41FA5}">
                      <a16:colId xmlns:a16="http://schemas.microsoft.com/office/drawing/2014/main" val="1183472630"/>
                    </a:ext>
                  </a:extLst>
                </a:gridCol>
                <a:gridCol w="1737360">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17" name="Group 16">
            <a:extLst>
              <a:ext uri="{FF2B5EF4-FFF2-40B4-BE49-F238E27FC236}">
                <a16:creationId xmlns:a16="http://schemas.microsoft.com/office/drawing/2014/main" id="{2C35CE95-D49E-C2BB-6BA1-4026584F478A}"/>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6E36A32C-7B8B-D8A6-E613-87ADD125B669}"/>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D7F15A38-8E4B-58D7-74C6-1D840DF89F4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pic>
        <p:nvPicPr>
          <p:cNvPr id="13" name="Picture 12">
            <a:extLst>
              <a:ext uri="{FF2B5EF4-FFF2-40B4-BE49-F238E27FC236}">
                <a16:creationId xmlns:a16="http://schemas.microsoft.com/office/drawing/2014/main" id="{4D044C3E-2938-8AAD-3B24-A083CDB9E7DC}"/>
              </a:ext>
            </a:extLst>
          </p:cNvPr>
          <p:cNvPicPr>
            <a:picLocks noChangeAspect="1"/>
          </p:cNvPicPr>
          <p:nvPr/>
        </p:nvPicPr>
        <p:blipFill>
          <a:blip r:embed="rId4"/>
          <a:stretch>
            <a:fillRect/>
          </a:stretch>
        </p:blipFill>
        <p:spPr>
          <a:xfrm>
            <a:off x="12338113" y="1411893"/>
            <a:ext cx="1523800" cy="961166"/>
          </a:xfrm>
          <a:prstGeom prst="rect">
            <a:avLst/>
          </a:prstGeom>
        </p:spPr>
      </p:pic>
      <p:grpSp>
        <p:nvGrpSpPr>
          <p:cNvPr id="14" name="Group 13">
            <a:extLst>
              <a:ext uri="{FF2B5EF4-FFF2-40B4-BE49-F238E27FC236}">
                <a16:creationId xmlns:a16="http://schemas.microsoft.com/office/drawing/2014/main" id="{79BFCA08-DFD3-8B6F-1D43-4D2C0FB33624}"/>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DDB9CBF4-84E5-799B-DE25-1119ADDF01F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D4E9BCBC-9FD2-73D8-3330-C4B40A76A765}"/>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20">
              <a:extLst>
                <a:ext uri="{FF2B5EF4-FFF2-40B4-BE49-F238E27FC236}">
                  <a16:creationId xmlns:a16="http://schemas.microsoft.com/office/drawing/2014/main" id="{0F4A3DCC-D63F-850A-B99A-D8AD8E114F3D}"/>
                </a:ext>
              </a:extLst>
            </p:cNvPr>
            <p:cNvSpPr txBox="1"/>
            <p:nvPr/>
          </p:nvSpPr>
          <p:spPr>
            <a:xfrm>
              <a:off x="1076828" y="2049369"/>
              <a:ext cx="4456729"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Last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11" name="Table 10">
            <a:extLst>
              <a:ext uri="{FF2B5EF4-FFF2-40B4-BE49-F238E27FC236}">
                <a16:creationId xmlns:a16="http://schemas.microsoft.com/office/drawing/2014/main" id="{8DF45A56-0AA9-8792-B64F-7E7933624016}"/>
              </a:ext>
            </a:extLst>
          </p:cNvPr>
          <p:cNvGraphicFramePr>
            <a:graphicFrameLocks noGrp="1"/>
          </p:cNvGraphicFramePr>
          <p:nvPr/>
        </p:nvGraphicFramePr>
        <p:xfrm>
          <a:off x="8429032" y="3372251"/>
          <a:ext cx="5212080" cy="548640"/>
        </p:xfrm>
        <a:graphic>
          <a:graphicData uri="http://schemas.openxmlformats.org/drawingml/2006/table">
            <a:tbl>
              <a:tblPr firstRow="1" bandRow="1">
                <a:tableStyleId>{5940675A-B579-460E-94D1-54222C63F5DA}</a:tableStyleId>
              </a:tblPr>
              <a:tblGrid>
                <a:gridCol w="1737360">
                  <a:extLst>
                    <a:ext uri="{9D8B030D-6E8A-4147-A177-3AD203B41FA5}">
                      <a16:colId xmlns:a16="http://schemas.microsoft.com/office/drawing/2014/main" val="3472888951"/>
                    </a:ext>
                  </a:extLst>
                </a:gridCol>
                <a:gridCol w="1737360">
                  <a:extLst>
                    <a:ext uri="{9D8B030D-6E8A-4147-A177-3AD203B41FA5}">
                      <a16:colId xmlns:a16="http://schemas.microsoft.com/office/drawing/2014/main" val="1957554440"/>
                    </a:ext>
                  </a:extLst>
                </a:gridCol>
                <a:gridCol w="1737360">
                  <a:extLst>
                    <a:ext uri="{9D8B030D-6E8A-4147-A177-3AD203B41FA5}">
                      <a16:colId xmlns:a16="http://schemas.microsoft.com/office/drawing/2014/main" val="3624477152"/>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716583326"/>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38%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6050465"/>
                  </a:ext>
                </a:extLst>
              </a:tr>
            </a:tbl>
          </a:graphicData>
        </a:graphic>
      </p:graphicFrame>
      <p:sp>
        <p:nvSpPr>
          <p:cNvPr id="22" name="TextBox 21">
            <a:extLst>
              <a:ext uri="{FF2B5EF4-FFF2-40B4-BE49-F238E27FC236}">
                <a16:creationId xmlns:a16="http://schemas.microsoft.com/office/drawing/2014/main" id="{2E1B6945-C592-5CC2-CC9F-64D5DBBDB8D6}"/>
              </a:ext>
            </a:extLst>
          </p:cNvPr>
          <p:cNvSpPr txBox="1"/>
          <p:nvPr/>
        </p:nvSpPr>
        <p:spPr>
          <a:xfrm>
            <a:off x="9864133" y="2934019"/>
            <a:ext cx="2139696" cy="276999"/>
          </a:xfrm>
          <a:prstGeom prst="rect">
            <a:avLst/>
          </a:prstGeom>
          <a:solidFill>
            <a:srgbClr val="FFCC00"/>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PEPSI MAX</a:t>
            </a:r>
          </a:p>
        </p:txBody>
      </p:sp>
      <p:sp>
        <p:nvSpPr>
          <p:cNvPr id="23" name="TextBox 22">
            <a:extLst>
              <a:ext uri="{FF2B5EF4-FFF2-40B4-BE49-F238E27FC236}">
                <a16:creationId xmlns:a16="http://schemas.microsoft.com/office/drawing/2014/main" id="{B1E4074C-F9DF-8A4C-4D22-F6F8696E4E4E}"/>
              </a:ext>
            </a:extLst>
          </p:cNvPr>
          <p:cNvSpPr txBox="1"/>
          <p:nvPr/>
        </p:nvSpPr>
        <p:spPr>
          <a:xfrm>
            <a:off x="4050759" y="2934020"/>
            <a:ext cx="2139696" cy="276999"/>
          </a:xfrm>
          <a:prstGeom prst="rect">
            <a:avLst/>
          </a:prstGeom>
          <a:solidFill>
            <a:srgbClr val="0033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prstClr val="white"/>
                </a:solidFill>
                <a:effectLst/>
                <a:uLnTx/>
                <a:uFillTx/>
                <a:latin typeface="Avenir Next LT Pro" panose="020B0504020202020204" pitchFamily="34" charset="0"/>
                <a:ea typeface="+mn-ea"/>
                <a:cs typeface="+mn-cs"/>
              </a:rPr>
              <a:t>W+ PEPSI MAX</a:t>
            </a:r>
          </a:p>
        </p:txBody>
      </p:sp>
      <p:sp>
        <p:nvSpPr>
          <p:cNvPr id="8" name="TextBox 7">
            <a:extLst>
              <a:ext uri="{FF2B5EF4-FFF2-40B4-BE49-F238E27FC236}">
                <a16:creationId xmlns:a16="http://schemas.microsoft.com/office/drawing/2014/main" id="{073B34C6-5245-55AA-81F3-B7D46F575E08}"/>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sp>
        <p:nvSpPr>
          <p:cNvPr id="16" name="TextBox 15">
            <a:extLst>
              <a:ext uri="{FF2B5EF4-FFF2-40B4-BE49-F238E27FC236}">
                <a16:creationId xmlns:a16="http://schemas.microsoft.com/office/drawing/2014/main" id="{67446A4D-AF3A-9C8E-E15A-40312B5B4B5E}"/>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9" name="Group 38">
            <a:extLst>
              <a:ext uri="{FF2B5EF4-FFF2-40B4-BE49-F238E27FC236}">
                <a16:creationId xmlns:a16="http://schemas.microsoft.com/office/drawing/2014/main" id="{D04491A5-2C35-4341-9E05-D5EDF2EEC41B}"/>
              </a:ext>
            </a:extLst>
          </p:cNvPr>
          <p:cNvGrpSpPr/>
          <p:nvPr/>
        </p:nvGrpSpPr>
        <p:grpSpPr>
          <a:xfrm>
            <a:off x="8684218" y="94368"/>
            <a:ext cx="5855930" cy="1875295"/>
            <a:chOff x="8684218" y="94368"/>
            <a:chExt cx="5855930" cy="1875295"/>
          </a:xfrm>
        </p:grpSpPr>
        <p:sp>
          <p:nvSpPr>
            <p:cNvPr id="40" name="Rectangle 39">
              <a:extLst>
                <a:ext uri="{FF2B5EF4-FFF2-40B4-BE49-F238E27FC236}">
                  <a16:creationId xmlns:a16="http://schemas.microsoft.com/office/drawing/2014/main" id="{3185C970-2C0C-A1CE-C101-A6095C1E84F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1" name="TextBox 40">
              <a:extLst>
                <a:ext uri="{FF2B5EF4-FFF2-40B4-BE49-F238E27FC236}">
                  <a16:creationId xmlns:a16="http://schemas.microsoft.com/office/drawing/2014/main" id="{987FB9A9-0B58-37E6-D66B-2D6A5DC9101B}"/>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2" name="Picture 41" descr="A bottle of soda with a red label&#10;&#10;Description automatically generated">
              <a:extLst>
                <a:ext uri="{FF2B5EF4-FFF2-40B4-BE49-F238E27FC236}">
                  <a16:creationId xmlns:a16="http://schemas.microsoft.com/office/drawing/2014/main" id="{A38B1342-9AAC-4599-28C1-84BB06A6A47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3" name="Picture 42" descr="A flag on a button&#10;&#10;Description automatically generated">
              <a:extLst>
                <a:ext uri="{FF2B5EF4-FFF2-40B4-BE49-F238E27FC236}">
                  <a16:creationId xmlns:a16="http://schemas.microsoft.com/office/drawing/2014/main" id="{7FAFE28B-A271-6E8B-4B90-92239D90C4B2}"/>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609640043"/>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4C8010-B803-6D13-1AB4-506CF9B1F60D}"/>
            </a:ext>
          </a:extLst>
        </p:cNvPr>
        <p:cNvGrpSpPr/>
        <p:nvPr/>
      </p:nvGrpSpPr>
      <p:grpSpPr>
        <a:xfrm>
          <a:off x="0" y="0"/>
          <a:ext cx="0" cy="0"/>
          <a:chOff x="0" y="0"/>
          <a:chExt cx="0" cy="0"/>
        </a:xfrm>
      </p:grpSpPr>
      <p:grpSp>
        <p:nvGrpSpPr>
          <p:cNvPr id="31" name="Group 30">
            <a:extLst>
              <a:ext uri="{FF2B5EF4-FFF2-40B4-BE49-F238E27FC236}">
                <a16:creationId xmlns:a16="http://schemas.microsoft.com/office/drawing/2014/main" id="{9ECEBAF9-2F7D-6C01-B13C-3F165ED82D3E}"/>
              </a:ext>
            </a:extLst>
          </p:cNvPr>
          <p:cNvGrpSpPr/>
          <p:nvPr/>
        </p:nvGrpSpPr>
        <p:grpSpPr>
          <a:xfrm>
            <a:off x="7996372" y="3162872"/>
            <a:ext cx="5746065" cy="4184643"/>
            <a:chOff x="531863" y="1967463"/>
            <a:chExt cx="5331526" cy="4128790"/>
          </a:xfrm>
        </p:grpSpPr>
        <p:sp>
          <p:nvSpPr>
            <p:cNvPr id="32" name="Rectangle 31">
              <a:extLst>
                <a:ext uri="{FF2B5EF4-FFF2-40B4-BE49-F238E27FC236}">
                  <a16:creationId xmlns:a16="http://schemas.microsoft.com/office/drawing/2014/main" id="{745A49C4-D544-1245-2195-2F79523389E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7" name="Chart 36">
              <a:extLst>
                <a:ext uri="{FF2B5EF4-FFF2-40B4-BE49-F238E27FC236}">
                  <a16:creationId xmlns:a16="http://schemas.microsoft.com/office/drawing/2014/main" id="{6BF640E3-9420-159C-D53D-C578251DE220}"/>
                </a:ext>
              </a:extLst>
            </p:cNvPr>
            <p:cNvGraphicFramePr/>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38" name="TextBox 37">
              <a:extLst>
                <a:ext uri="{FF2B5EF4-FFF2-40B4-BE49-F238E27FC236}">
                  <a16:creationId xmlns:a16="http://schemas.microsoft.com/office/drawing/2014/main" id="{6932143D-9C09-3CF5-011B-0F26C03F08BE}"/>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Satisfaction </a:t>
              </a:r>
            </a:p>
          </p:txBody>
        </p:sp>
      </p:grpSp>
      <p:sp>
        <p:nvSpPr>
          <p:cNvPr id="4" name="Slide Number Placeholder 3">
            <a:extLst>
              <a:ext uri="{FF2B5EF4-FFF2-40B4-BE49-F238E27FC236}">
                <a16:creationId xmlns:a16="http://schemas.microsoft.com/office/drawing/2014/main" id="{63911D5B-8038-6BA1-5747-3D6AA922409C}"/>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1AC2F3C6-1688-E561-3419-251577697E2D}"/>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For both groups, Satisfaction is strongest for Prototype 3.</a:t>
            </a:r>
          </a:p>
        </p:txBody>
      </p:sp>
      <p:grpSp>
        <p:nvGrpSpPr>
          <p:cNvPr id="13" name="Group 12">
            <a:extLst>
              <a:ext uri="{FF2B5EF4-FFF2-40B4-BE49-F238E27FC236}">
                <a16:creationId xmlns:a16="http://schemas.microsoft.com/office/drawing/2014/main" id="{038FFF69-7151-5E57-F23E-465F6E739B64}"/>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B2EF5BB7-2FAC-BB09-4204-22AA09876538}"/>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5" name="Rectangle 14">
              <a:extLst>
                <a:ext uri="{FF2B5EF4-FFF2-40B4-BE49-F238E27FC236}">
                  <a16:creationId xmlns:a16="http://schemas.microsoft.com/office/drawing/2014/main" id="{FD0D1393-69AC-CC53-EB01-408DFF89529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16" name="Group 15">
            <a:extLst>
              <a:ext uri="{FF2B5EF4-FFF2-40B4-BE49-F238E27FC236}">
                <a16:creationId xmlns:a16="http://schemas.microsoft.com/office/drawing/2014/main" id="{5777D5FB-43C3-D358-1CE9-F859E9F9F2BA}"/>
              </a:ext>
            </a:extLst>
          </p:cNvPr>
          <p:cNvGrpSpPr/>
          <p:nvPr/>
        </p:nvGrpSpPr>
        <p:grpSpPr>
          <a:xfrm>
            <a:off x="2152901" y="3162872"/>
            <a:ext cx="5746065" cy="4184643"/>
            <a:chOff x="531863" y="1967463"/>
            <a:chExt cx="5331526" cy="4128790"/>
          </a:xfrm>
        </p:grpSpPr>
        <p:sp>
          <p:nvSpPr>
            <p:cNvPr id="17" name="Rectangle 16">
              <a:extLst>
                <a:ext uri="{FF2B5EF4-FFF2-40B4-BE49-F238E27FC236}">
                  <a16:creationId xmlns:a16="http://schemas.microsoft.com/office/drawing/2014/main" id="{86A52F31-79A5-C1A7-83B4-E6784422E2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DB4C2156-0EB5-43AC-7960-2E509199F450}"/>
                </a:ext>
              </a:extLst>
            </p:cNvPr>
            <p:cNvGraphicFramePr/>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a:extLst>
                <a:ext uri="{FF2B5EF4-FFF2-40B4-BE49-F238E27FC236}">
                  <a16:creationId xmlns:a16="http://schemas.microsoft.com/office/drawing/2014/main" id="{B8815E8C-6CB1-DEC1-F691-86F755F4DD50}"/>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Satisfaction </a:t>
              </a:r>
            </a:p>
          </p:txBody>
        </p:sp>
      </p:grpSp>
      <p:pic>
        <p:nvPicPr>
          <p:cNvPr id="21" name="Picture 20">
            <a:extLst>
              <a:ext uri="{FF2B5EF4-FFF2-40B4-BE49-F238E27FC236}">
                <a16:creationId xmlns:a16="http://schemas.microsoft.com/office/drawing/2014/main" id="{C6B8F778-47C4-2BE1-2A64-1810502046FA}"/>
              </a:ext>
            </a:extLst>
          </p:cNvPr>
          <p:cNvPicPr>
            <a:picLocks noChangeAspect="1"/>
          </p:cNvPicPr>
          <p:nvPr/>
        </p:nvPicPr>
        <p:blipFill>
          <a:blip r:embed="rId5"/>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ACFA126C-C79F-9B1D-E2D0-D507E7EBB3E2}"/>
              </a:ext>
            </a:extLst>
          </p:cNvPr>
          <p:cNvGraphicFramePr>
            <a:graphicFrameLocks noGrp="1"/>
          </p:cNvGraphicFramePr>
          <p:nvPr/>
        </p:nvGraphicFramePr>
        <p:xfrm>
          <a:off x="331470" y="3850908"/>
          <a:ext cx="7289785" cy="609600"/>
        </p:xfrm>
        <a:graphic>
          <a:graphicData uri="http://schemas.openxmlformats.org/drawingml/2006/table">
            <a:tbl>
              <a:tblPr firstRow="1" bandRow="1">
                <a:tableStyleId>{5940675A-B579-460E-94D1-54222C63F5DA}</a:tableStyleId>
              </a:tblPr>
              <a:tblGrid>
                <a:gridCol w="2352025">
                  <a:extLst>
                    <a:ext uri="{9D8B030D-6E8A-4147-A177-3AD203B41FA5}">
                      <a16:colId xmlns:a16="http://schemas.microsoft.com/office/drawing/2014/main" val="1775160107"/>
                    </a:ext>
                  </a:extLst>
                </a:gridCol>
                <a:gridCol w="1645920">
                  <a:extLst>
                    <a:ext uri="{9D8B030D-6E8A-4147-A177-3AD203B41FA5}">
                      <a16:colId xmlns:a16="http://schemas.microsoft.com/office/drawing/2014/main" val="1227359485"/>
                    </a:ext>
                  </a:extLst>
                </a:gridCol>
                <a:gridCol w="1645920">
                  <a:extLst>
                    <a:ext uri="{9D8B030D-6E8A-4147-A177-3AD203B41FA5}">
                      <a16:colId xmlns:a16="http://schemas.microsoft.com/office/drawing/2014/main" val="1183472630"/>
                    </a:ext>
                  </a:extLst>
                </a:gridCol>
                <a:gridCol w="1645920">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7.21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2" name="Table 1">
            <a:extLst>
              <a:ext uri="{FF2B5EF4-FFF2-40B4-BE49-F238E27FC236}">
                <a16:creationId xmlns:a16="http://schemas.microsoft.com/office/drawing/2014/main" id="{6EBE34E8-5B28-0E93-A93A-8EA222E99479}"/>
              </a:ext>
            </a:extLst>
          </p:cNvPr>
          <p:cNvGraphicFramePr>
            <a:graphicFrameLocks noGrp="1"/>
          </p:cNvGraphicFramePr>
          <p:nvPr/>
        </p:nvGraphicFramePr>
        <p:xfrm>
          <a:off x="8489560" y="3855667"/>
          <a:ext cx="4937760" cy="548640"/>
        </p:xfrm>
        <a:graphic>
          <a:graphicData uri="http://schemas.openxmlformats.org/drawingml/2006/table">
            <a:tbl>
              <a:tblPr firstRow="1" bandRow="1">
                <a:tableStyleId>{5940675A-B579-460E-94D1-54222C63F5DA}</a:tableStyleId>
              </a:tblPr>
              <a:tblGrid>
                <a:gridCol w="1645920">
                  <a:extLst>
                    <a:ext uri="{9D8B030D-6E8A-4147-A177-3AD203B41FA5}">
                      <a16:colId xmlns:a16="http://schemas.microsoft.com/office/drawing/2014/main" val="3021391267"/>
                    </a:ext>
                  </a:extLst>
                </a:gridCol>
                <a:gridCol w="1645920">
                  <a:extLst>
                    <a:ext uri="{9D8B030D-6E8A-4147-A177-3AD203B41FA5}">
                      <a16:colId xmlns:a16="http://schemas.microsoft.com/office/drawing/2014/main" val="2082769135"/>
                    </a:ext>
                  </a:extLst>
                </a:gridCol>
                <a:gridCol w="1645920">
                  <a:extLst>
                    <a:ext uri="{9D8B030D-6E8A-4147-A177-3AD203B41FA5}">
                      <a16:colId xmlns:a16="http://schemas.microsoft.com/office/drawing/2014/main" val="1538910650"/>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2694340"/>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29314202"/>
                  </a:ext>
                </a:extLst>
              </a:tr>
            </a:tbl>
          </a:graphicData>
        </a:graphic>
      </p:graphicFrame>
      <p:sp>
        <p:nvSpPr>
          <p:cNvPr id="11" name="TextBox 10">
            <a:extLst>
              <a:ext uri="{FF2B5EF4-FFF2-40B4-BE49-F238E27FC236}">
                <a16:creationId xmlns:a16="http://schemas.microsoft.com/office/drawing/2014/main" id="{CAD326EF-04C2-277B-8CE6-65B4D3CB150C}"/>
              </a:ext>
            </a:extLst>
          </p:cNvPr>
          <p:cNvSpPr txBox="1"/>
          <p:nvPr/>
        </p:nvSpPr>
        <p:spPr>
          <a:xfrm>
            <a:off x="9864133" y="3535900"/>
            <a:ext cx="2139696" cy="276999"/>
          </a:xfrm>
          <a:prstGeom prst="rect">
            <a:avLst/>
          </a:prstGeom>
          <a:solidFill>
            <a:srgbClr val="FFCC00"/>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PEPSI MAX</a:t>
            </a:r>
          </a:p>
        </p:txBody>
      </p:sp>
      <p:sp>
        <p:nvSpPr>
          <p:cNvPr id="23" name="TextBox 22">
            <a:extLst>
              <a:ext uri="{FF2B5EF4-FFF2-40B4-BE49-F238E27FC236}">
                <a16:creationId xmlns:a16="http://schemas.microsoft.com/office/drawing/2014/main" id="{5A7F6C12-CF12-D3C1-76FF-820F176CA9ED}"/>
              </a:ext>
            </a:extLst>
          </p:cNvPr>
          <p:cNvSpPr txBox="1"/>
          <p:nvPr/>
        </p:nvSpPr>
        <p:spPr>
          <a:xfrm>
            <a:off x="4050759" y="3535901"/>
            <a:ext cx="2139696" cy="276999"/>
          </a:xfrm>
          <a:prstGeom prst="rect">
            <a:avLst/>
          </a:prstGeom>
          <a:solidFill>
            <a:srgbClr val="0033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prstClr val="white"/>
                </a:solidFill>
                <a:effectLst/>
                <a:uLnTx/>
                <a:uFillTx/>
                <a:latin typeface="Avenir Next LT Pro" panose="020B0504020202020204" pitchFamily="34" charset="0"/>
                <a:ea typeface="+mn-ea"/>
                <a:cs typeface="+mn-cs"/>
              </a:rPr>
              <a:t>W+ PEPSI MAX</a:t>
            </a:r>
          </a:p>
        </p:txBody>
      </p:sp>
      <p:sp>
        <p:nvSpPr>
          <p:cNvPr id="8" name="TextBox 7">
            <a:extLst>
              <a:ext uri="{FF2B5EF4-FFF2-40B4-BE49-F238E27FC236}">
                <a16:creationId xmlns:a16="http://schemas.microsoft.com/office/drawing/2014/main" id="{8F73AACA-347D-A4B0-B6CC-BBCFA0A17629}"/>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sp>
        <p:nvSpPr>
          <p:cNvPr id="10" name="TextBox 9">
            <a:extLst>
              <a:ext uri="{FF2B5EF4-FFF2-40B4-BE49-F238E27FC236}">
                <a16:creationId xmlns:a16="http://schemas.microsoft.com/office/drawing/2014/main" id="{A62E9E95-58DE-0D6C-AA5E-5B99ADEB4CA7}"/>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9" name="Group 38">
            <a:extLst>
              <a:ext uri="{FF2B5EF4-FFF2-40B4-BE49-F238E27FC236}">
                <a16:creationId xmlns:a16="http://schemas.microsoft.com/office/drawing/2014/main" id="{5946B4AA-5360-7B11-808E-BE9464A0F9C7}"/>
              </a:ext>
            </a:extLst>
          </p:cNvPr>
          <p:cNvGrpSpPr/>
          <p:nvPr/>
        </p:nvGrpSpPr>
        <p:grpSpPr>
          <a:xfrm>
            <a:off x="8684218" y="94368"/>
            <a:ext cx="5855930" cy="1875295"/>
            <a:chOff x="8684218" y="94368"/>
            <a:chExt cx="5855930" cy="1875295"/>
          </a:xfrm>
        </p:grpSpPr>
        <p:sp>
          <p:nvSpPr>
            <p:cNvPr id="40" name="Rectangle 39">
              <a:extLst>
                <a:ext uri="{FF2B5EF4-FFF2-40B4-BE49-F238E27FC236}">
                  <a16:creationId xmlns:a16="http://schemas.microsoft.com/office/drawing/2014/main" id="{622FB226-5EDE-CA86-6DEE-6FF9AD629BD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1" name="TextBox 40">
              <a:extLst>
                <a:ext uri="{FF2B5EF4-FFF2-40B4-BE49-F238E27FC236}">
                  <a16:creationId xmlns:a16="http://schemas.microsoft.com/office/drawing/2014/main" id="{7A9C27F1-A035-99A6-6945-DBBED5D4FF0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2" name="Picture 41" descr="A bottle of soda with a red label&#10;&#10;Description automatically generated">
              <a:extLst>
                <a:ext uri="{FF2B5EF4-FFF2-40B4-BE49-F238E27FC236}">
                  <a16:creationId xmlns:a16="http://schemas.microsoft.com/office/drawing/2014/main" id="{AC68670F-F79D-05AE-61A2-5C35E4849F2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3" name="Picture 42" descr="A flag on a button&#10;&#10;Description automatically generated">
              <a:extLst>
                <a:ext uri="{FF2B5EF4-FFF2-40B4-BE49-F238E27FC236}">
                  <a16:creationId xmlns:a16="http://schemas.microsoft.com/office/drawing/2014/main" id="{47629393-22B9-FB51-F59B-FF9B5B222802}"/>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3666779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FF56C6-124E-3180-2AE0-CAF130D976A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E8946CE-7FB2-C1B3-19F0-F0DB1A6EC96C}"/>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62C83FD9-C097-8304-03FA-90004C3D425F}"/>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4DDB8E93-65A1-27DE-35DC-3136B48B2D0F}"/>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96924DF2-7C21-D9A6-06D8-E0096CA301D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4243404F-212E-F00C-6518-C109BF844D50}"/>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Aftertaste appears to be more of an issue for Prototype 1 than others but differences are not significant.</a:t>
            </a:r>
          </a:p>
        </p:txBody>
      </p:sp>
      <p:grpSp>
        <p:nvGrpSpPr>
          <p:cNvPr id="2" name="Group 1">
            <a:extLst>
              <a:ext uri="{FF2B5EF4-FFF2-40B4-BE49-F238E27FC236}">
                <a16:creationId xmlns:a16="http://schemas.microsoft.com/office/drawing/2014/main" id="{A7BD3036-42F4-FB7C-354A-A342B7610BC6}"/>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F2695EE7-C860-31CC-BFFE-E7C170EE627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AF85D241-FEF0-62EC-778A-E72A1E365420}"/>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1D31BEF8-07FA-1A92-5938-E0FCA19EEF2B}"/>
                </a:ext>
              </a:extLst>
            </p:cNvPr>
            <p:cNvSpPr txBox="1"/>
            <p:nvPr/>
          </p:nvSpPr>
          <p:spPr>
            <a:xfrm>
              <a:off x="2829693" y="2140474"/>
              <a:ext cx="735899"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4BCD3C50-A8B6-DABC-8DCB-D62CB422A221}"/>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1CE01BAF-F995-8D60-8838-262613148161}"/>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76F3E14A-94FC-35A4-5906-96771D7B3B6E}"/>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E77D9B32-3C0A-B00E-C1C0-B69D4B86D723}"/>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93D12902-5139-56E9-53D7-B81752DA8B44}"/>
                </a:ext>
              </a:extLst>
            </p:cNvPr>
            <p:cNvSpPr txBox="1"/>
            <p:nvPr/>
          </p:nvSpPr>
          <p:spPr>
            <a:xfrm>
              <a:off x="2829693" y="2140474"/>
              <a:ext cx="735899"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19" name="TextBox 18">
            <a:extLst>
              <a:ext uri="{FF2B5EF4-FFF2-40B4-BE49-F238E27FC236}">
                <a16:creationId xmlns:a16="http://schemas.microsoft.com/office/drawing/2014/main" id="{4FE5C86C-C298-37E1-8A20-A27142004143}"/>
              </a:ext>
            </a:extLst>
          </p:cNvPr>
          <p:cNvSpPr txBox="1"/>
          <p:nvPr/>
        </p:nvSpPr>
        <p:spPr>
          <a:xfrm>
            <a:off x="8880287" y="2575203"/>
            <a:ext cx="2139696" cy="276999"/>
          </a:xfrm>
          <a:prstGeom prst="rect">
            <a:avLst/>
          </a:prstGeom>
          <a:solidFill>
            <a:srgbClr val="FFCC00"/>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PEPSI MAX</a:t>
            </a:r>
          </a:p>
        </p:txBody>
      </p:sp>
      <p:sp>
        <p:nvSpPr>
          <p:cNvPr id="20" name="TextBox 19">
            <a:extLst>
              <a:ext uri="{FF2B5EF4-FFF2-40B4-BE49-F238E27FC236}">
                <a16:creationId xmlns:a16="http://schemas.microsoft.com/office/drawing/2014/main" id="{45F041AA-C6A1-3537-349E-7279E3F5410A}"/>
              </a:ext>
            </a:extLst>
          </p:cNvPr>
          <p:cNvSpPr txBox="1"/>
          <p:nvPr/>
        </p:nvSpPr>
        <p:spPr>
          <a:xfrm>
            <a:off x="2680769" y="2575204"/>
            <a:ext cx="2139696" cy="276999"/>
          </a:xfrm>
          <a:prstGeom prst="rect">
            <a:avLst/>
          </a:prstGeom>
          <a:solidFill>
            <a:srgbClr val="0033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a typeface="+mn-ea"/>
                <a:cs typeface="+mn-cs"/>
              </a:rPr>
              <a:t>W+ PEPSI MAX</a:t>
            </a:r>
          </a:p>
        </p:txBody>
      </p:sp>
      <p:sp>
        <p:nvSpPr>
          <p:cNvPr id="8" name="TextBox 7">
            <a:extLst>
              <a:ext uri="{FF2B5EF4-FFF2-40B4-BE49-F238E27FC236}">
                <a16:creationId xmlns:a16="http://schemas.microsoft.com/office/drawing/2014/main" id="{92F193DE-1ECD-8D87-8576-A182CFB36790}"/>
              </a:ext>
            </a:extLst>
          </p:cNvPr>
          <p:cNvSpPr txBox="1"/>
          <p:nvPr/>
        </p:nvSpPr>
        <p:spPr>
          <a:xfrm>
            <a:off x="9310920" y="76143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18" name="Group 17">
            <a:extLst>
              <a:ext uri="{FF2B5EF4-FFF2-40B4-BE49-F238E27FC236}">
                <a16:creationId xmlns:a16="http://schemas.microsoft.com/office/drawing/2014/main" id="{CCEF99DD-B955-4EE3-2C9D-B04C09843036}"/>
              </a:ext>
            </a:extLst>
          </p:cNvPr>
          <p:cNvGrpSpPr/>
          <p:nvPr/>
        </p:nvGrpSpPr>
        <p:grpSpPr>
          <a:xfrm>
            <a:off x="8684218" y="94368"/>
            <a:ext cx="5855930" cy="1875295"/>
            <a:chOff x="8684218" y="94368"/>
            <a:chExt cx="5855930" cy="1875295"/>
          </a:xfrm>
        </p:grpSpPr>
        <p:sp>
          <p:nvSpPr>
            <p:cNvPr id="24" name="Rectangle 23">
              <a:extLst>
                <a:ext uri="{FF2B5EF4-FFF2-40B4-BE49-F238E27FC236}">
                  <a16:creationId xmlns:a16="http://schemas.microsoft.com/office/drawing/2014/main" id="{AC2CF4F1-1C38-8B67-0FF9-AA7FB9503A3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38489DF2-2DDD-B9E3-66F2-2A39C0CAEBA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E7CD2C31-B60C-7DF1-627B-49A910F98EE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ACFC6A7A-D686-0A61-339A-A993009AE50B}"/>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76911499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F2FB1F-5EC5-0932-2CAB-FC083AAEB6AE}"/>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7428B013-5F3E-C545-6970-A1DD21AEBE7B}"/>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a:ln>
                  <a:noFill/>
                </a:ln>
                <a:solidFill>
                  <a:srgbClr val="000000"/>
                </a:solidFill>
                <a:effectLst/>
                <a:highlight>
                  <a:srgbClr val="FFFF00"/>
                </a:highlight>
                <a:uLnTx/>
                <a:uFillTx/>
                <a:latin typeface="Avenir Next LT Pro" panose="020B0504020202020204" pitchFamily="34" charset="0"/>
                <a:ea typeface="+mn-ea"/>
                <a:cs typeface="+mn-cs"/>
              </a:rPr>
              <a:t>XXX</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3E741C98-07A1-3329-C254-014E16BDBBD3}"/>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sz="4400" dirty="0"/>
              <a:t>Neutrals to Cola Results</a:t>
            </a:r>
            <a:br>
              <a:rPr lang="en-US" sz="4400" dirty="0"/>
            </a:br>
            <a:r>
              <a:rPr lang="en-US" sz="4400" dirty="0"/>
              <a:t>(4.0 Prototypes vs. 4.0 Control)</a:t>
            </a:r>
          </a:p>
        </p:txBody>
      </p:sp>
      <p:sp>
        <p:nvSpPr>
          <p:cNvPr id="2" name="TextBox 1">
            <a:extLst>
              <a:ext uri="{FF2B5EF4-FFF2-40B4-BE49-F238E27FC236}">
                <a16:creationId xmlns:a16="http://schemas.microsoft.com/office/drawing/2014/main" id="{407903F6-9B86-EEF6-8BC3-931D098E8A78}"/>
              </a:ext>
            </a:extLst>
          </p:cNvPr>
          <p:cNvSpPr txBox="1"/>
          <p:nvPr/>
        </p:nvSpPr>
        <p:spPr>
          <a:xfrm>
            <a:off x="1901926" y="5365835"/>
            <a:ext cx="10641637" cy="1200329"/>
          </a:xfrm>
          <a:prstGeom prst="rect">
            <a:avLst/>
          </a:prstGeom>
          <a:solidFill>
            <a:srgbClr val="FFFF00"/>
          </a:solidFill>
        </p:spPr>
        <p:txBody>
          <a:bodyPr wrap="square" rtlCol="0">
            <a:spAutoFit/>
          </a:bodyPr>
          <a:lstStyle/>
          <a:p>
            <a:pPr marL="0" rtl="0" eaLnBrk="1" fontAlgn="ctr" latinLnBrk="0" hangingPunct="1">
              <a:spcBef>
                <a:spcPts val="0"/>
              </a:spcBef>
              <a:spcAft>
                <a:spcPts val="0"/>
              </a:spcAft>
            </a:pPr>
            <a:r>
              <a:rPr lang="en-US" sz="3600" b="1" i="0" u="none" strike="noStrike" kern="1200" dirty="0">
                <a:solidFill>
                  <a:schemeClr val="tx2"/>
                </a:solidFill>
                <a:effectLst/>
                <a:latin typeface="Avenir Next LT Pro" panose="020B0504020202020204" pitchFamily="34" charset="0"/>
              </a:rPr>
              <a:t>BANNERS: Neutrals To Cola</a:t>
            </a:r>
          </a:p>
          <a:p>
            <a:pPr marL="0" rtl="0" eaLnBrk="1" fontAlgn="ctr" latinLnBrk="0" hangingPunct="1">
              <a:spcBef>
                <a:spcPts val="0"/>
              </a:spcBef>
              <a:spcAft>
                <a:spcPts val="0"/>
              </a:spcAft>
            </a:pPr>
            <a:endParaRPr lang="en-US" sz="3600" b="1" i="0" u="none" strike="noStrike" dirty="0">
              <a:solidFill>
                <a:schemeClr val="tx2"/>
              </a:solidFill>
              <a:effectLst/>
              <a:latin typeface="Avenir Next LT Pro" panose="020B0504020202020204" pitchFamily="34" charset="0"/>
            </a:endParaRPr>
          </a:p>
        </p:txBody>
      </p:sp>
      <p:pic>
        <p:nvPicPr>
          <p:cNvPr id="5" name="Picture 4" descr="A flag on a button&#10;&#10;Description automatically generated">
            <a:extLst>
              <a:ext uri="{FF2B5EF4-FFF2-40B4-BE49-F238E27FC236}">
                <a16:creationId xmlns:a16="http://schemas.microsoft.com/office/drawing/2014/main" id="{CEC03340-9DA8-EAE7-54DE-AE075FB2306E}"/>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1840207320"/>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9CCBDA-F9BE-81B0-A1BA-78F19EDBE89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5852882-5C5C-4C19-95AB-3D0BB8455D1E}"/>
              </a:ext>
            </a:extLst>
          </p:cNvPr>
          <p:cNvSpPr>
            <a:spLocks noGrp="1"/>
          </p:cNvSpPr>
          <p:nvPr>
            <p:ph type="ctrTitle"/>
          </p:nvPr>
        </p:nvSpPr>
        <p:spPr>
          <a:xfrm>
            <a:off x="415870" y="299953"/>
            <a:ext cx="8268347"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Neutrals To Cola</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4C33CDD9-01DE-A0A0-B834-ABD16478D8F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3427AFCD-E2E3-BC9F-481F-6B217D795E10}"/>
              </a:ext>
            </a:extLst>
          </p:cNvPr>
          <p:cNvGraphicFramePr>
            <a:graphicFrameLocks noGrp="1"/>
          </p:cNvGraphicFramePr>
          <p:nvPr>
            <p:extLst>
              <p:ext uri="{D42A27DB-BD31-4B8C-83A1-F6EECF244321}">
                <p14:modId xmlns:p14="http://schemas.microsoft.com/office/powerpoint/2010/main" val="3344364454"/>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2877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396344">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396344">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39634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396344">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396344">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5E1E20E3-D3FC-CD21-3E0F-7995C0499A2E}"/>
              </a:ext>
            </a:extLst>
          </p:cNvPr>
          <p:cNvSpPr/>
          <p:nvPr/>
        </p:nvSpPr>
        <p:spPr>
          <a:xfrm>
            <a:off x="2699888" y="1678388"/>
            <a:ext cx="9230625" cy="604124"/>
          </a:xfrm>
          <a:prstGeom prst="roundRect">
            <a:avLst/>
          </a:prstGeom>
          <a:noFill/>
          <a:ln w="28575">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Neutrals to Cola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(N~670 Per Product)</a:t>
            </a:r>
          </a:p>
        </p:txBody>
      </p:sp>
      <p:sp>
        <p:nvSpPr>
          <p:cNvPr id="35" name="TextBox 34">
            <a:extLst>
              <a:ext uri="{FF2B5EF4-FFF2-40B4-BE49-F238E27FC236}">
                <a16:creationId xmlns:a16="http://schemas.microsoft.com/office/drawing/2014/main" id="{950DE65D-E340-7936-2637-18CF8719550E}"/>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E54F5A8C-91D5-BF82-AEBE-CA7F2A22A086}"/>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C253C414-55CF-2C4E-B231-932549DCA5D4}"/>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6441CBC1-5CA0-D35C-EB56-5758B19DC39E}"/>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BA3425D5-A8EA-B579-8805-A73F09AB9325}"/>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1" name="TextBox 10">
            <a:extLst>
              <a:ext uri="{FF2B5EF4-FFF2-40B4-BE49-F238E27FC236}">
                <a16:creationId xmlns:a16="http://schemas.microsoft.com/office/drawing/2014/main" id="{D769824E-3538-79FA-3EA4-411D18DAD9F1}"/>
              </a:ext>
            </a:extLst>
          </p:cNvPr>
          <p:cNvSpPr txBox="1"/>
          <p:nvPr/>
        </p:nvSpPr>
        <p:spPr>
          <a:xfrm>
            <a:off x="896866" y="2861472"/>
            <a:ext cx="1996674" cy="2862322"/>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r>
              <a:rPr lang="en-US" b="1" dirty="0">
                <a:solidFill>
                  <a:schemeClr val="tx2"/>
                </a:solidFill>
                <a:latin typeface="Avenir Next LT Pro" panose="020B0504020202020204" pitchFamily="34" charset="0"/>
              </a:rPr>
              <a:t>AOVR T2B</a:t>
            </a:r>
          </a:p>
          <a:p>
            <a:pPr algn="r"/>
            <a:r>
              <a:rPr lang="en-US" b="1" dirty="0">
                <a:solidFill>
                  <a:schemeClr val="tx2"/>
                </a:solidFill>
                <a:latin typeface="Avenir Next LT Pro" panose="020B0504020202020204" pitchFamily="34" charset="0"/>
              </a:rPr>
              <a:t>AOVR Mean</a:t>
            </a:r>
          </a:p>
          <a:p>
            <a:pPr algn="r"/>
            <a:r>
              <a:rPr lang="en-US" b="1" dirty="0">
                <a:solidFill>
                  <a:schemeClr val="tx2"/>
                </a:solidFill>
                <a:latin typeface="Avenir Next LT Pro" panose="020B0504020202020204" pitchFamily="34" charset="0"/>
              </a:rPr>
              <a:t>AOVR B4B</a:t>
            </a:r>
          </a:p>
          <a:p>
            <a:pPr algn="r"/>
            <a:r>
              <a:rPr lang="en-US" b="1" dirty="0">
                <a:solidFill>
                  <a:schemeClr val="tx2"/>
                </a:solidFill>
                <a:latin typeface="Avenir Next LT Pro" panose="020B0504020202020204" pitchFamily="34" charset="0"/>
              </a:rPr>
              <a:t>AVR2 T2B</a:t>
            </a:r>
          </a:p>
          <a:p>
            <a:pPr algn="r"/>
            <a:r>
              <a:rPr lang="en-US" b="1" dirty="0">
                <a:solidFill>
                  <a:schemeClr val="tx2"/>
                </a:solidFill>
                <a:latin typeface="Avenir Next LT Pro" panose="020B0504020202020204" pitchFamily="34" charset="0"/>
              </a:rPr>
              <a:t>AVR2 Mean</a:t>
            </a:r>
          </a:p>
          <a:p>
            <a:pPr algn="r"/>
            <a:r>
              <a:rPr lang="en-US" b="1" dirty="0">
                <a:solidFill>
                  <a:schemeClr val="tx2"/>
                </a:solidFill>
                <a:latin typeface="Avenir Next LT Pro" panose="020B0504020202020204" pitchFamily="34" charset="0"/>
              </a:rPr>
              <a:t>AVR2 B4B</a:t>
            </a:r>
          </a:p>
          <a:p>
            <a:pPr algn="r"/>
            <a:r>
              <a:rPr lang="en-US" b="1" dirty="0">
                <a:solidFill>
                  <a:schemeClr val="tx2"/>
                </a:solidFill>
                <a:latin typeface="Avenir Next LT Pro" panose="020B0504020202020204" pitchFamily="34" charset="0"/>
              </a:rPr>
              <a:t>ASAT Mean</a:t>
            </a:r>
          </a:p>
          <a:p>
            <a:pPr algn="r"/>
            <a:r>
              <a:rPr lang="en-US" b="1" dirty="0">
                <a:solidFill>
                  <a:schemeClr val="tx2"/>
                </a:solidFill>
                <a:latin typeface="Avenir Next LT Pro" panose="020B0504020202020204" pitchFamily="34" charset="0"/>
              </a:rPr>
              <a:t>API T2B</a:t>
            </a:r>
          </a:p>
          <a:p>
            <a:pPr algn="r"/>
            <a:r>
              <a:rPr lang="en-US" b="1" dirty="0">
                <a:solidFill>
                  <a:schemeClr val="tx2"/>
                </a:solidFill>
                <a:latin typeface="Avenir Next LT Pro" panose="020B0504020202020204" pitchFamily="34" charset="0"/>
              </a:rPr>
              <a:t>AEXP T3B</a:t>
            </a:r>
          </a:p>
          <a:p>
            <a:pPr algn="r"/>
            <a:r>
              <a:rPr lang="en-US" b="1" dirty="0">
                <a:solidFill>
                  <a:schemeClr val="tx2"/>
                </a:solidFill>
                <a:latin typeface="Avenir Next LT Pro" panose="020B0504020202020204" pitchFamily="34" charset="0"/>
              </a:rPr>
              <a:t>AREC T2B-B7B</a:t>
            </a:r>
          </a:p>
        </p:txBody>
      </p:sp>
      <p:grpSp>
        <p:nvGrpSpPr>
          <p:cNvPr id="3" name="Group 2">
            <a:extLst>
              <a:ext uri="{FF2B5EF4-FFF2-40B4-BE49-F238E27FC236}">
                <a16:creationId xmlns:a16="http://schemas.microsoft.com/office/drawing/2014/main" id="{55B7DEE6-1C89-8F6B-B62A-FD6E1406D75B}"/>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A659D482-FF77-AD26-DFAB-777168C2897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61A599F9-4246-E52E-E579-108E228FC7D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4E315067-1D7F-47C4-A2D3-0B49037D2A5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978AB4E7-724D-2F05-6B4C-66FD563819DB}"/>
                </a:ext>
              </a:extLst>
            </p:cNvPr>
            <p:cNvPicPr>
              <a:picLocks noChangeAspect="1"/>
            </p:cNvPicPr>
            <p:nvPr/>
          </p:nvPicPr>
          <p:blipFill>
            <a:blip r:embed="rId4"/>
            <a:stretch>
              <a:fillRect/>
            </a:stretch>
          </p:blipFill>
          <p:spPr>
            <a:xfrm>
              <a:off x="8976350" y="421300"/>
              <a:ext cx="1404000" cy="1051290"/>
            </a:xfrm>
            <a:prstGeom prst="rect">
              <a:avLst/>
            </a:prstGeom>
          </p:spPr>
        </p:pic>
      </p:grpSp>
      <p:sp>
        <p:nvSpPr>
          <p:cNvPr id="16" name="Oval 15">
            <a:extLst>
              <a:ext uri="{FF2B5EF4-FFF2-40B4-BE49-F238E27FC236}">
                <a16:creationId xmlns:a16="http://schemas.microsoft.com/office/drawing/2014/main" id="{C8FEDCC7-7638-F291-6DA6-4456729BF5A9}"/>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61501026"/>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EBF32A-43D5-388F-8B37-186415F15C1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84AF41E-2E35-2605-1B11-C06F372874F4}"/>
              </a:ext>
            </a:extLst>
          </p:cNvPr>
          <p:cNvSpPr>
            <a:spLocks noGrp="1"/>
          </p:cNvSpPr>
          <p:nvPr>
            <p:ph type="sldNum" sz="quarter" idx="14"/>
          </p:nvPr>
        </p:nvSpPr>
        <p:spPr/>
        <p:txBody>
          <a:bodyPr/>
          <a:lstStyle/>
          <a:p>
            <a:fld id="{9BBCFCA3-D307-4DD3-86E3-CC1388E97AC0}" type="slidenum">
              <a:rPr lang="en-US" smtClean="0"/>
              <a:pPr/>
              <a:t>195</a:t>
            </a:fld>
            <a:endParaRPr lang="en-US"/>
          </a:p>
        </p:txBody>
      </p:sp>
      <p:sp>
        <p:nvSpPr>
          <p:cNvPr id="5" name="Text Placeholder 4">
            <a:extLst>
              <a:ext uri="{FF2B5EF4-FFF2-40B4-BE49-F238E27FC236}">
                <a16:creationId xmlns:a16="http://schemas.microsoft.com/office/drawing/2014/main" id="{14788BF9-EA63-D8CB-0BE8-19C5ABF4DAC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50EC37DA-72DB-D840-626C-470054F3D70F}"/>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5A92AE21-14F0-FD0F-5CD6-F879CECB385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CE073ECA-EF60-CD51-3941-0EAD155F862F}"/>
                </a:ext>
              </a:extLst>
            </p:cNvPr>
            <p:cNvGraphicFramePr/>
            <p:nvPr>
              <p:extLst>
                <p:ext uri="{D42A27DB-BD31-4B8C-83A1-F6EECF244321}">
                  <p14:modId xmlns:p14="http://schemas.microsoft.com/office/powerpoint/2010/main" val="302780149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BC7337D4-04B0-6000-DCBD-3F4FA46D8784}"/>
                </a:ext>
              </a:extLst>
            </p:cNvPr>
            <p:cNvSpPr txBox="1"/>
            <p:nvPr/>
          </p:nvSpPr>
          <p:spPr>
            <a:xfrm>
              <a:off x="1727791" y="2017763"/>
              <a:ext cx="2937917"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First Sip Sensory (Taste) Appeal</a:t>
              </a:r>
              <a:r>
                <a:rPr lang="en-US" sz="1600" b="1" kern="0" dirty="0">
                  <a:solidFill>
                    <a:srgbClr val="000000">
                      <a:lumMod val="50000"/>
                      <a:lumOff val="50000"/>
                    </a:srgbClr>
                  </a:solidFill>
                  <a:latin typeface="Avenir Next LT Pro" panose="020B0504020202020204" pitchFamily="34" charset="0"/>
                </a:rPr>
                <a:t> (Overall Liking)</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 </a:t>
              </a:r>
              <a:endParaRPr kumimoji="0" lang="en-US" sz="1600" b="1" i="0" u="none" strike="noStrike" kern="0" cap="none" spc="0" normalizeH="0" baseline="0" noProof="0" dirty="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2325AE99-4E8C-525E-8293-13BBCDF7532A}"/>
              </a:ext>
            </a:extLst>
          </p:cNvPr>
          <p:cNvGraphicFramePr>
            <a:graphicFrameLocks noGrp="1"/>
          </p:cNvGraphicFramePr>
          <p:nvPr>
            <p:extLst>
              <p:ext uri="{D42A27DB-BD31-4B8C-83A1-F6EECF244321}">
                <p14:modId xmlns:p14="http://schemas.microsoft.com/office/powerpoint/2010/main" val="2492501926"/>
              </p:ext>
            </p:extLst>
          </p:nvPr>
        </p:nvGraphicFramePr>
        <p:xfrm>
          <a:off x="774775" y="3341771"/>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9027">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44%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2308FC83-CD01-9C75-2039-38A1898F8047}"/>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BF59B5BF-F152-8F07-D397-CD4159E046F4}"/>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2A35AF2D-6EB6-4D9A-4897-839B70219A00}"/>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76E4BC7C-1741-A4FC-0A6C-15ECC26CA51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23308241-AC85-E921-F647-E6DB8965DB40}"/>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E8188766-CEDE-51BB-1BB4-E7E5319551CE}"/>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07C27C26-4F15-1AA4-01C4-CBBD4D00A0EB}"/>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F605F956-A68C-2EC1-85A8-D14C0FE883E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BF857998-071C-38FF-8E14-DD62F2BB792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D521610B-D843-9918-63E7-E8C1F6AA6D06}"/>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5DB25376-96FD-E3C4-99C7-7169DFC09FCF}"/>
              </a:ext>
            </a:extLst>
          </p:cNvPr>
          <p:cNvSpPr txBox="1"/>
          <p:nvPr/>
        </p:nvSpPr>
        <p:spPr>
          <a:xfrm>
            <a:off x="6245352" y="2901434"/>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7" name="TextBox 6">
            <a:extLst>
              <a:ext uri="{FF2B5EF4-FFF2-40B4-BE49-F238E27FC236}">
                <a16:creationId xmlns:a16="http://schemas.microsoft.com/office/drawing/2014/main" id="{7325C0D4-6BCD-6BBE-9698-9E1D61963C00}"/>
              </a:ext>
            </a:extLst>
          </p:cNvPr>
          <p:cNvSpPr txBox="1"/>
          <p:nvPr/>
        </p:nvSpPr>
        <p:spPr>
          <a:xfrm>
            <a:off x="1260263" y="3051463"/>
            <a:ext cx="2308497"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AOVR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11" name="TextBox 10">
            <a:extLst>
              <a:ext uri="{FF2B5EF4-FFF2-40B4-BE49-F238E27FC236}">
                <a16:creationId xmlns:a16="http://schemas.microsoft.com/office/drawing/2014/main" id="{9E6B26BD-B7CA-AF44-76A1-7A06EF8D79F9}"/>
              </a:ext>
            </a:extLst>
          </p:cNvPr>
          <p:cNvSpPr txBox="1"/>
          <p:nvPr/>
        </p:nvSpPr>
        <p:spPr>
          <a:xfrm>
            <a:off x="1390273" y="3708592"/>
            <a:ext cx="2308497"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AOVR T2B</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23" name="TextBox 22">
            <a:extLst>
              <a:ext uri="{FF2B5EF4-FFF2-40B4-BE49-F238E27FC236}">
                <a16:creationId xmlns:a16="http://schemas.microsoft.com/office/drawing/2014/main" id="{A8569DF9-3737-338C-DF40-F12DE4FC532F}"/>
              </a:ext>
            </a:extLst>
          </p:cNvPr>
          <p:cNvSpPr txBox="1"/>
          <p:nvPr/>
        </p:nvSpPr>
        <p:spPr>
          <a:xfrm>
            <a:off x="48832" y="4509174"/>
            <a:ext cx="4455750"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DARK GREEN: AOVR TB (PUNCH 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LIGHT GREEN: AOVR PUNCH 8</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YELLOW: AOVR M3B (PUNCHES 5-7)</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AOVR B4B (PUNCHES 1-4)</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6" name="Group 5">
            <a:extLst>
              <a:ext uri="{FF2B5EF4-FFF2-40B4-BE49-F238E27FC236}">
                <a16:creationId xmlns:a16="http://schemas.microsoft.com/office/drawing/2014/main" id="{5B34F55D-1C00-D381-36D7-B9103DB8A77C}"/>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13AF8BB0-0F0B-9369-1FFD-92D55156DE9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4508CF64-7F15-7EDC-AB3F-D8A4214F2CA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4" name="Picture 23" descr="A bottle of soda with a red label&#10;&#10;Description automatically generated">
              <a:extLst>
                <a:ext uri="{FF2B5EF4-FFF2-40B4-BE49-F238E27FC236}">
                  <a16:creationId xmlns:a16="http://schemas.microsoft.com/office/drawing/2014/main" id="{F3E872AB-6B94-9028-D1F6-7533D71B6AB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D5CF5D72-5C49-E7B2-B882-BA8988110964}"/>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15" name="Oval 14">
            <a:extLst>
              <a:ext uri="{FF2B5EF4-FFF2-40B4-BE49-F238E27FC236}">
                <a16:creationId xmlns:a16="http://schemas.microsoft.com/office/drawing/2014/main" id="{8A20913D-6D2B-C4E3-DEF3-D7DC1AB47CF1}"/>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845566785"/>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A1285E-1856-7EAD-1EF2-FAAC09966D7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B39455A-9E16-96E5-DE19-4674E1EF5AFB}"/>
              </a:ext>
            </a:extLst>
          </p:cNvPr>
          <p:cNvSpPr>
            <a:spLocks noGrp="1"/>
          </p:cNvSpPr>
          <p:nvPr>
            <p:ph type="sldNum" sz="quarter" idx="14"/>
          </p:nvPr>
        </p:nvSpPr>
        <p:spPr/>
        <p:txBody>
          <a:bodyPr/>
          <a:lstStyle/>
          <a:p>
            <a:fld id="{9BBCFCA3-D307-4DD3-86E3-CC1388E97AC0}" type="slidenum">
              <a:rPr lang="en-US" smtClean="0"/>
              <a:pPr/>
              <a:t>196</a:t>
            </a:fld>
            <a:endParaRPr lang="en-US"/>
          </a:p>
        </p:txBody>
      </p:sp>
      <p:sp>
        <p:nvSpPr>
          <p:cNvPr id="5" name="Text Placeholder 4">
            <a:extLst>
              <a:ext uri="{FF2B5EF4-FFF2-40B4-BE49-F238E27FC236}">
                <a16:creationId xmlns:a16="http://schemas.microsoft.com/office/drawing/2014/main" id="{5672C2FE-B981-B249-59E5-AA6D81FED2CD}"/>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0E760C39-C8C2-69E0-81FF-40D2E9E2E87D}"/>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F66BD62D-EAB4-489A-1E8B-E9759586097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9BF21478-517B-1A8D-3E5D-0BA2E9B366E4}"/>
                </a:ext>
              </a:extLst>
            </p:cNvPr>
            <p:cNvGraphicFramePr/>
            <p:nvPr>
              <p:extLst>
                <p:ext uri="{D42A27DB-BD31-4B8C-83A1-F6EECF244321}">
                  <p14:modId xmlns:p14="http://schemas.microsoft.com/office/powerpoint/2010/main" val="3087243256"/>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3A21552E-7CD9-A4FC-FA56-3EC1D13EFAA0}"/>
                </a:ext>
              </a:extLst>
            </p:cNvPr>
            <p:cNvSpPr txBox="1"/>
            <p:nvPr/>
          </p:nvSpPr>
          <p:spPr>
            <a:xfrm>
              <a:off x="1739177" y="2017763"/>
              <a:ext cx="2915144"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Sip 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66776629-1400-66ED-F9BF-072D676917A4}"/>
              </a:ext>
            </a:extLst>
          </p:cNvPr>
          <p:cNvGraphicFramePr>
            <a:graphicFrameLocks noGrp="1"/>
          </p:cNvGraphicFramePr>
          <p:nvPr>
            <p:extLst>
              <p:ext uri="{D42A27DB-BD31-4B8C-83A1-F6EECF244321}">
                <p14:modId xmlns:p14="http://schemas.microsoft.com/office/powerpoint/2010/main" val="1443418844"/>
              </p:ext>
            </p:extLst>
          </p:nvPr>
        </p:nvGraphicFramePr>
        <p:xfrm>
          <a:off x="774775" y="3349185"/>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8DE19D08-945E-25F5-D8DA-C24E5B82ACD4}"/>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C8B1F785-9233-C080-8262-80B290200ECB}"/>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9F7C0AF3-8699-A988-C7D4-CA92110ABF2C}"/>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84C20921-0BFA-12A4-38FD-BD202D763FBF}"/>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2739594C-34BE-F4E9-C1BC-C0F15BF2D777}"/>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BEE1263D-B5B1-3588-21C4-803EB3EBA697}"/>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9564C6DC-C100-6833-470F-F23EBAFDFE97}"/>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CA7555D8-EA78-83AA-D006-6BF26A843E4F}"/>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0B2566F7-D690-DF2D-295E-447A304A149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071084D5-6B87-05F3-2EAE-554C35D1F44D}"/>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D53B3BA6-C931-0E9E-B9C2-00EFF5B56A62}"/>
              </a:ext>
            </a:extLst>
          </p:cNvPr>
          <p:cNvSpPr txBox="1"/>
          <p:nvPr/>
        </p:nvSpPr>
        <p:spPr>
          <a:xfrm>
            <a:off x="6245352" y="2901434"/>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a:t>
            </a:r>
          </a:p>
        </p:txBody>
      </p:sp>
      <p:sp>
        <p:nvSpPr>
          <p:cNvPr id="7" name="TextBox 6">
            <a:extLst>
              <a:ext uri="{FF2B5EF4-FFF2-40B4-BE49-F238E27FC236}">
                <a16:creationId xmlns:a16="http://schemas.microsoft.com/office/drawing/2014/main" id="{EED31632-5CC6-CD4E-5FB2-6BBCE95FA4B3}"/>
              </a:ext>
            </a:extLst>
          </p:cNvPr>
          <p:cNvSpPr txBox="1"/>
          <p:nvPr/>
        </p:nvSpPr>
        <p:spPr>
          <a:xfrm>
            <a:off x="2367690" y="3012875"/>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AVR2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11" name="TextBox 10">
            <a:extLst>
              <a:ext uri="{FF2B5EF4-FFF2-40B4-BE49-F238E27FC236}">
                <a16:creationId xmlns:a16="http://schemas.microsoft.com/office/drawing/2014/main" id="{BC353494-EA03-2836-10F6-9CAF35733E55}"/>
              </a:ext>
            </a:extLst>
          </p:cNvPr>
          <p:cNvSpPr txBox="1"/>
          <p:nvPr/>
        </p:nvSpPr>
        <p:spPr>
          <a:xfrm>
            <a:off x="2126193" y="3733602"/>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AVR2 T2B</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23" name="TextBox 22">
            <a:extLst>
              <a:ext uri="{FF2B5EF4-FFF2-40B4-BE49-F238E27FC236}">
                <a16:creationId xmlns:a16="http://schemas.microsoft.com/office/drawing/2014/main" id="{15848485-4FA3-4427-0C46-3BBF026C4A43}"/>
              </a:ext>
            </a:extLst>
          </p:cNvPr>
          <p:cNvSpPr txBox="1"/>
          <p:nvPr/>
        </p:nvSpPr>
        <p:spPr>
          <a:xfrm>
            <a:off x="200277" y="4535869"/>
            <a:ext cx="4365122"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AVR2 TB (PUNCH 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AVR2 PUNCH 8</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YELLOW: AVR2 M3B (PUNCHES 5-7)</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PINK: AVR2 B4B (PUNCHES 1-4)</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26" name="Group 25">
            <a:extLst>
              <a:ext uri="{FF2B5EF4-FFF2-40B4-BE49-F238E27FC236}">
                <a16:creationId xmlns:a16="http://schemas.microsoft.com/office/drawing/2014/main" id="{3B6E1E79-6630-01BA-6739-872B01952459}"/>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83CA720A-A04E-7A96-AB7D-E429B006239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CEF5C911-EA88-B79C-5BA8-382CD661C96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995D856E-9FFC-7EF6-89F5-23885108D97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942A4970-AE6E-B71D-E2EF-0F2B81AEB571}"/>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8" name="Oval 7">
            <a:extLst>
              <a:ext uri="{FF2B5EF4-FFF2-40B4-BE49-F238E27FC236}">
                <a16:creationId xmlns:a16="http://schemas.microsoft.com/office/drawing/2014/main" id="{34FB86F1-3BB0-D4DC-3EDF-047D3AA18556}"/>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640895481"/>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3B1E34-3433-F8F8-92D7-6CC0C1945802}"/>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5E14AA32-5B99-6056-FCDE-36AC1FEA59D5}"/>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0C92F4EE-A459-9122-64E8-8AFA9A1B017D}"/>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D97702EB-3740-90AE-A77F-3FBBFD68EEC3}"/>
                </a:ext>
              </a:extLst>
            </p:cNvPr>
            <p:cNvGraphicFramePr/>
            <p:nvPr>
              <p:extLst>
                <p:ext uri="{D42A27DB-BD31-4B8C-83A1-F6EECF244321}">
                  <p14:modId xmlns:p14="http://schemas.microsoft.com/office/powerpoint/2010/main" val="1750388592"/>
                </p:ext>
              </p:extLst>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B4FF8DDA-A462-903E-B131-069137B6CD3C}"/>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1E301315-5D44-CF1A-5546-3AEC7DD413D3}"/>
              </a:ext>
            </a:extLst>
          </p:cNvPr>
          <p:cNvGraphicFramePr>
            <a:graphicFrameLocks noGrp="1"/>
          </p:cNvGraphicFramePr>
          <p:nvPr>
            <p:extLst>
              <p:ext uri="{D42A27DB-BD31-4B8C-83A1-F6EECF244321}">
                <p14:modId xmlns:p14="http://schemas.microsoft.com/office/powerpoint/2010/main" val="901554278"/>
              </p:ext>
            </p:extLst>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6.40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37%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B2BA62C4-B001-7674-A2E2-0E9201541C47}"/>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43AE5160-66B5-AA13-B5CB-67442EDB2DD1}"/>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68478B63-E5DC-B718-0A33-DEEB93A1E626}"/>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D514FDA2-E454-3210-6E36-B0840C2A7ED6}"/>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A9688986-44CA-C71A-E13C-16063E20194C}"/>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1EC673F0-BD56-A4DC-7680-C958F5DF9B2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DBE40239-6990-C6E4-B15E-BC416E02364B}"/>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A209D398-4486-1FF1-1962-9F36032D8E99}"/>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B6C85952-8541-945D-3EBF-CD70846D7D3A}"/>
                </a:ext>
              </a:extLst>
            </p:cNvPr>
            <p:cNvGraphicFramePr/>
            <p:nvPr>
              <p:extLst>
                <p:ext uri="{D42A27DB-BD31-4B8C-83A1-F6EECF244321}">
                  <p14:modId xmlns:p14="http://schemas.microsoft.com/office/powerpoint/2010/main" val="946328763"/>
                </p:ext>
              </p:extLst>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30070E6E-81BE-DCC1-FCCE-3156B3D1FD5C}"/>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5F6AE879-3E85-6D02-F45B-0066BF5DB5B7}"/>
              </a:ext>
            </a:extLst>
          </p:cNvPr>
          <p:cNvSpPr/>
          <p:nvPr/>
        </p:nvSpPr>
        <p:spPr>
          <a:xfrm>
            <a:off x="5203004" y="2131398"/>
            <a:ext cx="4172751" cy="445915"/>
          </a:xfrm>
          <a:prstGeom prst="roundRect">
            <a:avLst/>
          </a:prstGeom>
          <a:noFill/>
          <a:ln w="28575">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Neutrals To Cola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(N=748)</a:t>
            </a:r>
          </a:p>
        </p:txBody>
      </p:sp>
      <p:grpSp>
        <p:nvGrpSpPr>
          <p:cNvPr id="2" name="Group 1">
            <a:extLst>
              <a:ext uri="{FF2B5EF4-FFF2-40B4-BE49-F238E27FC236}">
                <a16:creationId xmlns:a16="http://schemas.microsoft.com/office/drawing/2014/main" id="{6A5E2129-1FB0-BEA1-814D-191A3181EA4B}"/>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25D292A3-D637-6873-61C5-53C0628148E3}"/>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38BB1763-676B-BFD0-A0F2-E58A76C56509}"/>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B1E2C820-A31B-2BB1-CE7E-E1783540CA9A}"/>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B763CDA1-83D3-998E-8F6D-63DE0CCDEFB7}"/>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2D9E562D-B4AF-1155-6FC7-42207FC7393D}"/>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E41B949E-4559-A239-CA83-ECE78FC0EF98}"/>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2B55B4AD-2EB3-02DD-2286-B48E52B647BC}"/>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46394A14-2483-D7BB-28C9-C023A4E9B18B}"/>
                </a:ext>
              </a:extLst>
            </p:cNvPr>
            <p:cNvGraphicFramePr/>
            <p:nvPr>
              <p:extLst>
                <p:ext uri="{D42A27DB-BD31-4B8C-83A1-F6EECF244321}">
                  <p14:modId xmlns:p14="http://schemas.microsoft.com/office/powerpoint/2010/main" val="73256074"/>
                </p:ext>
              </p:extLst>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FF562276-72B6-D9AE-A94D-199EEF1C5B57}"/>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6A1CDE63-D1D6-37BC-E96F-5019D21005CA}"/>
              </a:ext>
            </a:extLst>
          </p:cNvPr>
          <p:cNvGraphicFramePr>
            <a:graphicFrameLocks noGrp="1"/>
          </p:cNvGraphicFramePr>
          <p:nvPr>
            <p:extLst>
              <p:ext uri="{D42A27DB-BD31-4B8C-83A1-F6EECF244321}">
                <p14:modId xmlns:p14="http://schemas.microsoft.com/office/powerpoint/2010/main" val="2848996872"/>
              </p:ext>
            </p:extLst>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6.69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chemeClr val="tx1"/>
                          </a:solidFill>
                          <a:latin typeface="Avenir Next LT Pro" panose="020B0504020202020204" pitchFamily="34" charset="0"/>
                          <a:ea typeface="+mn-ea"/>
                          <a:cs typeface="+mn-cs"/>
                        </a:rPr>
                        <a:t>6.60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rtl="0" fontAlgn="b">
                        <a:buNone/>
                      </a:pPr>
                      <a:r>
                        <a:rPr lang="en-IN" sz="1600" b="1" kern="1200" dirty="0">
                          <a:solidFill>
                            <a:schemeClr val="tx1"/>
                          </a:solidFill>
                          <a:latin typeface="Avenir Next LT Pro" panose="020B0504020202020204" pitchFamily="34" charset="0"/>
                          <a:ea typeface="+mn-ea"/>
                          <a:cs typeface="+mn-cs"/>
                        </a:rPr>
                        <a:t>44%</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CAB3D932-88F1-E322-0C9D-1B0689B22802}"/>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22128EDD-3237-DDDA-ACAC-8DBE86967217}"/>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2A52FEBF-482E-C7C5-279B-A4E06F2B1D63}"/>
                </a:ext>
              </a:extLst>
            </p:cNvPr>
            <p:cNvGraphicFramePr/>
            <p:nvPr>
              <p:extLst>
                <p:ext uri="{D42A27DB-BD31-4B8C-83A1-F6EECF244321}">
                  <p14:modId xmlns:p14="http://schemas.microsoft.com/office/powerpoint/2010/main" val="2879182264"/>
                </p:ext>
              </p:extLst>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15908FD7-813B-FCA4-555E-0A06EA114474}"/>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7BE0F074-D6A1-D1A7-31DD-E7D678287020}"/>
              </a:ext>
            </a:extLst>
          </p:cNvPr>
          <p:cNvGraphicFramePr>
            <a:graphicFrameLocks noGrp="1"/>
          </p:cNvGraphicFramePr>
          <p:nvPr>
            <p:extLst>
              <p:ext uri="{D42A27DB-BD31-4B8C-83A1-F6EECF244321}">
                <p14:modId xmlns:p14="http://schemas.microsoft.com/office/powerpoint/2010/main" val="2778537055"/>
              </p:ext>
            </p:extLst>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5036412E-B2EA-7CC1-F9DB-76EC84CF5B4A}"/>
              </a:ext>
            </a:extLst>
          </p:cNvPr>
          <p:cNvGraphicFramePr>
            <a:graphicFrameLocks noGrp="1"/>
          </p:cNvGraphicFramePr>
          <p:nvPr>
            <p:extLst>
              <p:ext uri="{D42A27DB-BD31-4B8C-83A1-F6EECF244321}">
                <p14:modId xmlns:p14="http://schemas.microsoft.com/office/powerpoint/2010/main" val="2641509577"/>
              </p:ext>
            </p:extLst>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5" name="TextBox 24">
            <a:extLst>
              <a:ext uri="{FF2B5EF4-FFF2-40B4-BE49-F238E27FC236}">
                <a16:creationId xmlns:a16="http://schemas.microsoft.com/office/drawing/2014/main" id="{14F50FCC-1603-D9B0-A09B-B481735B51F3}"/>
              </a:ext>
            </a:extLst>
          </p:cNvPr>
          <p:cNvSpPr txBox="1"/>
          <p:nvPr/>
        </p:nvSpPr>
        <p:spPr>
          <a:xfrm>
            <a:off x="1103836" y="3072691"/>
            <a:ext cx="2308497"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AOVR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29" name="TextBox 28">
            <a:extLst>
              <a:ext uri="{FF2B5EF4-FFF2-40B4-BE49-F238E27FC236}">
                <a16:creationId xmlns:a16="http://schemas.microsoft.com/office/drawing/2014/main" id="{51D0AE6B-7B23-80B3-C975-7D9270F1E8EC}"/>
              </a:ext>
            </a:extLst>
          </p:cNvPr>
          <p:cNvSpPr txBox="1"/>
          <p:nvPr/>
        </p:nvSpPr>
        <p:spPr>
          <a:xfrm>
            <a:off x="1080209" y="3542571"/>
            <a:ext cx="2308497"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AOVR T2B</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33" name="TextBox 32">
            <a:extLst>
              <a:ext uri="{FF2B5EF4-FFF2-40B4-BE49-F238E27FC236}">
                <a16:creationId xmlns:a16="http://schemas.microsoft.com/office/drawing/2014/main" id="{0EDC9B00-886A-F100-0BD6-CCA706E70903}"/>
              </a:ext>
            </a:extLst>
          </p:cNvPr>
          <p:cNvSpPr txBox="1"/>
          <p:nvPr/>
        </p:nvSpPr>
        <p:spPr>
          <a:xfrm>
            <a:off x="30210" y="4917826"/>
            <a:ext cx="4455750"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DARK GREEN: AOVR TB (PUNCH 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LIGHT GREEN: AOVR PUNCH 8</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YELLOW: AOVR M3B (PUNCHES 5-7)</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AOVR B4B (PUNCHES 1-4)</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36" name="TextBox 35">
            <a:extLst>
              <a:ext uri="{FF2B5EF4-FFF2-40B4-BE49-F238E27FC236}">
                <a16:creationId xmlns:a16="http://schemas.microsoft.com/office/drawing/2014/main" id="{9FFF9CC0-12E9-A092-9C75-C8EB4DF8C004}"/>
              </a:ext>
            </a:extLst>
          </p:cNvPr>
          <p:cNvSpPr txBox="1"/>
          <p:nvPr/>
        </p:nvSpPr>
        <p:spPr>
          <a:xfrm>
            <a:off x="7054248" y="4130180"/>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AVR2 Mean</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42" name="TextBox 41">
            <a:extLst>
              <a:ext uri="{FF2B5EF4-FFF2-40B4-BE49-F238E27FC236}">
                <a16:creationId xmlns:a16="http://schemas.microsoft.com/office/drawing/2014/main" id="{CE233BD7-9D48-1F8F-0347-0550409E0E9A}"/>
              </a:ext>
            </a:extLst>
          </p:cNvPr>
          <p:cNvSpPr txBox="1"/>
          <p:nvPr/>
        </p:nvSpPr>
        <p:spPr>
          <a:xfrm>
            <a:off x="7305796" y="4058705"/>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AVR2 T2B</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44" name="TextBox 43">
            <a:extLst>
              <a:ext uri="{FF2B5EF4-FFF2-40B4-BE49-F238E27FC236}">
                <a16:creationId xmlns:a16="http://schemas.microsoft.com/office/drawing/2014/main" id="{66641879-6960-D9FC-28BC-4EA9A6A19BE1}"/>
              </a:ext>
            </a:extLst>
          </p:cNvPr>
          <p:cNvSpPr txBox="1"/>
          <p:nvPr/>
        </p:nvSpPr>
        <p:spPr>
          <a:xfrm>
            <a:off x="5010633" y="4911706"/>
            <a:ext cx="4365122"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AVR2 TB (PUNCH 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AVR2 PUNCH 8</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YELLOW: AVR2 M3B (PUNCHES 5-7)</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PINK: AVR2 B4B (PUNCHES 1-4)</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46" name="TextBox 45">
            <a:extLst>
              <a:ext uri="{FF2B5EF4-FFF2-40B4-BE49-F238E27FC236}">
                <a16:creationId xmlns:a16="http://schemas.microsoft.com/office/drawing/2014/main" id="{10C4339D-DE59-778A-6144-FC433AAD261E}"/>
              </a:ext>
            </a:extLst>
          </p:cNvPr>
          <p:cNvSpPr txBox="1"/>
          <p:nvPr/>
        </p:nvSpPr>
        <p:spPr>
          <a:xfrm>
            <a:off x="3933953" y="1900942"/>
            <a:ext cx="2308497" cy="923330"/>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Data Info:</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First Sip = AOVR</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Last Sip = AVR2</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23" name="Group 22">
            <a:extLst>
              <a:ext uri="{FF2B5EF4-FFF2-40B4-BE49-F238E27FC236}">
                <a16:creationId xmlns:a16="http://schemas.microsoft.com/office/drawing/2014/main" id="{6F2F29EA-3627-DA6A-AA16-4CE015358938}"/>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4C7FBFB8-BE35-D5DA-A6CA-F326C646E7F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01AF4536-97F9-AD09-6DA2-2DA2C701FD3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EC2AB68F-B0EC-CDEB-EE7C-2A50256BF1C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1" name="Picture 40" descr="A flag on a button&#10;&#10;Description automatically generated">
              <a:extLst>
                <a:ext uri="{FF2B5EF4-FFF2-40B4-BE49-F238E27FC236}">
                  <a16:creationId xmlns:a16="http://schemas.microsoft.com/office/drawing/2014/main" id="{02639ABB-104B-8739-D735-A2CA0A7DD628}"/>
                </a:ext>
              </a:extLst>
            </p:cNvPr>
            <p:cNvPicPr>
              <a:picLocks noChangeAspect="1"/>
            </p:cNvPicPr>
            <p:nvPr/>
          </p:nvPicPr>
          <p:blipFill>
            <a:blip r:embed="rId9"/>
            <a:stretch>
              <a:fillRect/>
            </a:stretch>
          </p:blipFill>
          <p:spPr>
            <a:xfrm>
              <a:off x="8976350" y="421300"/>
              <a:ext cx="1404000" cy="1051290"/>
            </a:xfrm>
            <a:prstGeom prst="rect">
              <a:avLst/>
            </a:prstGeom>
          </p:spPr>
        </p:pic>
      </p:grpSp>
      <p:sp>
        <p:nvSpPr>
          <p:cNvPr id="45" name="Oval 44">
            <a:extLst>
              <a:ext uri="{FF2B5EF4-FFF2-40B4-BE49-F238E27FC236}">
                <a16:creationId xmlns:a16="http://schemas.microsoft.com/office/drawing/2014/main" id="{608239ED-DF2C-C6C3-4384-BB9716C9BFB0}"/>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106373096"/>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90C2C1-8BCE-3241-9527-8FB3857E2DE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DB171AC-AF89-56FD-697D-27C5EBFB17B7}"/>
              </a:ext>
            </a:extLst>
          </p:cNvPr>
          <p:cNvSpPr>
            <a:spLocks noGrp="1"/>
          </p:cNvSpPr>
          <p:nvPr>
            <p:ph type="sldNum" sz="quarter" idx="14"/>
          </p:nvPr>
        </p:nvSpPr>
        <p:spPr/>
        <p:txBody>
          <a:bodyPr/>
          <a:lstStyle/>
          <a:p>
            <a:fld id="{9BBCFCA3-D307-4DD3-86E3-CC1388E97AC0}" type="slidenum">
              <a:rPr lang="en-US" smtClean="0"/>
              <a:pPr/>
              <a:t>198</a:t>
            </a:fld>
            <a:endParaRPr lang="en-US"/>
          </a:p>
        </p:txBody>
      </p:sp>
      <p:sp>
        <p:nvSpPr>
          <p:cNvPr id="5" name="Text Placeholder 4">
            <a:extLst>
              <a:ext uri="{FF2B5EF4-FFF2-40B4-BE49-F238E27FC236}">
                <a16:creationId xmlns:a16="http://schemas.microsoft.com/office/drawing/2014/main" id="{4F0AF96C-1C3A-AAB0-E64A-1443249CBF59}"/>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Similarly, 4.0 prototypes fall broadly parity vs. Kaizen 4.0 Control across all satisfaction metrics.</a:t>
            </a:r>
          </a:p>
        </p:txBody>
      </p:sp>
      <p:grpSp>
        <p:nvGrpSpPr>
          <p:cNvPr id="13" name="Group 12">
            <a:extLst>
              <a:ext uri="{FF2B5EF4-FFF2-40B4-BE49-F238E27FC236}">
                <a16:creationId xmlns:a16="http://schemas.microsoft.com/office/drawing/2014/main" id="{0CCEAB5A-CFEF-E86D-12FB-33923B37AAD8}"/>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BA8685CA-02E9-9F54-2E4B-98B7C2C48280}"/>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265D9565-A2DF-6F9F-4F9C-0D7724BBA6D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012096C4-8BC7-96F1-A972-635381BB9147}"/>
              </a:ext>
            </a:extLst>
          </p:cNvPr>
          <p:cNvGrpSpPr/>
          <p:nvPr/>
        </p:nvGrpSpPr>
        <p:grpSpPr>
          <a:xfrm>
            <a:off x="2815200" y="3155582"/>
            <a:ext cx="9000000" cy="4191933"/>
            <a:chOff x="531863" y="1960270"/>
            <a:chExt cx="5331526" cy="4135983"/>
          </a:xfrm>
        </p:grpSpPr>
        <p:sp>
          <p:nvSpPr>
            <p:cNvPr id="17" name="Rectangle 16">
              <a:extLst>
                <a:ext uri="{FF2B5EF4-FFF2-40B4-BE49-F238E27FC236}">
                  <a16:creationId xmlns:a16="http://schemas.microsoft.com/office/drawing/2014/main" id="{49F811ED-5F7E-EA1B-0376-7A2186395C92}"/>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894A60BC-2B5F-8281-5786-348BDB2DFCA4}"/>
                </a:ext>
              </a:extLst>
            </p:cNvPr>
            <p:cNvGraphicFramePr/>
            <p:nvPr>
              <p:extLst>
                <p:ext uri="{D42A27DB-BD31-4B8C-83A1-F6EECF244321}">
                  <p14:modId xmlns:p14="http://schemas.microsoft.com/office/powerpoint/2010/main" val="1974941173"/>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86757F8E-CF25-C3DA-C9D9-237B7A6F7421}"/>
                </a:ext>
              </a:extLst>
            </p:cNvPr>
            <p:cNvSpPr txBox="1"/>
            <p:nvPr/>
          </p:nvSpPr>
          <p:spPr>
            <a:xfrm>
              <a:off x="2692472" y="1960270"/>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C0A64138-6F93-38BC-5620-21D983488697}"/>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2F64F17F-574B-75F9-DB3B-DF191D6028E6}"/>
              </a:ext>
            </a:extLst>
          </p:cNvPr>
          <p:cNvPicPr>
            <a:picLocks noChangeAspect="1"/>
          </p:cNvPicPr>
          <p:nvPr/>
        </p:nvPicPr>
        <p:blipFill>
          <a:blip r:embed="rId4"/>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52D20E36-8CF3-157A-789A-31D81830DADF}"/>
              </a:ext>
            </a:extLst>
          </p:cNvPr>
          <p:cNvGraphicFramePr>
            <a:graphicFrameLocks noGrp="1"/>
          </p:cNvGraphicFramePr>
          <p:nvPr>
            <p:extLst>
              <p:ext uri="{D42A27DB-BD31-4B8C-83A1-F6EECF244321}">
                <p14:modId xmlns:p14="http://schemas.microsoft.com/office/powerpoint/2010/main" val="4187699346"/>
              </p:ext>
            </p:extLst>
          </p:nvPr>
        </p:nvGraphicFramePr>
        <p:xfrm>
          <a:off x="320041" y="3850908"/>
          <a:ext cx="11127959" cy="609600"/>
        </p:xfrm>
        <a:graphic>
          <a:graphicData uri="http://schemas.openxmlformats.org/drawingml/2006/table">
            <a:tbl>
              <a:tblPr firstRow="1" bandRow="1">
                <a:tableStyleId>{5940675A-B579-460E-94D1-54222C63F5DA}</a:tableStyleId>
              </a:tblPr>
              <a:tblGrid>
                <a:gridCol w="2811959">
                  <a:extLst>
                    <a:ext uri="{9D8B030D-6E8A-4147-A177-3AD203B41FA5}">
                      <a16:colId xmlns:a16="http://schemas.microsoft.com/office/drawing/2014/main" val="1775160107"/>
                    </a:ext>
                  </a:extLst>
                </a:gridCol>
                <a:gridCol w="2262584">
                  <a:extLst>
                    <a:ext uri="{9D8B030D-6E8A-4147-A177-3AD203B41FA5}">
                      <a16:colId xmlns:a16="http://schemas.microsoft.com/office/drawing/2014/main" val="1227359485"/>
                    </a:ext>
                  </a:extLst>
                </a:gridCol>
                <a:gridCol w="1920616">
                  <a:extLst>
                    <a:ext uri="{9D8B030D-6E8A-4147-A177-3AD203B41FA5}">
                      <a16:colId xmlns:a16="http://schemas.microsoft.com/office/drawing/2014/main" val="1183472630"/>
                    </a:ext>
                  </a:extLst>
                </a:gridCol>
                <a:gridCol w="2296555">
                  <a:extLst>
                    <a:ext uri="{9D8B030D-6E8A-4147-A177-3AD203B41FA5}">
                      <a16:colId xmlns:a16="http://schemas.microsoft.com/office/drawing/2014/main" val="2941040911"/>
                    </a:ext>
                  </a:extLst>
                </a:gridCol>
                <a:gridCol w="1836245">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6.50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7.03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7.09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48%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4" name="Group 23">
            <a:extLst>
              <a:ext uri="{FF2B5EF4-FFF2-40B4-BE49-F238E27FC236}">
                <a16:creationId xmlns:a16="http://schemas.microsoft.com/office/drawing/2014/main" id="{9F194B38-DB52-56EC-C2F6-70015F0DD8B0}"/>
              </a:ext>
            </a:extLst>
          </p:cNvPr>
          <p:cNvGrpSpPr/>
          <p:nvPr/>
        </p:nvGrpSpPr>
        <p:grpSpPr>
          <a:xfrm>
            <a:off x="9368508" y="7427123"/>
            <a:ext cx="3230077" cy="545303"/>
            <a:chOff x="107157" y="4978029"/>
            <a:chExt cx="2691728" cy="454419"/>
          </a:xfrm>
        </p:grpSpPr>
        <p:sp>
          <p:nvSpPr>
            <p:cNvPr id="25" name="TextBox 24">
              <a:extLst>
                <a:ext uri="{FF2B5EF4-FFF2-40B4-BE49-F238E27FC236}">
                  <a16:creationId xmlns:a16="http://schemas.microsoft.com/office/drawing/2014/main" id="{DA46C5EA-F5B2-B55D-9349-C0247A35BF2F}"/>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6" name="TextBox 25">
              <a:extLst>
                <a:ext uri="{FF2B5EF4-FFF2-40B4-BE49-F238E27FC236}">
                  <a16:creationId xmlns:a16="http://schemas.microsoft.com/office/drawing/2014/main" id="{585ABAD3-B8F0-A220-6DF5-D05B6CF91EC0}"/>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27" name="TextBox 26">
              <a:extLst>
                <a:ext uri="{FF2B5EF4-FFF2-40B4-BE49-F238E27FC236}">
                  <a16:creationId xmlns:a16="http://schemas.microsoft.com/office/drawing/2014/main" id="{FA91D5E7-6B1C-82A1-CD80-879D4D320E59}"/>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28" name="TextBox 27">
              <a:extLst>
                <a:ext uri="{FF2B5EF4-FFF2-40B4-BE49-F238E27FC236}">
                  <a16:creationId xmlns:a16="http://schemas.microsoft.com/office/drawing/2014/main" id="{A47C585F-887A-165B-AC3B-AB935A40A3DD}"/>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12" name="TextBox 11">
            <a:extLst>
              <a:ext uri="{FF2B5EF4-FFF2-40B4-BE49-F238E27FC236}">
                <a16:creationId xmlns:a16="http://schemas.microsoft.com/office/drawing/2014/main" id="{E57130AC-4754-0ED0-6B70-6BCFDF904615}"/>
              </a:ext>
            </a:extLst>
          </p:cNvPr>
          <p:cNvSpPr txBox="1"/>
          <p:nvPr/>
        </p:nvSpPr>
        <p:spPr>
          <a:xfrm>
            <a:off x="6245352" y="3524226"/>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a:t>
            </a:r>
          </a:p>
        </p:txBody>
      </p:sp>
      <p:sp>
        <p:nvSpPr>
          <p:cNvPr id="3" name="TextBox 2">
            <a:extLst>
              <a:ext uri="{FF2B5EF4-FFF2-40B4-BE49-F238E27FC236}">
                <a16:creationId xmlns:a16="http://schemas.microsoft.com/office/drawing/2014/main" id="{E7E5BB2F-EAA4-4F5C-3E8C-0CA734F4E6AA}"/>
              </a:ext>
            </a:extLst>
          </p:cNvPr>
          <p:cNvSpPr txBox="1"/>
          <p:nvPr/>
        </p:nvSpPr>
        <p:spPr>
          <a:xfrm>
            <a:off x="2374889" y="3392197"/>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ASAT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7" name="TextBox 6">
            <a:extLst>
              <a:ext uri="{FF2B5EF4-FFF2-40B4-BE49-F238E27FC236}">
                <a16:creationId xmlns:a16="http://schemas.microsoft.com/office/drawing/2014/main" id="{64E5461B-1A76-121E-868D-86C13CF83A01}"/>
              </a:ext>
            </a:extLst>
          </p:cNvPr>
          <p:cNvSpPr txBox="1"/>
          <p:nvPr/>
        </p:nvSpPr>
        <p:spPr>
          <a:xfrm>
            <a:off x="2129549" y="4493293"/>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ASAT T3B</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31" name="TextBox 30">
            <a:extLst>
              <a:ext uri="{FF2B5EF4-FFF2-40B4-BE49-F238E27FC236}">
                <a16:creationId xmlns:a16="http://schemas.microsoft.com/office/drawing/2014/main" id="{BE0AD36A-9F08-881E-200E-BE8FFCFB95B6}"/>
              </a:ext>
            </a:extLst>
          </p:cNvPr>
          <p:cNvSpPr txBox="1"/>
          <p:nvPr/>
        </p:nvSpPr>
        <p:spPr>
          <a:xfrm>
            <a:off x="320041" y="5707766"/>
            <a:ext cx="6262929" cy="1477328"/>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ASAT TB (PUNCH 10)</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ASAT HIGH SAT (PUNCHES 8+9)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GREY: ASAT B8B (PUNCHES 0-7)</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5F60B5D3-4290-7820-F4BA-4B893F6F3655}"/>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FC4B03C8-147C-D96A-735B-1E2C0B15540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8" name="TextBox 7">
              <a:extLst>
                <a:ext uri="{FF2B5EF4-FFF2-40B4-BE49-F238E27FC236}">
                  <a16:creationId xmlns:a16="http://schemas.microsoft.com/office/drawing/2014/main" id="{8BD13AE7-1CDB-58CE-C039-80F6F58D59E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2" name="Picture 31" descr="A bottle of soda with a red label&#10;&#10;Description automatically generated">
              <a:extLst>
                <a:ext uri="{FF2B5EF4-FFF2-40B4-BE49-F238E27FC236}">
                  <a16:creationId xmlns:a16="http://schemas.microsoft.com/office/drawing/2014/main" id="{4FA59A9E-606C-C373-28BC-2155CCCB997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F1533FD9-D27A-CA7A-F10A-299432BCFBF6}"/>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10" name="Oval 9">
            <a:extLst>
              <a:ext uri="{FF2B5EF4-FFF2-40B4-BE49-F238E27FC236}">
                <a16:creationId xmlns:a16="http://schemas.microsoft.com/office/drawing/2014/main" id="{DA58284D-C75E-28EB-C0C8-20D16A6D8EAC}"/>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2349374555"/>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7D292C-0848-6400-466E-E124BF336170}"/>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34DB11D9-184F-5B74-6B5E-53B7539D5D16}"/>
              </a:ext>
            </a:extLst>
          </p:cNvPr>
          <p:cNvGraphicFramePr>
            <a:graphicFrameLocks/>
          </p:cNvGraphicFramePr>
          <p:nvPr>
            <p:extLst>
              <p:ext uri="{D42A27DB-BD31-4B8C-83A1-F6EECF244321}">
                <p14:modId xmlns:p14="http://schemas.microsoft.com/office/powerpoint/2010/main" val="1364414931"/>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49D64B7C-6D56-714A-F360-5CA11B41163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1B887E06-B1BA-E12F-E14A-E47FF20495CA}"/>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440A9FC7-396F-7F29-E9A8-BAA541126868}"/>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8A965E34-9E3F-792B-39DB-D28EBE31C145}"/>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010742DA-D8A9-2C1A-687F-25EF12FD1057}"/>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8E4D1AFA-8B4B-89CF-E4B0-6FD94E881A57}"/>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54CFEBB4-9F63-E1E9-3A0B-753BE7FE98E0}"/>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8CF1AC53-8F34-A201-5D1D-D5D153ABF56D}"/>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FED2B424-A40F-753C-4BAD-094127BFE27E}"/>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DC3F8D97-960D-65F5-8805-1BA620707A7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600C60A6-F3D5-3DC7-A8E9-108A513AFBCE}"/>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E757AA0F-5923-2307-789B-1F137B80B402}"/>
              </a:ext>
            </a:extLst>
          </p:cNvPr>
          <p:cNvGraphicFramePr>
            <a:graphicFrameLocks noGrp="1"/>
          </p:cNvGraphicFramePr>
          <p:nvPr>
            <p:extLst>
              <p:ext uri="{D42A27DB-BD31-4B8C-83A1-F6EECF244321}">
                <p14:modId xmlns:p14="http://schemas.microsoft.com/office/powerpoint/2010/main" val="4153184703"/>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6.40</a:t>
                      </a:r>
                    </a:p>
                    <a:p>
                      <a:pPr algn="ctr"/>
                      <a:r>
                        <a:rPr lang="en-US" sz="1400" dirty="0">
                          <a:latin typeface="Avenir Next LT Pro" panose="020B0504020202020204" pitchFamily="34" charset="0"/>
                        </a:rPr>
                        <a:t>37%</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6.72</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6.89</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6.60</a:t>
                      </a:r>
                    </a:p>
                    <a:p>
                      <a:pPr algn="ctr"/>
                      <a:r>
                        <a:rPr lang="en-US" sz="1400" dirty="0">
                          <a:latin typeface="Avenir Next LT Pro" panose="020B0504020202020204" pitchFamily="34" charset="0"/>
                        </a:rPr>
                        <a:t>44%</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8092F63B-BBBB-AE99-0BAA-DB717EA1B359}"/>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3672F3B9-1D92-2FCA-9D0F-D3E9E7B16496}"/>
              </a:ext>
            </a:extLst>
          </p:cNvPr>
          <p:cNvSpPr txBox="1"/>
          <p:nvPr/>
        </p:nvSpPr>
        <p:spPr>
          <a:xfrm>
            <a:off x="2230093" y="1867455"/>
            <a:ext cx="2524182"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a:t>
            </a:r>
          </a:p>
        </p:txBody>
      </p:sp>
      <p:cxnSp>
        <p:nvCxnSpPr>
          <p:cNvPr id="12" name="Straight Connector 11">
            <a:extLst>
              <a:ext uri="{FF2B5EF4-FFF2-40B4-BE49-F238E27FC236}">
                <a16:creationId xmlns:a16="http://schemas.microsoft.com/office/drawing/2014/main" id="{20A26057-9AF1-F329-736F-F901ACCE00FA}"/>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57B848CD-6BBC-E06A-AC49-409CB53A2655}"/>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238C9A72-45E6-F1AA-00DA-0F4F73A0B5C4}"/>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01F19A5E-5DE2-B3E6-7952-3F05810211C2}"/>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C012EA9B-9023-BCD6-B7AB-11F26D4DAC0A}"/>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943D4DA2-D6AE-172D-01A8-1432B2C29F70}"/>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345A7D2A-A816-385C-DB35-084DF086BF53}"/>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0CD44F3B-2C11-9FC3-F1FA-455C8DD18967}"/>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sp>
        <p:nvSpPr>
          <p:cNvPr id="3" name="TextBox 2">
            <a:extLst>
              <a:ext uri="{FF2B5EF4-FFF2-40B4-BE49-F238E27FC236}">
                <a16:creationId xmlns:a16="http://schemas.microsoft.com/office/drawing/2014/main" id="{32DAB7D6-B7C9-D22F-E8D9-63A4DB3676D1}"/>
              </a:ext>
            </a:extLst>
          </p:cNvPr>
          <p:cNvSpPr txBox="1"/>
          <p:nvPr/>
        </p:nvSpPr>
        <p:spPr>
          <a:xfrm>
            <a:off x="1778132"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AROMA</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10" name="TextBox 9">
            <a:extLst>
              <a:ext uri="{FF2B5EF4-FFF2-40B4-BE49-F238E27FC236}">
                <a16:creationId xmlns:a16="http://schemas.microsoft.com/office/drawing/2014/main" id="{BD1E0D05-DD67-10BA-A295-F52037F80C53}"/>
              </a:ext>
            </a:extLst>
          </p:cNvPr>
          <p:cNvSpPr txBox="1"/>
          <p:nvPr/>
        </p:nvSpPr>
        <p:spPr>
          <a:xfrm>
            <a:off x="3330695"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AFLVR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23" name="TextBox 22">
            <a:extLst>
              <a:ext uri="{FF2B5EF4-FFF2-40B4-BE49-F238E27FC236}">
                <a16:creationId xmlns:a16="http://schemas.microsoft.com/office/drawing/2014/main" id="{5E588207-7C1B-7D4E-C290-AB515AAFDE77}"/>
              </a:ext>
            </a:extLst>
          </p:cNvPr>
          <p:cNvSpPr txBox="1"/>
          <p:nvPr/>
        </p:nvSpPr>
        <p:spPr>
          <a:xfrm>
            <a:off x="4831640"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ACOFV</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32" name="TextBox 31">
            <a:extLst>
              <a:ext uri="{FF2B5EF4-FFF2-40B4-BE49-F238E27FC236}">
                <a16:creationId xmlns:a16="http://schemas.microsoft.com/office/drawing/2014/main" id="{7BF1F129-C927-A031-FF29-EDA3D06226A1}"/>
              </a:ext>
            </a:extLst>
          </p:cNvPr>
          <p:cNvSpPr txBox="1"/>
          <p:nvPr/>
        </p:nvSpPr>
        <p:spPr>
          <a:xfrm>
            <a:off x="6339064"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ASWEE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34" name="TextBox 33">
            <a:extLst>
              <a:ext uri="{FF2B5EF4-FFF2-40B4-BE49-F238E27FC236}">
                <a16:creationId xmlns:a16="http://schemas.microsoft.com/office/drawing/2014/main" id="{B75C89F4-1B95-029F-51E2-007055583130}"/>
              </a:ext>
            </a:extLst>
          </p:cNvPr>
          <p:cNvSpPr txBox="1"/>
          <p:nvPr/>
        </p:nvSpPr>
        <p:spPr>
          <a:xfrm>
            <a:off x="7911572"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ASOUR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41" name="TextBox 40">
            <a:extLst>
              <a:ext uri="{FF2B5EF4-FFF2-40B4-BE49-F238E27FC236}">
                <a16:creationId xmlns:a16="http://schemas.microsoft.com/office/drawing/2014/main" id="{C7BE8BD7-AB07-1043-D0BD-C57842674751}"/>
              </a:ext>
            </a:extLst>
          </p:cNvPr>
          <p:cNvSpPr txBox="1"/>
          <p:nvPr/>
        </p:nvSpPr>
        <p:spPr>
          <a:xfrm>
            <a:off x="9458973"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AMOUT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43" name="TextBox 42">
            <a:extLst>
              <a:ext uri="{FF2B5EF4-FFF2-40B4-BE49-F238E27FC236}">
                <a16:creationId xmlns:a16="http://schemas.microsoft.com/office/drawing/2014/main" id="{654B38F0-2948-5A56-82DD-8C12B652707E}"/>
              </a:ext>
            </a:extLst>
          </p:cNvPr>
          <p:cNvSpPr txBox="1"/>
          <p:nvPr/>
        </p:nvSpPr>
        <p:spPr>
          <a:xfrm>
            <a:off x="10946022"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ACARB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45" name="TextBox 44">
            <a:extLst>
              <a:ext uri="{FF2B5EF4-FFF2-40B4-BE49-F238E27FC236}">
                <a16:creationId xmlns:a16="http://schemas.microsoft.com/office/drawing/2014/main" id="{D424F733-A0A1-9A4B-2D85-07A1E5F6D135}"/>
              </a:ext>
            </a:extLst>
          </p:cNvPr>
          <p:cNvSpPr txBox="1"/>
          <p:nvPr/>
        </p:nvSpPr>
        <p:spPr>
          <a:xfrm>
            <a:off x="1877163" y="2074036"/>
            <a:ext cx="1615021" cy="307777"/>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AVR2 Mean</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48" name="TextBox 47">
            <a:extLst>
              <a:ext uri="{FF2B5EF4-FFF2-40B4-BE49-F238E27FC236}">
                <a16:creationId xmlns:a16="http://schemas.microsoft.com/office/drawing/2014/main" id="{E9606DDF-3631-984A-36E6-336889E46BB7}"/>
              </a:ext>
            </a:extLst>
          </p:cNvPr>
          <p:cNvSpPr txBox="1"/>
          <p:nvPr/>
        </p:nvSpPr>
        <p:spPr>
          <a:xfrm>
            <a:off x="2358824" y="2586719"/>
            <a:ext cx="1615021" cy="307777"/>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AVR2 T2B</a:t>
            </a:r>
            <a:endParaRPr kumimoji="0" lang="en-US" sz="14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484337A4-0FED-C76B-EB3C-65261790E879}"/>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D1FDC911-C102-9CE1-6B12-679CBCF23C1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1" name="TextBox 10">
              <a:extLst>
                <a:ext uri="{FF2B5EF4-FFF2-40B4-BE49-F238E27FC236}">
                  <a16:creationId xmlns:a16="http://schemas.microsoft.com/office/drawing/2014/main" id="{0D5BF45C-F9A4-F6E4-2852-FE4D84D5A76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248B3BA3-BCDE-9EC0-DB7C-3E92E6E61C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921FAB17-17ED-BD6D-6167-C642B69F29A7}"/>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4" name="Oval 13">
            <a:extLst>
              <a:ext uri="{FF2B5EF4-FFF2-40B4-BE49-F238E27FC236}">
                <a16:creationId xmlns:a16="http://schemas.microsoft.com/office/drawing/2014/main" id="{3C1C5C3E-E1D9-411D-324B-FAD340B5F759}"/>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294703182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80535C-3E52-2392-09B7-F652DD32B464}"/>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046A985-94E2-ED61-70CE-697E9F0AC8DD}"/>
              </a:ext>
            </a:extLst>
          </p:cNvPr>
          <p:cNvSpPr>
            <a:spLocks noGrp="1"/>
          </p:cNvSpPr>
          <p:nvPr>
            <p:ph type="sldNum" sz="quarter" idx="14"/>
          </p:nvPr>
        </p:nvSpPr>
        <p:spPr/>
        <p:txBody>
          <a:bodyPr/>
          <a:lstStyle/>
          <a:p>
            <a:fld id="{9BBCFCA3-D307-4DD3-86E3-CC1388E97AC0}" type="slidenum">
              <a:rPr lang="en-US" smtClean="0"/>
              <a:pPr/>
              <a:t>200</a:t>
            </a:fld>
            <a:endParaRPr lang="en-US"/>
          </a:p>
        </p:txBody>
      </p:sp>
      <p:grpSp>
        <p:nvGrpSpPr>
          <p:cNvPr id="10" name="Group 9">
            <a:extLst>
              <a:ext uri="{FF2B5EF4-FFF2-40B4-BE49-F238E27FC236}">
                <a16:creationId xmlns:a16="http://schemas.microsoft.com/office/drawing/2014/main" id="{5D5EF6C2-9883-6E1E-B3FE-D7E8532695CA}"/>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08824202-818D-56EB-D52B-25B9D82DB692}"/>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EFB83CA7-C495-C7F5-441C-0CD2B2BEBA7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F9DE3F7A-0F4F-43AD-4E87-8DE15CD0099C}"/>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DE0F66F8-8559-0139-0C56-A665E455ACC1}"/>
              </a:ext>
            </a:extLst>
          </p:cNvPr>
          <p:cNvGraphicFramePr>
            <a:graphicFrameLocks noGrp="1"/>
          </p:cNvGraphicFramePr>
          <p:nvPr>
            <p:extLst>
              <p:ext uri="{D42A27DB-BD31-4B8C-83A1-F6EECF244321}">
                <p14:modId xmlns:p14="http://schemas.microsoft.com/office/powerpoint/2010/main" val="1349145270"/>
              </p:ext>
            </p:extLst>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dirty="0">
                          <a:solidFill>
                            <a:srgbClr val="000000"/>
                          </a:solidFill>
                          <a:effectLst/>
                          <a:latin typeface="Avenir Next LT Pro" panose="020B0504020202020204" pitchFamily="34" charset="0"/>
                        </a:rPr>
                        <a:t>Unbranded Sequential Monadic Full Sample CLT</a:t>
                      </a:r>
                      <a:br>
                        <a:rPr lang="en-US" sz="1600" b="1" i="0" u="none" strike="noStrike" dirty="0">
                          <a:solidFill>
                            <a:srgbClr val="000000"/>
                          </a:solidFill>
                          <a:effectLst/>
                          <a:latin typeface="Avenir Next LT Pro" panose="020B0504020202020204" pitchFamily="34" charset="0"/>
                        </a:rPr>
                      </a:br>
                      <a:r>
                        <a:rPr lang="en-US" sz="1600" b="1" i="0" u="none" strike="noStrike" dirty="0">
                          <a:solidFill>
                            <a:srgbClr val="000000"/>
                          </a:solidFill>
                          <a:effectLst/>
                          <a:latin typeface="Avenir Next LT Pro" panose="020B0504020202020204" pitchFamily="34" charset="0"/>
                        </a:rPr>
                        <a:t>Sensory Attribute Penalty Analysis (JAR)</a:t>
                      </a:r>
                      <a:br>
                        <a:rPr lang="en-US" sz="1600" b="1" i="0" u="none" strike="noStrike" dirty="0">
                          <a:solidFill>
                            <a:srgbClr val="000000"/>
                          </a:solidFill>
                          <a:effectLst/>
                          <a:latin typeface="Avenir Next LT Pro" panose="020B0504020202020204" pitchFamily="34" charset="0"/>
                        </a:rPr>
                      </a:br>
                      <a:r>
                        <a:rPr lang="en-US" sz="1100" b="0" i="0" u="none" strike="noStrike" dirty="0">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dirty="0">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6ACEBEDA-A933-76B6-3D68-EA71ACE7E8B0}"/>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3AE81B82-5E37-534D-0484-CC62ECB3D4C4}"/>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8F307B87-C989-41D9-C68F-0B755DADB840}"/>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50C6945F-AB47-3792-36B5-FF8338FDAF12}"/>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66D5FD22-B7FC-0D81-A5B2-4CAB059ED681}"/>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72ACEDF0-48CE-F037-EF69-F5513BB17312}"/>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D99AB27F-58DE-A10D-1D87-B7B8E3A0CC6D}"/>
              </a:ext>
            </a:extLst>
          </p:cNvPr>
          <p:cNvSpPr txBox="1"/>
          <p:nvPr/>
        </p:nvSpPr>
        <p:spPr>
          <a:xfrm>
            <a:off x="533731" y="1929311"/>
            <a:ext cx="1635480" cy="646331"/>
          </a:xfrm>
          <a:prstGeom prst="rect">
            <a:avLst/>
          </a:prstGeom>
          <a:solidFill>
            <a:srgbClr val="7030A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Neutrals To Cola</a:t>
            </a:r>
          </a:p>
          <a:p>
            <a:pPr algn="ctr">
              <a:defRPr/>
            </a:pPr>
            <a:r>
              <a:rPr lang="en-US" sz="1400" b="1" kern="0" dirty="0">
                <a:solidFill>
                  <a:prstClr val="white"/>
                </a:solidFill>
                <a:latin typeface="Avenir Next LT Pro" panose="020B0504020202020204" pitchFamily="34" charset="0"/>
              </a:rPr>
              <a:t>N ~ 154 per Product</a:t>
            </a:r>
          </a:p>
        </p:txBody>
      </p:sp>
      <p:sp>
        <p:nvSpPr>
          <p:cNvPr id="30" name="TextBox 29">
            <a:extLst>
              <a:ext uri="{FF2B5EF4-FFF2-40B4-BE49-F238E27FC236}">
                <a16:creationId xmlns:a16="http://schemas.microsoft.com/office/drawing/2014/main" id="{8E9A0662-A3FC-6817-B9F0-8B99F97050D4}"/>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58B8C5CF-744F-A12C-301C-27849D8DC63D}"/>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88401D6C-E68F-CEC0-A9CE-291FC1B6A2E3}"/>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D010DC7D-2332-CECF-ED57-9CE6880BAB12}"/>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696FBCE9-A0FE-28A5-D57E-63AD4391F4E7}"/>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BB8AF7BC-B08F-7D4F-AA4F-75DAABB4CE23}"/>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261F19C2-2778-E3F9-B4CD-AD01B0ED1A0A}"/>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8A21DB98-403B-F400-17AC-41EC6A8C3A04}"/>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3839CB52-3055-0D94-889B-6691454D7F03}"/>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1643DD2F-8BC4-C0F2-C8AE-B2825BCD5088}"/>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54B4AE59-3596-D547-CD13-A557B52E66CA}"/>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96A4C864-A65A-40AF-D8ED-50B4D4E357A6}"/>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653122AC-2D4C-2711-8421-93C31CCF28B2}"/>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1518EF65-3E78-0223-1B8D-0D1E54728AB4}"/>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488B63F0-8D6B-1D08-938C-8C7D903F47BD}"/>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sp>
        <p:nvSpPr>
          <p:cNvPr id="6" name="TextBox 5">
            <a:extLst>
              <a:ext uri="{FF2B5EF4-FFF2-40B4-BE49-F238E27FC236}">
                <a16:creationId xmlns:a16="http://schemas.microsoft.com/office/drawing/2014/main" id="{BCD10CD1-3589-C272-BCAD-DA92C5926EE5}"/>
              </a:ext>
            </a:extLst>
          </p:cNvPr>
          <p:cNvSpPr txBox="1"/>
          <p:nvPr/>
        </p:nvSpPr>
        <p:spPr>
          <a:xfrm>
            <a:off x="12973536" y="2575642"/>
            <a:ext cx="903919" cy="523220"/>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AREF6 Mean</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9" name="TextBox 8">
            <a:extLst>
              <a:ext uri="{FF2B5EF4-FFF2-40B4-BE49-F238E27FC236}">
                <a16:creationId xmlns:a16="http://schemas.microsoft.com/office/drawing/2014/main" id="{D0CD4A3D-E742-8565-5987-FFE4F8F30D5F}"/>
              </a:ext>
            </a:extLst>
          </p:cNvPr>
          <p:cNvSpPr txBox="1"/>
          <p:nvPr/>
        </p:nvSpPr>
        <p:spPr>
          <a:xfrm>
            <a:off x="11668618" y="2575642"/>
            <a:ext cx="903919" cy="523220"/>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AREFR Mean</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0D5F4890-9951-D3AD-5DD6-443699CC839C}"/>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90082136-5010-DB59-3E54-FC9474C08AF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4EA19A0B-D10E-2000-E57D-174EEAB90D2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C1DC2E25-5AC9-C4A8-10E3-DE09AAD1B60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0F18CC70-B119-793E-1C3D-4621F0DEDB91}"/>
                </a:ext>
              </a:extLst>
            </p:cNvPr>
            <p:cNvPicPr>
              <a:picLocks noChangeAspect="1"/>
            </p:cNvPicPr>
            <p:nvPr/>
          </p:nvPicPr>
          <p:blipFill>
            <a:blip r:embed="rId4"/>
            <a:stretch>
              <a:fillRect/>
            </a:stretch>
          </p:blipFill>
          <p:spPr>
            <a:xfrm>
              <a:off x="8976350" y="421300"/>
              <a:ext cx="1404000" cy="1051290"/>
            </a:xfrm>
            <a:prstGeom prst="rect">
              <a:avLst/>
            </a:prstGeom>
          </p:spPr>
        </p:pic>
      </p:grpSp>
      <p:sp>
        <p:nvSpPr>
          <p:cNvPr id="25" name="Oval 24">
            <a:extLst>
              <a:ext uri="{FF2B5EF4-FFF2-40B4-BE49-F238E27FC236}">
                <a16:creationId xmlns:a16="http://schemas.microsoft.com/office/drawing/2014/main" id="{1CA88099-36D8-DD5B-53C7-767A061AB159}"/>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204648550"/>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55304C-4968-2B22-1466-A22DF403CF1B}"/>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8A621086-5944-7E84-39B7-6D7EA050D64B}"/>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7AC6C51A-35B6-3C94-0D93-97E5D18614D4}"/>
              </a:ext>
            </a:extLst>
          </p:cNvPr>
          <p:cNvSpPr>
            <a:spLocks noGrp="1"/>
          </p:cNvSpPr>
          <p:nvPr>
            <p:ph type="sldNum" sz="quarter" idx="14"/>
          </p:nvPr>
        </p:nvSpPr>
        <p:spPr/>
        <p:txBody>
          <a:bodyPr/>
          <a:lstStyle/>
          <a:p>
            <a:fld id="{9BBCFCA3-D307-4DD3-86E3-CC1388E97AC0}" type="slidenum">
              <a:rPr lang="en-US" smtClean="0"/>
              <a:pPr/>
              <a:t>201</a:t>
            </a:fld>
            <a:endParaRPr lang="en-US"/>
          </a:p>
        </p:txBody>
      </p:sp>
      <p:grpSp>
        <p:nvGrpSpPr>
          <p:cNvPr id="10" name="Group 9">
            <a:extLst>
              <a:ext uri="{FF2B5EF4-FFF2-40B4-BE49-F238E27FC236}">
                <a16:creationId xmlns:a16="http://schemas.microsoft.com/office/drawing/2014/main" id="{F0DA64F3-40E4-248E-EED7-D1C371F54304}"/>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940C5ECF-CD65-12A3-4F7D-0176E095A79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518D5038-60B4-7A72-06FF-43B4169ABC0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1A445EB5-17D9-871C-3960-8AE90B254FF3}"/>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00FF3A9A-07F0-8EFB-E9C6-B6AB4A00F6B2}"/>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C4BE4C93-F08D-B461-320C-D38963DA0954}"/>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087371AD-38B3-8731-8A85-5C64B30F9DC6}"/>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A933F92E-0C5C-22EC-08BD-BFFB8D90BF04}"/>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0B01ACE1-3AC4-C784-812A-ECC6735A0B63}"/>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E76F810E-B56A-2AAE-3BC3-989B84CA196D}"/>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A2741084-1080-C611-7746-566FADDFF4F1}"/>
              </a:ext>
            </a:extLst>
          </p:cNvPr>
          <p:cNvSpPr txBox="1"/>
          <p:nvPr/>
        </p:nvSpPr>
        <p:spPr>
          <a:xfrm>
            <a:off x="273131" y="2129673"/>
            <a:ext cx="2265531"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a:t>
            </a:r>
          </a:p>
        </p:txBody>
      </p:sp>
      <p:cxnSp>
        <p:nvCxnSpPr>
          <p:cNvPr id="7" name="Straight Connector 6">
            <a:extLst>
              <a:ext uri="{FF2B5EF4-FFF2-40B4-BE49-F238E27FC236}">
                <a16:creationId xmlns:a16="http://schemas.microsoft.com/office/drawing/2014/main" id="{4D019540-CBF7-C9EA-B045-41185CD9E3AC}"/>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28512E7A-2546-A84F-CA55-0295AA3A1148}"/>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4B50216B-813E-C0F3-D39F-8947957B6DBC}"/>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6" name="Group 5">
            <a:extLst>
              <a:ext uri="{FF2B5EF4-FFF2-40B4-BE49-F238E27FC236}">
                <a16:creationId xmlns:a16="http://schemas.microsoft.com/office/drawing/2014/main" id="{2F0A1D8E-579E-4297-0088-3EBCDC79683E}"/>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D17C6102-11A3-E0F1-DBEF-15D2231F70D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9B610FE3-5EA0-78C9-D857-359F09AA7F4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3251D811-B633-CE40-EF18-CE31BBC7DF2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C992FB92-E845-2601-67B9-3D9DB38A2E28}"/>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28143169"/>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BF2269-9CBF-DC9E-A22B-66C5EF2816DB}"/>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76621273-AF72-BE7C-D4F0-672D9D587382}"/>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8E98BABB-0297-81D1-8F98-1005B1157ED3}"/>
              </a:ext>
            </a:extLst>
          </p:cNvPr>
          <p:cNvGraphicFramePr>
            <a:graphicFrameLocks/>
          </p:cNvGraphicFramePr>
          <p:nvPr>
            <p:extLst>
              <p:ext uri="{D42A27DB-BD31-4B8C-83A1-F6EECF244321}">
                <p14:modId xmlns:p14="http://schemas.microsoft.com/office/powerpoint/2010/main" val="62700757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16F3E828-6C4D-A2BC-A08B-716D6345F6D3}"/>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BF6186CE-6C70-F3BA-212A-96EFCD685F46}"/>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1552AE55-5DA0-9126-9496-11E5796D5CA5}"/>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6A212493-7870-17B3-300F-E5EE086BB08E}"/>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3CCB2C0-20D7-7721-DBF2-0E98E1067F3A}"/>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72%</a:t>
              </a:r>
            </a:p>
            <a:p>
              <a:pPr defTabSz="548618">
                <a:defRPr/>
              </a:pPr>
              <a:r>
                <a:rPr lang="en-US" sz="1000" dirty="0">
                  <a:solidFill>
                    <a:srgbClr val="FFFFFF"/>
                  </a:solidFill>
                  <a:latin typeface="Avenir Next LT Pro" panose="020B0504020202020204" pitchFamily="34" charset="0"/>
                </a:rPr>
                <a:t>Overall Flavor			61%	</a:t>
              </a:r>
            </a:p>
            <a:p>
              <a:pPr defTabSz="548618">
                <a:defRPr/>
              </a:pPr>
              <a:r>
                <a:rPr lang="en-US" sz="1000" dirty="0">
                  <a:solidFill>
                    <a:srgbClr val="FFFFFF"/>
                  </a:solidFill>
                  <a:latin typeface="Avenir Next LT Pro" panose="020B0504020202020204" pitchFamily="34" charset="0"/>
                </a:rPr>
                <a:t>Cola Flavor			59%</a:t>
              </a:r>
            </a:p>
            <a:p>
              <a:pPr defTabSz="548618">
                <a:defRPr/>
              </a:pPr>
              <a:r>
                <a:rPr lang="en-US" sz="1000" dirty="0">
                  <a:solidFill>
                    <a:srgbClr val="FFFFFF"/>
                  </a:solidFill>
                  <a:latin typeface="Avenir Next LT Pro" panose="020B0504020202020204" pitchFamily="34" charset="0"/>
                </a:rPr>
                <a:t>Sweetness			65%</a:t>
              </a:r>
            </a:p>
            <a:p>
              <a:pPr defTabSz="548618">
                <a:defRPr/>
              </a:pPr>
              <a:r>
                <a:rPr lang="en-US" sz="1000" dirty="0">
                  <a:solidFill>
                    <a:srgbClr val="FFFFFF"/>
                  </a:solidFill>
                  <a:latin typeface="Avenir Next LT Pro" panose="020B0504020202020204" pitchFamily="34" charset="0"/>
                </a:rPr>
                <a:t>Sourness 			72%</a:t>
              </a:r>
            </a:p>
            <a:p>
              <a:pPr defTabSz="548618">
                <a:defRPr/>
              </a:pPr>
              <a:r>
                <a:rPr lang="en-US" sz="1000" dirty="0">
                  <a:solidFill>
                    <a:srgbClr val="FFFFFF"/>
                  </a:solidFill>
                  <a:latin typeface="Avenir Next LT Pro" panose="020B0504020202020204" pitchFamily="34" charset="0"/>
                </a:rPr>
                <a:t>Mouthfeel			78%</a:t>
              </a:r>
            </a:p>
            <a:p>
              <a:pPr defTabSz="548618">
                <a:defRPr/>
              </a:pPr>
              <a:r>
                <a:rPr lang="en-US" sz="1000" dirty="0">
                  <a:solidFill>
                    <a:srgbClr val="FFFFFF"/>
                  </a:solidFill>
                  <a:latin typeface="Avenir Next LT Pro" panose="020B0504020202020204" pitchFamily="34" charset="0"/>
                </a:rPr>
                <a:t>Carbonation			67%</a:t>
              </a:r>
            </a:p>
          </p:txBody>
        </p:sp>
      </p:grpSp>
      <p:sp>
        <p:nvSpPr>
          <p:cNvPr id="4" name="Slide Number Placeholder 3">
            <a:extLst>
              <a:ext uri="{FF2B5EF4-FFF2-40B4-BE49-F238E27FC236}">
                <a16:creationId xmlns:a16="http://schemas.microsoft.com/office/drawing/2014/main" id="{18899099-4365-B28D-CDB7-65E2ED3A461F}"/>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202</a:t>
            </a:fld>
            <a:endParaRPr lang="en-US">
              <a:solidFill>
                <a:srgbClr val="52565E"/>
              </a:solidFill>
              <a:latin typeface="Unity"/>
            </a:endParaRPr>
          </a:p>
        </p:txBody>
      </p:sp>
      <p:grpSp>
        <p:nvGrpSpPr>
          <p:cNvPr id="10" name="Group 9">
            <a:extLst>
              <a:ext uri="{FF2B5EF4-FFF2-40B4-BE49-F238E27FC236}">
                <a16:creationId xmlns:a16="http://schemas.microsoft.com/office/drawing/2014/main" id="{45960813-21AA-C3EB-A67C-F22B452EA4C6}"/>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078263E7-2761-2ACA-96AB-84D093BB8227}"/>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2ECAA8F-74AC-5345-B354-3357DE092FE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C6D89383-2B86-4FE3-2333-F822B8557697}"/>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447D3C39-2FE7-CEC4-2C75-3DC89E7EB293}"/>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F8F0F67F-C386-A8AA-7E19-1E650E5883FC}"/>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EFA8586A-EEA5-9F3F-2132-ABFA0C1403F8}"/>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91A0CDD8-D056-A0FC-708F-2609CDC2054B}"/>
              </a:ext>
            </a:extLst>
          </p:cNvPr>
          <p:cNvSpPr txBox="1"/>
          <p:nvPr/>
        </p:nvSpPr>
        <p:spPr>
          <a:xfrm>
            <a:off x="12147180" y="3601142"/>
            <a:ext cx="2392968" cy="2308324"/>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Product JAR Scores:</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AROMA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AFLV</a:t>
            </a:r>
            <a:r>
              <a:rPr lang="en-US" b="1" dirty="0">
                <a:solidFill>
                  <a:srgbClr val="F40009"/>
                </a:solidFill>
                <a:latin typeface="Avenir Next LT Pro" panose="020B0504020202020204" pitchFamily="34" charset="0"/>
              </a:rPr>
              <a:t>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ACOFV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lvl="0" algn="r">
              <a:defRPr/>
            </a:pPr>
            <a:r>
              <a:rPr lang="en-US" b="1" dirty="0">
                <a:solidFill>
                  <a:srgbClr val="F40009"/>
                </a:solidFill>
                <a:latin typeface="Avenir Next LT Pro" panose="020B0504020202020204" pitchFamily="34" charset="0"/>
              </a:rPr>
              <a:t>ASWEE Punch 3</a:t>
            </a:r>
            <a:br>
              <a:rPr lang="en-US" b="1" dirty="0">
                <a:solidFill>
                  <a:srgbClr val="F40009"/>
                </a:solidFill>
                <a:latin typeface="Avenir Next LT Pro" panose="020B0504020202020204" pitchFamily="34" charset="0"/>
              </a:rPr>
            </a:br>
            <a:r>
              <a:rPr lang="en-US" b="1" dirty="0">
                <a:solidFill>
                  <a:srgbClr val="F40009"/>
                </a:solidFill>
                <a:latin typeface="Avenir Next LT Pro" panose="020B0504020202020204" pitchFamily="34" charset="0"/>
              </a:rPr>
              <a:t>ASOUR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AMOUT </a:t>
            </a:r>
            <a:r>
              <a:rPr lang="en-US" b="1" dirty="0">
                <a:solidFill>
                  <a:srgbClr val="F40009"/>
                </a:solidFill>
                <a:latin typeface="Avenir Next LT Pro" panose="020B0504020202020204" pitchFamily="34" charset="0"/>
              </a:rPr>
              <a:t>Punch 3</a:t>
            </a:r>
            <a:b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b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ACARB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15" name="Group 14">
            <a:extLst>
              <a:ext uri="{FF2B5EF4-FFF2-40B4-BE49-F238E27FC236}">
                <a16:creationId xmlns:a16="http://schemas.microsoft.com/office/drawing/2014/main" id="{E4D2C0A0-4EEF-608D-59E9-763EDB83F16E}"/>
              </a:ext>
            </a:extLst>
          </p:cNvPr>
          <p:cNvGrpSpPr/>
          <p:nvPr/>
        </p:nvGrpSpPr>
        <p:grpSpPr>
          <a:xfrm>
            <a:off x="8684218" y="94368"/>
            <a:ext cx="5855930" cy="1551678"/>
            <a:chOff x="8684218" y="94368"/>
            <a:chExt cx="5855930" cy="1551678"/>
          </a:xfrm>
        </p:grpSpPr>
        <p:sp>
          <p:nvSpPr>
            <p:cNvPr id="16" name="Rectangle 15">
              <a:extLst>
                <a:ext uri="{FF2B5EF4-FFF2-40B4-BE49-F238E27FC236}">
                  <a16:creationId xmlns:a16="http://schemas.microsoft.com/office/drawing/2014/main" id="{005300CF-BE5D-126E-0145-9690862AA83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54745142-A553-9605-AF69-8E5BEFFBC73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EA34B85A-515C-C7DD-33CD-30F0AB23471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CE6F5BD6-CB97-286B-1AF8-C116BDA758F5}"/>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5" name="Oval 4">
            <a:extLst>
              <a:ext uri="{FF2B5EF4-FFF2-40B4-BE49-F238E27FC236}">
                <a16:creationId xmlns:a16="http://schemas.microsoft.com/office/drawing/2014/main" id="{00DF856C-2754-3928-209B-C0E56CF01345}"/>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4026367712"/>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E39F8-1EA0-39A4-E5FB-F46BFDE2E50B}"/>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6745F86F-9FEE-9F9A-160A-2C2CB3A43370}"/>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AFC5949B-3259-8A01-8079-B6BE833B3070}"/>
              </a:ext>
            </a:extLst>
          </p:cNvPr>
          <p:cNvGraphicFramePr>
            <a:graphicFrameLocks/>
          </p:cNvGraphicFramePr>
          <p:nvPr>
            <p:extLst>
              <p:ext uri="{D42A27DB-BD31-4B8C-83A1-F6EECF244321}">
                <p14:modId xmlns:p14="http://schemas.microsoft.com/office/powerpoint/2010/main" val="1184254840"/>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C6957CC1-7B17-0B85-4C7E-5987418E4A0F}"/>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7A591ABD-2F6C-FA9B-6759-ACCFCD2630D0}"/>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4E5DB8F3-25C9-F1B4-D1B0-E30B4AD88FDF}"/>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522D7031-06F4-DB9A-B6FD-CC7CC63940EA}"/>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0C775D35-9995-B5AD-7CF7-E953B8B55DB9}"/>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67%	</a:t>
              </a:r>
            </a:p>
            <a:p>
              <a:pPr defTabSz="548618">
                <a:defRPr/>
              </a:pPr>
              <a:r>
                <a:rPr lang="en-US" sz="1000" dirty="0">
                  <a:solidFill>
                    <a:srgbClr val="FFFFFF"/>
                  </a:solidFill>
                  <a:latin typeface="Avenir Next LT Pro" panose="020B0504020202020204" pitchFamily="34" charset="0"/>
                </a:rPr>
                <a:t>Cola Flavor			65%</a:t>
              </a:r>
            </a:p>
            <a:p>
              <a:pPr defTabSz="548618">
                <a:defRPr/>
              </a:pPr>
              <a:r>
                <a:rPr lang="en-US" sz="1000" dirty="0">
                  <a:solidFill>
                    <a:srgbClr val="FFFFFF"/>
                  </a:solidFill>
                  <a:latin typeface="Avenir Next LT Pro" panose="020B0504020202020204" pitchFamily="34" charset="0"/>
                </a:rPr>
                <a:t>Sweetness			68%</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84%</a:t>
              </a:r>
            </a:p>
            <a:p>
              <a:pPr defTabSz="548618">
                <a:defRPr/>
              </a:pPr>
              <a:r>
                <a:rPr lang="en-US" sz="1000" dirty="0">
                  <a:solidFill>
                    <a:srgbClr val="FFFFFF"/>
                  </a:solidFill>
                  <a:latin typeface="Avenir Next LT Pro" panose="020B0504020202020204" pitchFamily="34" charset="0"/>
                </a:rPr>
                <a:t>Carbonation			69%</a:t>
              </a:r>
            </a:p>
          </p:txBody>
        </p:sp>
      </p:grpSp>
      <p:sp>
        <p:nvSpPr>
          <p:cNvPr id="4" name="Slide Number Placeholder 3">
            <a:extLst>
              <a:ext uri="{FF2B5EF4-FFF2-40B4-BE49-F238E27FC236}">
                <a16:creationId xmlns:a16="http://schemas.microsoft.com/office/drawing/2014/main" id="{FDBE81CC-4EE6-235B-44FC-CF4C3E3A7179}"/>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203</a:t>
            </a:fld>
            <a:endParaRPr lang="en-US">
              <a:solidFill>
                <a:srgbClr val="52565E"/>
              </a:solidFill>
              <a:latin typeface="Unity"/>
            </a:endParaRPr>
          </a:p>
        </p:txBody>
      </p:sp>
      <p:grpSp>
        <p:nvGrpSpPr>
          <p:cNvPr id="10" name="Group 9">
            <a:extLst>
              <a:ext uri="{FF2B5EF4-FFF2-40B4-BE49-F238E27FC236}">
                <a16:creationId xmlns:a16="http://schemas.microsoft.com/office/drawing/2014/main" id="{FB823BA3-9D64-754B-2A63-50B71916E076}"/>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7981DD71-1239-FC13-23BB-9AA7D5CA60AD}"/>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4621B76-26AD-F9DC-2F6C-79CEB3FC394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4298E1AF-0D55-A8B5-F505-B70AE180FF79}"/>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52E4E2B8-62EE-7ED6-ACEE-6804B2222085}"/>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DC77E454-8958-E238-2FDF-54C81B6C2C17}"/>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362BFB0C-2FD8-B2AE-E85F-9F63264A0131}"/>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9474021F-5FA5-F3F9-A6FA-E00809A464E0}"/>
              </a:ext>
            </a:extLst>
          </p:cNvPr>
          <p:cNvSpPr txBox="1"/>
          <p:nvPr/>
        </p:nvSpPr>
        <p:spPr>
          <a:xfrm>
            <a:off x="12039344" y="3777846"/>
            <a:ext cx="2392968" cy="2308324"/>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Product JAR Scores:</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AROMA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AFLV</a:t>
            </a:r>
            <a:r>
              <a:rPr lang="en-US" b="1" dirty="0">
                <a:solidFill>
                  <a:srgbClr val="F40009"/>
                </a:solidFill>
                <a:latin typeface="Avenir Next LT Pro" panose="020B0504020202020204" pitchFamily="34" charset="0"/>
              </a:rPr>
              <a:t>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ACOFV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lvl="0" algn="r">
              <a:defRPr/>
            </a:pPr>
            <a:r>
              <a:rPr lang="en-US" b="1" dirty="0">
                <a:solidFill>
                  <a:srgbClr val="F40009"/>
                </a:solidFill>
                <a:latin typeface="Avenir Next LT Pro" panose="020B0504020202020204" pitchFamily="34" charset="0"/>
              </a:rPr>
              <a:t>ASWEE Punch 3</a:t>
            </a:r>
            <a:br>
              <a:rPr lang="en-US" b="1" dirty="0">
                <a:solidFill>
                  <a:srgbClr val="F40009"/>
                </a:solidFill>
                <a:latin typeface="Avenir Next LT Pro" panose="020B0504020202020204" pitchFamily="34" charset="0"/>
              </a:rPr>
            </a:br>
            <a:r>
              <a:rPr lang="en-US" b="1" dirty="0">
                <a:solidFill>
                  <a:srgbClr val="F40009"/>
                </a:solidFill>
                <a:latin typeface="Avenir Next LT Pro" panose="020B0504020202020204" pitchFamily="34" charset="0"/>
              </a:rPr>
              <a:t>ASOUR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AMOUT </a:t>
            </a:r>
            <a:r>
              <a:rPr lang="en-US" b="1" dirty="0">
                <a:solidFill>
                  <a:srgbClr val="F40009"/>
                </a:solidFill>
                <a:latin typeface="Avenir Next LT Pro" panose="020B0504020202020204" pitchFamily="34" charset="0"/>
              </a:rPr>
              <a:t>Punch 3</a:t>
            </a:r>
            <a:b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b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ACARB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7" name="Group 6">
            <a:extLst>
              <a:ext uri="{FF2B5EF4-FFF2-40B4-BE49-F238E27FC236}">
                <a16:creationId xmlns:a16="http://schemas.microsoft.com/office/drawing/2014/main" id="{92E976BC-11D1-A018-10B9-457C461623EC}"/>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242F5992-70D3-08BD-1627-1D0D9889D92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BA9AC371-9516-5F88-AC73-530971526EA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B470487F-34FF-15E9-64D3-8B900527DBB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B5CCAC7A-8B9B-2E01-B64B-4C09DD9C9613}"/>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4" name="Oval 13">
            <a:extLst>
              <a:ext uri="{FF2B5EF4-FFF2-40B4-BE49-F238E27FC236}">
                <a16:creationId xmlns:a16="http://schemas.microsoft.com/office/drawing/2014/main" id="{1B3B040A-29E2-2F95-2FBD-2F505EC33178}"/>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736763764"/>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07AAB1-1370-9749-BC6F-122A4B254121}"/>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BA5AEB80-38AB-66F8-58EA-E6AF71782280}"/>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FB7C0961-ABED-02CC-A0BD-374AA24A36CF}"/>
              </a:ext>
            </a:extLst>
          </p:cNvPr>
          <p:cNvGraphicFramePr>
            <a:graphicFrameLocks/>
          </p:cNvGraphicFramePr>
          <p:nvPr>
            <p:extLst>
              <p:ext uri="{D42A27DB-BD31-4B8C-83A1-F6EECF244321}">
                <p14:modId xmlns:p14="http://schemas.microsoft.com/office/powerpoint/2010/main" val="3583391426"/>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DE6E468F-407B-467F-96AB-7264832ADAC0}"/>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828CC8BF-A167-079D-5FFA-89F9BC72CA77}"/>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EDBBCBF6-C735-C57B-26B9-EC1340645A15}"/>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BB9598E0-03CB-8DC0-DB77-905201AA5E49}"/>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3FFCA0E-6B84-72CF-CC12-E2BF828C1F96}"/>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70%</a:t>
              </a:r>
            </a:p>
            <a:p>
              <a:pPr defTabSz="548618">
                <a:defRPr/>
              </a:pPr>
              <a:r>
                <a:rPr lang="en-US" sz="1000" dirty="0">
                  <a:solidFill>
                    <a:srgbClr val="FFFFFF"/>
                  </a:solidFill>
                  <a:latin typeface="Avenir Next LT Pro" panose="020B0504020202020204" pitchFamily="34" charset="0"/>
                </a:rPr>
                <a:t>Overall Flavor			69%	</a:t>
              </a:r>
            </a:p>
            <a:p>
              <a:pPr defTabSz="548618">
                <a:defRPr/>
              </a:pPr>
              <a:r>
                <a:rPr lang="en-US" sz="1000" dirty="0">
                  <a:solidFill>
                    <a:srgbClr val="FFFFFF"/>
                  </a:solidFill>
                  <a:latin typeface="Avenir Next LT Pro" panose="020B0504020202020204" pitchFamily="34" charset="0"/>
                </a:rPr>
                <a:t>Cola Flavor			66%</a:t>
              </a:r>
            </a:p>
            <a:p>
              <a:pPr defTabSz="548618">
                <a:defRPr/>
              </a:pPr>
              <a:r>
                <a:rPr lang="en-US" sz="1000" dirty="0">
                  <a:solidFill>
                    <a:srgbClr val="FFFFFF"/>
                  </a:solidFill>
                  <a:latin typeface="Avenir Next LT Pro" panose="020B0504020202020204" pitchFamily="34" charset="0"/>
                </a:rPr>
                <a:t>Sweetness			65%</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84%</a:t>
              </a:r>
            </a:p>
            <a:p>
              <a:pPr defTabSz="548618">
                <a:defRPr/>
              </a:pPr>
              <a:r>
                <a:rPr lang="en-US" sz="1000" dirty="0">
                  <a:solidFill>
                    <a:srgbClr val="FFFFFF"/>
                  </a:solidFill>
                  <a:latin typeface="Avenir Next LT Pro" panose="020B0504020202020204" pitchFamily="34" charset="0"/>
                </a:rPr>
                <a:t>Carbonation			65%</a:t>
              </a:r>
            </a:p>
          </p:txBody>
        </p:sp>
      </p:grpSp>
      <p:sp>
        <p:nvSpPr>
          <p:cNvPr id="4" name="Slide Number Placeholder 3">
            <a:extLst>
              <a:ext uri="{FF2B5EF4-FFF2-40B4-BE49-F238E27FC236}">
                <a16:creationId xmlns:a16="http://schemas.microsoft.com/office/drawing/2014/main" id="{35C6B02A-FFE0-6A90-9DF7-022DDE4D7CC2}"/>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204</a:t>
            </a:fld>
            <a:endParaRPr lang="en-US">
              <a:solidFill>
                <a:srgbClr val="52565E"/>
              </a:solidFill>
              <a:latin typeface="Unity"/>
            </a:endParaRPr>
          </a:p>
        </p:txBody>
      </p:sp>
      <p:grpSp>
        <p:nvGrpSpPr>
          <p:cNvPr id="10" name="Group 9">
            <a:extLst>
              <a:ext uri="{FF2B5EF4-FFF2-40B4-BE49-F238E27FC236}">
                <a16:creationId xmlns:a16="http://schemas.microsoft.com/office/drawing/2014/main" id="{9B194259-F80F-77F4-E35F-29BD0EA6F8E0}"/>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C8AFCF7C-0E05-D59D-C3E9-2A54832E17EE}"/>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713474EC-E687-F986-2A8F-D4088E73E1F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F47C79FE-87AC-F82E-18F6-9D393270924D}"/>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7772D197-8C0C-EF5E-2017-BA1EE0C70E17}"/>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2F405534-CA49-509A-871F-AB83EA5F0E0A}"/>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B23C1F30-C233-4B43-89D1-BADD4D6B10AF}"/>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9B194FC2-95C5-691D-884D-01F8D712E93D}"/>
              </a:ext>
            </a:extLst>
          </p:cNvPr>
          <p:cNvSpPr txBox="1"/>
          <p:nvPr/>
        </p:nvSpPr>
        <p:spPr>
          <a:xfrm>
            <a:off x="12039344" y="3815048"/>
            <a:ext cx="2392968" cy="2308324"/>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Product JAR Scores:</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AROMA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AFLV</a:t>
            </a:r>
            <a:r>
              <a:rPr lang="en-US" b="1" dirty="0">
                <a:solidFill>
                  <a:srgbClr val="F40009"/>
                </a:solidFill>
                <a:latin typeface="Avenir Next LT Pro" panose="020B0504020202020204" pitchFamily="34" charset="0"/>
              </a:rPr>
              <a:t>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ACOFV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lvl="0" algn="r">
              <a:defRPr/>
            </a:pPr>
            <a:r>
              <a:rPr lang="en-US" b="1" dirty="0">
                <a:solidFill>
                  <a:srgbClr val="F40009"/>
                </a:solidFill>
                <a:latin typeface="Avenir Next LT Pro" panose="020B0504020202020204" pitchFamily="34" charset="0"/>
              </a:rPr>
              <a:t>ASWEE Punch 3</a:t>
            </a:r>
            <a:br>
              <a:rPr lang="en-US" b="1" dirty="0">
                <a:solidFill>
                  <a:srgbClr val="F40009"/>
                </a:solidFill>
                <a:latin typeface="Avenir Next LT Pro" panose="020B0504020202020204" pitchFamily="34" charset="0"/>
              </a:rPr>
            </a:br>
            <a:r>
              <a:rPr lang="en-US" b="1" dirty="0">
                <a:solidFill>
                  <a:srgbClr val="F40009"/>
                </a:solidFill>
                <a:latin typeface="Avenir Next LT Pro" panose="020B0504020202020204" pitchFamily="34" charset="0"/>
              </a:rPr>
              <a:t>ASOUR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AMOUT </a:t>
            </a:r>
            <a:r>
              <a:rPr lang="en-US" b="1" dirty="0">
                <a:solidFill>
                  <a:srgbClr val="F40009"/>
                </a:solidFill>
                <a:latin typeface="Avenir Next LT Pro" panose="020B0504020202020204" pitchFamily="34" charset="0"/>
              </a:rPr>
              <a:t>Punch 3</a:t>
            </a:r>
            <a:b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b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ACARB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7" name="Group 6">
            <a:extLst>
              <a:ext uri="{FF2B5EF4-FFF2-40B4-BE49-F238E27FC236}">
                <a16:creationId xmlns:a16="http://schemas.microsoft.com/office/drawing/2014/main" id="{0257C6F2-76B4-D35C-141B-3F34CAEE9152}"/>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5DEE6B65-4CEE-9000-BAC9-4C7476F3022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DBD0D4C1-6DCD-CCCA-D1CD-1A6E98C4C22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A6DDBB59-A915-269E-A05D-9A55C3DB006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3CAFCEF-FD6D-0FD7-40F9-B8B93FB8576E}"/>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4" name="Oval 13">
            <a:extLst>
              <a:ext uri="{FF2B5EF4-FFF2-40B4-BE49-F238E27FC236}">
                <a16:creationId xmlns:a16="http://schemas.microsoft.com/office/drawing/2014/main" id="{FD161EA0-CAD0-D792-AA23-4A8AAC49E4D5}"/>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526190363"/>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3ED074-B3C5-D152-3EFE-CC279993E084}"/>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0EA2B139-DB0A-AF33-1FC4-5DED5E409307}"/>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702055DB-C361-A707-013C-5D7EFCFBC81D}"/>
              </a:ext>
            </a:extLst>
          </p:cNvPr>
          <p:cNvGraphicFramePr>
            <a:graphicFrameLocks/>
          </p:cNvGraphicFramePr>
          <p:nvPr>
            <p:extLst>
              <p:ext uri="{D42A27DB-BD31-4B8C-83A1-F6EECF244321}">
                <p14:modId xmlns:p14="http://schemas.microsoft.com/office/powerpoint/2010/main" val="1734347260"/>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1ABAC9F4-0BF0-ADE1-E306-17724F8540BA}"/>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D129F2CF-62C7-9B24-3C30-FB4BE45F7E54}"/>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05A3F412-B119-8965-2E5E-A6EBC162825C}"/>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8839DBCA-454A-BD3D-B56C-0C1BDE056AE3}"/>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BD5CC911-36A4-4934-0DA9-C72646178143}"/>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74%</a:t>
              </a:r>
            </a:p>
            <a:p>
              <a:pPr defTabSz="548618">
                <a:defRPr/>
              </a:pPr>
              <a:r>
                <a:rPr lang="en-US" sz="1000" dirty="0">
                  <a:solidFill>
                    <a:srgbClr val="FFFFFF"/>
                  </a:solidFill>
                  <a:latin typeface="Avenir Next LT Pro" panose="020B0504020202020204" pitchFamily="34" charset="0"/>
                </a:rPr>
                <a:t>Overall Flavor			55%	</a:t>
              </a:r>
            </a:p>
            <a:p>
              <a:pPr defTabSz="548618">
                <a:defRPr/>
              </a:pPr>
              <a:r>
                <a:rPr lang="en-US" sz="1000" dirty="0">
                  <a:solidFill>
                    <a:srgbClr val="FFFFFF"/>
                  </a:solidFill>
                  <a:latin typeface="Avenir Next LT Pro" panose="020B0504020202020204" pitchFamily="34" charset="0"/>
                </a:rPr>
                <a:t>Cola Flavor			51%</a:t>
              </a:r>
            </a:p>
            <a:p>
              <a:pPr defTabSz="548618">
                <a:defRPr/>
              </a:pPr>
              <a:r>
                <a:rPr lang="en-US" sz="1000" dirty="0">
                  <a:solidFill>
                    <a:srgbClr val="FFFFFF"/>
                  </a:solidFill>
                  <a:latin typeface="Avenir Next LT Pro" panose="020B0504020202020204" pitchFamily="34" charset="0"/>
                </a:rPr>
                <a:t>Sweetness			63%</a:t>
              </a:r>
            </a:p>
            <a:p>
              <a:pPr defTabSz="548618">
                <a:defRPr/>
              </a:pPr>
              <a:r>
                <a:rPr lang="en-US" sz="1000" dirty="0">
                  <a:solidFill>
                    <a:srgbClr val="FFFFFF"/>
                  </a:solidFill>
                  <a:latin typeface="Avenir Next LT Pro" panose="020B0504020202020204" pitchFamily="34" charset="0"/>
                </a:rPr>
                <a:t>Sourness 			78%</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57%</a:t>
              </a:r>
            </a:p>
          </p:txBody>
        </p:sp>
      </p:grpSp>
      <p:sp>
        <p:nvSpPr>
          <p:cNvPr id="4" name="Slide Number Placeholder 3">
            <a:extLst>
              <a:ext uri="{FF2B5EF4-FFF2-40B4-BE49-F238E27FC236}">
                <a16:creationId xmlns:a16="http://schemas.microsoft.com/office/drawing/2014/main" id="{B78AD108-DFD8-693E-BEC8-22903AC68E6E}"/>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205</a:t>
            </a:fld>
            <a:endParaRPr lang="en-US">
              <a:solidFill>
                <a:srgbClr val="52565E"/>
              </a:solidFill>
              <a:latin typeface="Unity"/>
            </a:endParaRPr>
          </a:p>
        </p:txBody>
      </p:sp>
      <p:grpSp>
        <p:nvGrpSpPr>
          <p:cNvPr id="10" name="Group 9">
            <a:extLst>
              <a:ext uri="{FF2B5EF4-FFF2-40B4-BE49-F238E27FC236}">
                <a16:creationId xmlns:a16="http://schemas.microsoft.com/office/drawing/2014/main" id="{7C8D9D48-5EC4-996F-3399-161F59BB0D40}"/>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6FFC3E80-825E-66A8-DDC2-F1B0675B0708}"/>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1914BBF-F4C3-C556-28B6-F503C422334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402945B3-724E-6FC4-98FD-10614CB74FAF}"/>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67A0A193-8671-336C-A87D-F4B9E3BBF7DD}"/>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3C7E00EB-6114-4335-109F-F45D3F1C2EFA}"/>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A1B113DE-6C35-FCC0-12A3-10D6E0C2EE40}"/>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1934915D-7C66-5531-6274-E9188F614178}"/>
              </a:ext>
            </a:extLst>
          </p:cNvPr>
          <p:cNvSpPr txBox="1"/>
          <p:nvPr/>
        </p:nvSpPr>
        <p:spPr>
          <a:xfrm>
            <a:off x="11982436" y="3695618"/>
            <a:ext cx="2392968" cy="2308324"/>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Product JAR Scores:</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AROMA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AFLV</a:t>
            </a:r>
            <a:r>
              <a:rPr lang="en-US" b="1" dirty="0">
                <a:solidFill>
                  <a:srgbClr val="F40009"/>
                </a:solidFill>
                <a:latin typeface="Avenir Next LT Pro" panose="020B0504020202020204" pitchFamily="34" charset="0"/>
              </a:rPr>
              <a:t>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ACOFV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lvl="0" algn="r">
              <a:defRPr/>
            </a:pPr>
            <a:r>
              <a:rPr lang="en-US" b="1" dirty="0">
                <a:solidFill>
                  <a:srgbClr val="F40009"/>
                </a:solidFill>
                <a:latin typeface="Avenir Next LT Pro" panose="020B0504020202020204" pitchFamily="34" charset="0"/>
              </a:rPr>
              <a:t>ASWEE Punch 3</a:t>
            </a:r>
            <a:br>
              <a:rPr lang="en-US" b="1" dirty="0">
                <a:solidFill>
                  <a:srgbClr val="F40009"/>
                </a:solidFill>
                <a:latin typeface="Avenir Next LT Pro" panose="020B0504020202020204" pitchFamily="34" charset="0"/>
              </a:rPr>
            </a:br>
            <a:r>
              <a:rPr lang="en-US" b="1" dirty="0">
                <a:solidFill>
                  <a:srgbClr val="F40009"/>
                </a:solidFill>
                <a:latin typeface="Avenir Next LT Pro" panose="020B0504020202020204" pitchFamily="34" charset="0"/>
              </a:rPr>
              <a:t>ASOUR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AMOUT </a:t>
            </a:r>
            <a:r>
              <a:rPr lang="en-US" b="1" dirty="0">
                <a:solidFill>
                  <a:srgbClr val="F40009"/>
                </a:solidFill>
                <a:latin typeface="Avenir Next LT Pro" panose="020B0504020202020204" pitchFamily="34" charset="0"/>
              </a:rPr>
              <a:t>Punch 3</a:t>
            </a:r>
            <a:b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b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ACARB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7" name="Group 6">
            <a:extLst>
              <a:ext uri="{FF2B5EF4-FFF2-40B4-BE49-F238E27FC236}">
                <a16:creationId xmlns:a16="http://schemas.microsoft.com/office/drawing/2014/main" id="{725AF12F-2296-EC06-0B64-A83D57D5BF85}"/>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698DD8A3-14AC-E490-FBB0-F69A70B529F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F53654BF-E29E-4E27-8EC5-126CBE09150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39D09739-FA13-EC2A-EFBF-4A111F3ECCF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5A068502-BD9C-7B6D-EE8F-2C50C4672126}"/>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4" name="Oval 13">
            <a:extLst>
              <a:ext uri="{FF2B5EF4-FFF2-40B4-BE49-F238E27FC236}">
                <a16:creationId xmlns:a16="http://schemas.microsoft.com/office/drawing/2014/main" id="{AF8183A0-1A09-ABAB-F262-217C88608AEC}"/>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78045533"/>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78CA24-AEAB-7588-54F8-91764E4A6A5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663A608-6A39-7D03-5708-2043ADA33D89}"/>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C5FDBA9C-59CD-8CBC-20E9-9BB2B9765EE7}"/>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0F5B9B64-29B0-9F69-194E-0426B43350C5}"/>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12BCB447-3AFE-4AF5-8D45-C266D753DB7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19B5E019-A4D5-1093-1E60-0F77DA7D515F}"/>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FB7468A0-E613-F5B8-2A04-3164D7D213D2}"/>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2CECDF80-3026-36AE-9906-386C7E7B7DD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032120E6-6834-565C-DFA1-7DC087076E1D}"/>
                </a:ext>
              </a:extLst>
            </p:cNvPr>
            <p:cNvGraphicFramePr/>
            <p:nvPr>
              <p:extLst>
                <p:ext uri="{D42A27DB-BD31-4B8C-83A1-F6EECF244321}">
                  <p14:modId xmlns:p14="http://schemas.microsoft.com/office/powerpoint/2010/main" val="1042560627"/>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36E64FEE-EF4F-BA5A-3BD6-2A9F03730AFF}"/>
                </a:ext>
              </a:extLst>
            </p:cNvPr>
            <p:cNvSpPr txBox="1"/>
            <p:nvPr/>
          </p:nvSpPr>
          <p:spPr>
            <a:xfrm>
              <a:off x="2902880" y="2112425"/>
              <a:ext cx="1055441"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(First Sip)</a:t>
              </a:r>
            </a:p>
          </p:txBody>
        </p:sp>
      </p:grpSp>
      <p:pic>
        <p:nvPicPr>
          <p:cNvPr id="15" name="Picture 14">
            <a:extLst>
              <a:ext uri="{FF2B5EF4-FFF2-40B4-BE49-F238E27FC236}">
                <a16:creationId xmlns:a16="http://schemas.microsoft.com/office/drawing/2014/main" id="{398D2118-1DFF-6D60-088F-EB3E277DC781}"/>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D014F36E-17D2-2CBB-9900-4EF2FD8F9CFE}"/>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AC507240-721E-2C47-8B6F-C1D232FE21FA}"/>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12FBA03D-2079-83B2-ECCD-C05AD523DD13}"/>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EAF3984E-E25C-126B-011A-2EB1C070EDC9}"/>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1FB944E7-73C6-5E56-3AC5-2EF32C3DA726}"/>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0A840288-F6BB-64AD-42C6-5A6F75D25DB2}"/>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570B8811-94C5-4191-7B72-19282FEE03F2}"/>
              </a:ext>
            </a:extLst>
          </p:cNvPr>
          <p:cNvSpPr txBox="1"/>
          <p:nvPr/>
        </p:nvSpPr>
        <p:spPr>
          <a:xfrm>
            <a:off x="6245352" y="2520962"/>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16" name="TextBox 15">
            <a:extLst>
              <a:ext uri="{FF2B5EF4-FFF2-40B4-BE49-F238E27FC236}">
                <a16:creationId xmlns:a16="http://schemas.microsoft.com/office/drawing/2014/main" id="{2B71D92D-A527-B2E1-D1E6-63CCD38764AD}"/>
              </a:ext>
            </a:extLst>
          </p:cNvPr>
          <p:cNvSpPr txBox="1"/>
          <p:nvPr/>
        </p:nvSpPr>
        <p:spPr>
          <a:xfrm>
            <a:off x="2515607" y="3679828"/>
            <a:ext cx="6920654"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AFT2X CUSTOM REPERCENTAGE OF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GREEN : AFT2X CUSTOM REPERCENTAGE OF PUNCH 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lang="en-US" b="1" dirty="0">
                <a:solidFill>
                  <a:srgbClr val="F40009"/>
                </a:solidFill>
                <a:latin typeface="Avenir Next LT Pro" panose="020B0504020202020204" pitchFamily="34" charset="0"/>
              </a:rPr>
              <a:t>AFT2X CUSTOM REPERCENTAGE OF PUNCH 3</a:t>
            </a:r>
          </a:p>
        </p:txBody>
      </p:sp>
      <p:grpSp>
        <p:nvGrpSpPr>
          <p:cNvPr id="6" name="Group 5">
            <a:extLst>
              <a:ext uri="{FF2B5EF4-FFF2-40B4-BE49-F238E27FC236}">
                <a16:creationId xmlns:a16="http://schemas.microsoft.com/office/drawing/2014/main" id="{A4CF0DE6-2095-09E8-0C37-AA2717CA87A5}"/>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A276CB58-D852-AD91-D59D-E1228872BF6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D4B20E67-373C-CE70-0A1F-1202B568B5D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60E0D01C-7B89-B391-46EA-3AB55CD183C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60A3BACD-A821-E4A6-EB91-FC147322421D}"/>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8" name="Oval 7">
            <a:extLst>
              <a:ext uri="{FF2B5EF4-FFF2-40B4-BE49-F238E27FC236}">
                <a16:creationId xmlns:a16="http://schemas.microsoft.com/office/drawing/2014/main" id="{11E17C65-3BED-1599-36BA-1F09A9B1E00A}"/>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4068122494"/>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2A36F5-234A-C486-C0A7-E99865EB064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2C26E12-D298-624E-9691-3260C007495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AC9C1E5B-B4A3-99D7-2F07-F9D0290F0D9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08052A68-12C2-B23B-F2F8-1662D49BFB11}"/>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888B620-5F69-D627-6442-D40DB70AFD1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770F293A-F4F0-7194-64D4-A4C8F28408E1}"/>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17007813-9029-6FCF-1518-5E59F84B1E78}"/>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2C79F8D1-28DF-9649-741E-58070E66471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FC8CBA4B-A97B-7CDC-91E5-7CEF94932A97}"/>
                </a:ext>
              </a:extLst>
            </p:cNvPr>
            <p:cNvGraphicFramePr/>
            <p:nvPr>
              <p:extLst>
                <p:ext uri="{D42A27DB-BD31-4B8C-83A1-F6EECF244321}">
                  <p14:modId xmlns:p14="http://schemas.microsoft.com/office/powerpoint/2010/main" val="148396826"/>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111897C4-10B2-4F6B-9800-D8A8A8F78C6C}"/>
                </a:ext>
              </a:extLst>
            </p:cNvPr>
            <p:cNvSpPr txBox="1"/>
            <p:nvPr/>
          </p:nvSpPr>
          <p:spPr>
            <a:xfrm>
              <a:off x="2911965" y="2112425"/>
              <a:ext cx="1037270"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(Last Sip)</a:t>
              </a:r>
            </a:p>
          </p:txBody>
        </p:sp>
      </p:grpSp>
      <p:pic>
        <p:nvPicPr>
          <p:cNvPr id="15" name="Picture 14">
            <a:extLst>
              <a:ext uri="{FF2B5EF4-FFF2-40B4-BE49-F238E27FC236}">
                <a16:creationId xmlns:a16="http://schemas.microsoft.com/office/drawing/2014/main" id="{D633A854-086D-FA7C-34CF-F7CF69FBC6BF}"/>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96DBB834-BDA8-A254-BBBE-EC64DF9515D1}"/>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832EF6A6-DF7D-1F02-19F5-8F915583893D}"/>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9D209D61-4BF7-864A-61DA-DACBE95B0C70}"/>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AD029016-0F9D-F3A7-1C56-4E1F183765B2}"/>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BFCFC803-F36D-76F7-164E-60F48BFD6134}"/>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F4C3C5FF-6AE7-5BFF-7B89-3E3B038EB9FD}"/>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93241884-7631-AB33-6FBA-294C91BC154C}"/>
              </a:ext>
            </a:extLst>
          </p:cNvPr>
          <p:cNvSpPr txBox="1"/>
          <p:nvPr/>
        </p:nvSpPr>
        <p:spPr>
          <a:xfrm>
            <a:off x="6245352" y="2520962"/>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16" name="TextBox 15">
            <a:extLst>
              <a:ext uri="{FF2B5EF4-FFF2-40B4-BE49-F238E27FC236}">
                <a16:creationId xmlns:a16="http://schemas.microsoft.com/office/drawing/2014/main" id="{32A17470-9078-10C0-7E6F-3BE7633FB981}"/>
              </a:ext>
            </a:extLst>
          </p:cNvPr>
          <p:cNvSpPr txBox="1"/>
          <p:nvPr/>
        </p:nvSpPr>
        <p:spPr>
          <a:xfrm>
            <a:off x="2515607" y="3679828"/>
            <a:ext cx="6920654"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AFT4X CUSTOM REPERCENTAGE OF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GREEN : AFT4X CUSTOM REPERCENTAGE OF PUNCH 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lang="en-US" b="1" dirty="0">
                <a:solidFill>
                  <a:srgbClr val="F40009"/>
                </a:solidFill>
                <a:latin typeface="Avenir Next LT Pro" panose="020B0504020202020204" pitchFamily="34" charset="0"/>
              </a:rPr>
              <a:t>AFT4X CUSTOM REPERCENTAGE OF PUNCH 3</a:t>
            </a:r>
          </a:p>
        </p:txBody>
      </p:sp>
      <p:grpSp>
        <p:nvGrpSpPr>
          <p:cNvPr id="6" name="Group 5">
            <a:extLst>
              <a:ext uri="{FF2B5EF4-FFF2-40B4-BE49-F238E27FC236}">
                <a16:creationId xmlns:a16="http://schemas.microsoft.com/office/drawing/2014/main" id="{52685759-AD8A-9F26-065F-15C732973321}"/>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2764CFEB-0D5B-FCB0-EF86-BA362AFC4AE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B12AC846-900E-34FA-DE90-CC01645CA7D1}"/>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C305A134-2F94-3015-AB2C-4F64B49EA1A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4C0EE076-4CF1-C7CE-84FE-90FC67C707ED}"/>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8" name="Oval 7">
            <a:extLst>
              <a:ext uri="{FF2B5EF4-FFF2-40B4-BE49-F238E27FC236}">
                <a16:creationId xmlns:a16="http://schemas.microsoft.com/office/drawing/2014/main" id="{C3A9C17E-D2B6-91C3-FC4B-C77F343D8BA0}"/>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52509591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8F8ABA-55B4-D7AC-41E0-2ECB1E4D8A4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C5E1DEB-ED4B-3E39-EEE9-51535B6AE78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2C0C1954-2451-2E8B-D70D-06CDE646DF0F}"/>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994909D4-C97C-2B21-4429-B20499EDDEEE}"/>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CDAF4437-96AD-22AD-75DD-89F772EBD28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D2383917-DE25-F4FB-BC05-6965B7D1CE22}"/>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7D86A753-6370-341F-7E48-C5DDCA8A390B}"/>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58500888-6FF5-634C-8D7C-D4178FD4870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35DAE1BC-6BFA-DD9C-64FE-F8BC20C11DB5}"/>
                </a:ext>
              </a:extLst>
            </p:cNvPr>
            <p:cNvGraphicFramePr/>
            <p:nvPr>
              <p:extLst>
                <p:ext uri="{D42A27DB-BD31-4B8C-83A1-F6EECF244321}">
                  <p14:modId xmlns:p14="http://schemas.microsoft.com/office/powerpoint/2010/main" val="4034832792"/>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0D2E0A05-D2FD-1C60-1CC1-E15C27EAA670}"/>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2E021B78-A219-F223-178B-FF4071A40277}"/>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AEE8AA48-B5FE-C8DE-BA33-E65F28FB7F29}"/>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EF6ADDC2-C719-E1CA-0698-B5C5DF9A3ADA}"/>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B362FB9A-121C-92ED-78CE-B59A87133459}"/>
                </a:ext>
              </a:extLst>
            </p:cNvPr>
            <p:cNvGraphicFramePr/>
            <p:nvPr>
              <p:extLst>
                <p:ext uri="{D42A27DB-BD31-4B8C-83A1-F6EECF244321}">
                  <p14:modId xmlns:p14="http://schemas.microsoft.com/office/powerpoint/2010/main" val="1223199558"/>
                </p:ext>
              </p:extLst>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FB17A1A3-F51C-5C8A-93BE-6DAFA0E0C1D6}"/>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C33BECA2-393E-E97D-BF39-9CFDB09C8FC2}"/>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8A40974B-2DDC-0905-D9DF-C58DC9A17869}"/>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7EAFE69D-E3DD-6F0B-06A2-99B3F88BD56D}"/>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49DCF154-74BF-FDED-D7EF-3C86209AE87E}"/>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666E54D9-5117-D40F-ACC9-57393653D18D}"/>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8CE9ACC2-E374-820C-74D7-F5D43357E130}"/>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E1FB1077-7257-77B5-F5C0-28B46BA93AE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858FDDFA-70BF-D185-5884-FF0B99DB4846}"/>
                </a:ext>
              </a:extLst>
            </p:cNvPr>
            <p:cNvGraphicFramePr/>
            <p:nvPr>
              <p:extLst>
                <p:ext uri="{D42A27DB-BD31-4B8C-83A1-F6EECF244321}">
                  <p14:modId xmlns:p14="http://schemas.microsoft.com/office/powerpoint/2010/main" val="181417476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72833A94-E300-A20D-7ACC-BF348B6CC46F}"/>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FA139899-DFFF-B451-61A8-AEAE5818CE87}"/>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A66FC5F0-548F-2F0B-96B6-F366096253A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2163DC49-19BB-C8B9-DDA8-B616809920D8}"/>
                </a:ext>
              </a:extLst>
            </p:cNvPr>
            <p:cNvGraphicFramePr/>
            <p:nvPr>
              <p:extLst>
                <p:ext uri="{D42A27DB-BD31-4B8C-83A1-F6EECF244321}">
                  <p14:modId xmlns:p14="http://schemas.microsoft.com/office/powerpoint/2010/main" val="419922503"/>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307780DB-BBBD-17F6-BB21-F378C99C269C}"/>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7" name="TextBox 6">
            <a:extLst>
              <a:ext uri="{FF2B5EF4-FFF2-40B4-BE49-F238E27FC236}">
                <a16:creationId xmlns:a16="http://schemas.microsoft.com/office/drawing/2014/main" id="{8DA48360-91A5-42FA-39C8-D8B616A9BFCE}"/>
              </a:ext>
            </a:extLst>
          </p:cNvPr>
          <p:cNvSpPr txBox="1"/>
          <p:nvPr/>
        </p:nvSpPr>
        <p:spPr>
          <a:xfrm>
            <a:off x="67698" y="3286987"/>
            <a:ext cx="6920654"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AFT2X CUSTOM REPERCENTAGE OF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GREEN : AFT2X CUSTOM REPERCENTAGE OF PUNCH 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lang="en-US" b="1" dirty="0">
                <a:solidFill>
                  <a:srgbClr val="F40009"/>
                </a:solidFill>
                <a:latin typeface="Avenir Next LT Pro" panose="020B0504020202020204" pitchFamily="34" charset="0"/>
              </a:rPr>
              <a:t>AFT2X CUSTOM REPERCENTAGE OF PUNCH 3</a:t>
            </a:r>
          </a:p>
        </p:txBody>
      </p:sp>
      <p:sp>
        <p:nvSpPr>
          <p:cNvPr id="18" name="TextBox 17">
            <a:extLst>
              <a:ext uri="{FF2B5EF4-FFF2-40B4-BE49-F238E27FC236}">
                <a16:creationId xmlns:a16="http://schemas.microsoft.com/office/drawing/2014/main" id="{27AB86F5-B017-1C58-FE91-46DB8763434A}"/>
              </a:ext>
            </a:extLst>
          </p:cNvPr>
          <p:cNvSpPr txBox="1"/>
          <p:nvPr/>
        </p:nvSpPr>
        <p:spPr>
          <a:xfrm>
            <a:off x="7316181" y="3286987"/>
            <a:ext cx="6920654"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AFT4X CUSTOM REPERCENTAGE OF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GREEN : AFT4X CUSTOM REPERCENTAGE OF PUNCH 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lang="en-US" b="1" dirty="0">
                <a:solidFill>
                  <a:srgbClr val="F40009"/>
                </a:solidFill>
                <a:latin typeface="Avenir Next LT Pro" panose="020B0504020202020204" pitchFamily="34" charset="0"/>
              </a:rPr>
              <a:t>AFT4X CUSTOM REPERCENTAGE OF PUNCH 3</a:t>
            </a:r>
          </a:p>
        </p:txBody>
      </p:sp>
      <p:sp>
        <p:nvSpPr>
          <p:cNvPr id="26" name="TextBox 25">
            <a:extLst>
              <a:ext uri="{FF2B5EF4-FFF2-40B4-BE49-F238E27FC236}">
                <a16:creationId xmlns:a16="http://schemas.microsoft.com/office/drawing/2014/main" id="{D10268FA-3F0E-9E5B-CD38-987376BB9DA2}"/>
              </a:ext>
            </a:extLst>
          </p:cNvPr>
          <p:cNvSpPr txBox="1"/>
          <p:nvPr/>
        </p:nvSpPr>
        <p:spPr>
          <a:xfrm>
            <a:off x="5878078" y="2660177"/>
            <a:ext cx="2308497" cy="923330"/>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Data Info:</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First Sip = AFTR2X</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Last Sip = AFTR4X</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6" name="Group 5">
            <a:extLst>
              <a:ext uri="{FF2B5EF4-FFF2-40B4-BE49-F238E27FC236}">
                <a16:creationId xmlns:a16="http://schemas.microsoft.com/office/drawing/2014/main" id="{7905AB42-2ED1-6176-58C1-DE37293327E1}"/>
              </a:ext>
            </a:extLst>
          </p:cNvPr>
          <p:cNvGrpSpPr/>
          <p:nvPr/>
        </p:nvGrpSpPr>
        <p:grpSpPr>
          <a:xfrm>
            <a:off x="8684218" y="94368"/>
            <a:ext cx="5855930" cy="1551678"/>
            <a:chOff x="8684218" y="94368"/>
            <a:chExt cx="5855930" cy="1551678"/>
          </a:xfrm>
        </p:grpSpPr>
        <p:sp>
          <p:nvSpPr>
            <p:cNvPr id="17" name="Rectangle 16">
              <a:extLst>
                <a:ext uri="{FF2B5EF4-FFF2-40B4-BE49-F238E27FC236}">
                  <a16:creationId xmlns:a16="http://schemas.microsoft.com/office/drawing/2014/main" id="{4C138690-CD15-F773-65D6-6B924F355BE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4" name="TextBox 23">
              <a:extLst>
                <a:ext uri="{FF2B5EF4-FFF2-40B4-BE49-F238E27FC236}">
                  <a16:creationId xmlns:a16="http://schemas.microsoft.com/office/drawing/2014/main" id="{7A3031CD-977D-D8B9-DB8B-BA501FA1082E}"/>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1670306A-63AB-A899-0879-D049C2DB8E7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17ACAB1B-42E3-AA37-0EA3-63B3C8F8A28F}"/>
                </a:ext>
              </a:extLst>
            </p:cNvPr>
            <p:cNvPicPr>
              <a:picLocks noChangeAspect="1"/>
            </p:cNvPicPr>
            <p:nvPr/>
          </p:nvPicPr>
          <p:blipFill>
            <a:blip r:embed="rId9"/>
            <a:stretch>
              <a:fillRect/>
            </a:stretch>
          </p:blipFill>
          <p:spPr>
            <a:xfrm>
              <a:off x="8976350" y="421300"/>
              <a:ext cx="1404000" cy="1051290"/>
            </a:xfrm>
            <a:prstGeom prst="rect">
              <a:avLst/>
            </a:prstGeom>
          </p:spPr>
        </p:pic>
      </p:grpSp>
      <p:sp>
        <p:nvSpPr>
          <p:cNvPr id="38" name="Rectangle: Rounded Corners 37">
            <a:extLst>
              <a:ext uri="{FF2B5EF4-FFF2-40B4-BE49-F238E27FC236}">
                <a16:creationId xmlns:a16="http://schemas.microsoft.com/office/drawing/2014/main" id="{FD0EBB4F-E237-A9BB-2159-E6CC0EE54D76}"/>
              </a:ext>
            </a:extLst>
          </p:cNvPr>
          <p:cNvSpPr/>
          <p:nvPr/>
        </p:nvSpPr>
        <p:spPr>
          <a:xfrm>
            <a:off x="4300035" y="1762921"/>
            <a:ext cx="4389120" cy="327535"/>
          </a:xfrm>
          <a:prstGeom prst="roundRect">
            <a:avLst/>
          </a:prstGeom>
          <a:noFill/>
          <a:ln w="28575">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Neutrals To Cola (N=748)</a:t>
            </a:r>
          </a:p>
        </p:txBody>
      </p:sp>
      <p:sp>
        <p:nvSpPr>
          <p:cNvPr id="39" name="Oval 38">
            <a:extLst>
              <a:ext uri="{FF2B5EF4-FFF2-40B4-BE49-F238E27FC236}">
                <a16:creationId xmlns:a16="http://schemas.microsoft.com/office/drawing/2014/main" id="{17BCBC07-BAAE-BAEE-A1E0-E60FAF0F0337}"/>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4101944042"/>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F32FC9-A5E0-666D-7CB6-3CE89A754F5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04C4D3A-6DCA-7A72-099E-AF501D5960B0}"/>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BA62A3E9-2353-29D9-A2AA-7F12EBDE7F1D}"/>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53" name="Group 52">
            <a:extLst>
              <a:ext uri="{FF2B5EF4-FFF2-40B4-BE49-F238E27FC236}">
                <a16:creationId xmlns:a16="http://schemas.microsoft.com/office/drawing/2014/main" id="{0C669612-8284-F7A9-2E4D-4667B82E0AD0}"/>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982AFF51-D44D-EE8D-9AF6-CC4DA1F5127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9ED9F607-7F8B-F462-CD39-716374C88E41}"/>
                </a:ext>
              </a:extLst>
            </p:cNvPr>
            <p:cNvGraphicFramePr/>
            <p:nvPr>
              <p:extLst>
                <p:ext uri="{D42A27DB-BD31-4B8C-83A1-F6EECF244321}">
                  <p14:modId xmlns:p14="http://schemas.microsoft.com/office/powerpoint/2010/main" val="415900442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56" name="TextBox 55">
              <a:extLst>
                <a:ext uri="{FF2B5EF4-FFF2-40B4-BE49-F238E27FC236}">
                  <a16:creationId xmlns:a16="http://schemas.microsoft.com/office/drawing/2014/main" id="{DF60B6C6-ECD4-5E0B-41E5-42E24F3C8F9E}"/>
                </a:ext>
              </a:extLst>
            </p:cNvPr>
            <p:cNvSpPr txBox="1"/>
            <p:nvPr/>
          </p:nvSpPr>
          <p:spPr>
            <a:xfrm>
              <a:off x="2738928" y="205132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57" name="Table 56">
            <a:extLst>
              <a:ext uri="{FF2B5EF4-FFF2-40B4-BE49-F238E27FC236}">
                <a16:creationId xmlns:a16="http://schemas.microsoft.com/office/drawing/2014/main" id="{8EF6BD89-5CED-3F53-C800-8781F75BE093}"/>
              </a:ext>
            </a:extLst>
          </p:cNvPr>
          <p:cNvGraphicFramePr>
            <a:graphicFrameLocks noGrp="1"/>
          </p:cNvGraphicFramePr>
          <p:nvPr>
            <p:extLst>
              <p:ext uri="{D42A27DB-BD31-4B8C-83A1-F6EECF244321}">
                <p14:modId xmlns:p14="http://schemas.microsoft.com/office/powerpoint/2010/main" val="3884797815"/>
              </p:ext>
            </p:extLst>
          </p:nvPr>
        </p:nvGraphicFramePr>
        <p:xfrm>
          <a:off x="646199" y="2875125"/>
          <a:ext cx="10402768" cy="658368"/>
        </p:xfrm>
        <a:graphic>
          <a:graphicData uri="http://schemas.openxmlformats.org/drawingml/2006/table">
            <a:tbl>
              <a:tblPr firstRow="1" bandRow="1">
                <a:tableStyleId>{5940675A-B579-460E-94D1-54222C63F5DA}</a:tableStyleId>
              </a:tblPr>
              <a:tblGrid>
                <a:gridCol w="2017801">
                  <a:extLst>
                    <a:ext uri="{9D8B030D-6E8A-4147-A177-3AD203B41FA5}">
                      <a16:colId xmlns:a16="http://schemas.microsoft.com/office/drawing/2014/main" val="1775160107"/>
                    </a:ext>
                  </a:extLst>
                </a:gridCol>
                <a:gridCol w="2030400">
                  <a:extLst>
                    <a:ext uri="{9D8B030D-6E8A-4147-A177-3AD203B41FA5}">
                      <a16:colId xmlns:a16="http://schemas.microsoft.com/office/drawing/2014/main" val="1116568623"/>
                    </a:ext>
                  </a:extLst>
                </a:gridCol>
                <a:gridCol w="2073600">
                  <a:extLst>
                    <a:ext uri="{9D8B030D-6E8A-4147-A177-3AD203B41FA5}">
                      <a16:colId xmlns:a16="http://schemas.microsoft.com/office/drawing/2014/main" val="2398132556"/>
                    </a:ext>
                  </a:extLst>
                </a:gridCol>
                <a:gridCol w="1975474">
                  <a:extLst>
                    <a:ext uri="{9D8B030D-6E8A-4147-A177-3AD203B41FA5}">
                      <a16:colId xmlns:a16="http://schemas.microsoft.com/office/drawing/2014/main" val="831300297"/>
                    </a:ext>
                  </a:extLst>
                </a:gridCol>
                <a:gridCol w="2305493">
                  <a:extLst>
                    <a:ext uri="{9D8B030D-6E8A-4147-A177-3AD203B41FA5}">
                      <a16:colId xmlns:a16="http://schemas.microsoft.com/office/drawing/2014/main" val="278717131"/>
                    </a:ext>
                  </a:extLst>
                </a:gridCol>
              </a:tblGrid>
              <a:tr h="329184">
                <a:tc>
                  <a:txBody>
                    <a:bodyPr/>
                    <a:lstStyle/>
                    <a:p>
                      <a:r>
                        <a:rPr lang="en-US" sz="1400" b="1">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59%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a:solidFill>
                            <a:schemeClr val="tx1"/>
                          </a:solidFill>
                          <a:latin typeface="Avenir Next LT Pro" panose="020B0504020202020204" pitchFamily="34" charset="0"/>
                          <a:ea typeface="+mn-ea"/>
                          <a:cs typeface="+mn-cs"/>
                        </a:rPr>
                        <a:t>65%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58%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29184">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a:solidFill>
                            <a:schemeClr val="tx1"/>
                          </a:solidFill>
                          <a:latin typeface="Avenir Next LT Pro" panose="020B0504020202020204" pitchFamily="34" charset="0"/>
                          <a:ea typeface="+mn-ea"/>
                          <a:cs typeface="+mn-cs"/>
                        </a:rPr>
                        <a:t>24%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17%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16%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64" name="Rectangle 63">
            <a:extLst>
              <a:ext uri="{FF2B5EF4-FFF2-40B4-BE49-F238E27FC236}">
                <a16:creationId xmlns:a16="http://schemas.microsoft.com/office/drawing/2014/main" id="{A071B359-77EF-68C6-B01D-B02E4D6CD786}"/>
              </a:ext>
            </a:extLst>
          </p:cNvPr>
          <p:cNvSpPr/>
          <p:nvPr/>
        </p:nvSpPr>
        <p:spPr>
          <a:xfrm>
            <a:off x="11777634" y="2211029"/>
            <a:ext cx="219456" cy="219456"/>
          </a:xfrm>
          <a:prstGeom prst="rect">
            <a:avLst/>
          </a:prstGeom>
          <a:solidFill>
            <a:srgbClr val="3DA95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8A7A66F8-B744-793A-8E50-CF39FC1B8113}"/>
              </a:ext>
            </a:extLst>
          </p:cNvPr>
          <p:cNvSpPr/>
          <p:nvPr/>
        </p:nvSpPr>
        <p:spPr>
          <a:xfrm>
            <a:off x="11777634"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0FC4EA6D-3115-B579-F0FB-1A10FB2D6FF3}"/>
              </a:ext>
            </a:extLst>
          </p:cNvPr>
          <p:cNvSpPr/>
          <p:nvPr/>
        </p:nvSpPr>
        <p:spPr>
          <a:xfrm>
            <a:off x="11777634" y="2872496"/>
            <a:ext cx="219456" cy="219456"/>
          </a:xfrm>
          <a:prstGeom prst="rect">
            <a:avLst/>
          </a:prstGeom>
          <a:solidFill>
            <a:srgbClr val="FFEB9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4578A007-8E7F-8885-9585-BEC41E87B152}"/>
              </a:ext>
            </a:extLst>
          </p:cNvPr>
          <p:cNvSpPr/>
          <p:nvPr/>
        </p:nvSpPr>
        <p:spPr>
          <a:xfrm>
            <a:off x="11777634" y="3201412"/>
            <a:ext cx="219456" cy="219456"/>
          </a:xfrm>
          <a:prstGeom prst="rect">
            <a:avLst/>
          </a:prstGeom>
          <a:solidFill>
            <a:srgbClr val="FFC7C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D8B90B47-8EBF-DB8E-AE6F-939659B3E06F}"/>
              </a:ext>
            </a:extLst>
          </p:cNvPr>
          <p:cNvSpPr/>
          <p:nvPr/>
        </p:nvSpPr>
        <p:spPr>
          <a:xfrm>
            <a:off x="11776729"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11497B50-E7D5-392E-736C-1B25D48B0126}"/>
              </a:ext>
            </a:extLst>
          </p:cNvPr>
          <p:cNvSpPr txBox="1"/>
          <p:nvPr/>
        </p:nvSpPr>
        <p:spPr>
          <a:xfrm>
            <a:off x="5739064" y="2297712"/>
            <a:ext cx="2287336" cy="326898"/>
          </a:xfrm>
          <a:prstGeom prst="roundRect">
            <a:avLst/>
          </a:prstGeom>
          <a:solidFill>
            <a:srgbClr val="7030A0"/>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Neutrals To Cola </a:t>
            </a:r>
          </a:p>
        </p:txBody>
      </p:sp>
      <p:sp>
        <p:nvSpPr>
          <p:cNvPr id="70" name="Rectangle 69">
            <a:extLst>
              <a:ext uri="{FF2B5EF4-FFF2-40B4-BE49-F238E27FC236}">
                <a16:creationId xmlns:a16="http://schemas.microsoft.com/office/drawing/2014/main" id="{C6D19066-D482-D53D-8676-0449ED552DEC}"/>
              </a:ext>
            </a:extLst>
          </p:cNvPr>
          <p:cNvSpPr/>
          <p:nvPr/>
        </p:nvSpPr>
        <p:spPr>
          <a:xfrm>
            <a:off x="11776729" y="3530327"/>
            <a:ext cx="219456" cy="219456"/>
          </a:xfrm>
          <a:prstGeom prst="rect">
            <a:avLst/>
          </a:prstGeom>
          <a:solidFill>
            <a:srgbClr val="DE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5212903F-F36F-2F47-8594-DEDB4154B372}"/>
              </a:ext>
            </a:extLst>
          </p:cNvPr>
          <p:cNvSpPr txBox="1"/>
          <p:nvPr/>
        </p:nvSpPr>
        <p:spPr>
          <a:xfrm>
            <a:off x="11948481" y="2188055"/>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Buy</a:t>
            </a:r>
          </a:p>
        </p:txBody>
      </p:sp>
      <p:sp>
        <p:nvSpPr>
          <p:cNvPr id="72" name="TextBox 71">
            <a:extLst>
              <a:ext uri="{FF2B5EF4-FFF2-40B4-BE49-F238E27FC236}">
                <a16:creationId xmlns:a16="http://schemas.microsoft.com/office/drawing/2014/main" id="{65172F13-1058-7339-0F4F-EE527FA49630}"/>
              </a:ext>
            </a:extLst>
          </p:cNvPr>
          <p:cNvSpPr txBox="1"/>
          <p:nvPr/>
        </p:nvSpPr>
        <p:spPr>
          <a:xfrm>
            <a:off x="11948481" y="2519019"/>
            <a:ext cx="2141551" cy="258532"/>
          </a:xfrm>
          <a:prstGeom prst="rect">
            <a:avLst/>
          </a:prstGeom>
          <a:noFill/>
        </p:spPr>
        <p:txBody>
          <a:bodyPr wrap="square" rtlCol="0">
            <a:spAutoFit/>
          </a:bodyPr>
          <a:lstStyle/>
          <a:p>
            <a:r>
              <a:rPr lang="en-US" sz="1080">
                <a:latin typeface="Avenir Next LT Pro" panose="020B0504020202020204" pitchFamily="34" charset="0"/>
              </a:rPr>
              <a:t>Probably Would Buy</a:t>
            </a:r>
          </a:p>
        </p:txBody>
      </p:sp>
      <p:sp>
        <p:nvSpPr>
          <p:cNvPr id="73" name="TextBox 72">
            <a:extLst>
              <a:ext uri="{FF2B5EF4-FFF2-40B4-BE49-F238E27FC236}">
                <a16:creationId xmlns:a16="http://schemas.microsoft.com/office/drawing/2014/main" id="{967A831A-B0C4-F00B-A016-3EC88426F1B4}"/>
              </a:ext>
            </a:extLst>
          </p:cNvPr>
          <p:cNvSpPr txBox="1"/>
          <p:nvPr/>
        </p:nvSpPr>
        <p:spPr>
          <a:xfrm>
            <a:off x="11948481" y="2847396"/>
            <a:ext cx="2141551" cy="258532"/>
          </a:xfrm>
          <a:prstGeom prst="rect">
            <a:avLst/>
          </a:prstGeom>
          <a:noFill/>
        </p:spPr>
        <p:txBody>
          <a:bodyPr wrap="square" rtlCol="0">
            <a:spAutoFit/>
          </a:bodyPr>
          <a:lstStyle/>
          <a:p>
            <a:r>
              <a:rPr lang="en-US" sz="1080">
                <a:latin typeface="Avenir Next LT Pro" panose="020B0504020202020204" pitchFamily="34" charset="0"/>
              </a:rPr>
              <a:t>Maybe Would Buy</a:t>
            </a:r>
          </a:p>
        </p:txBody>
      </p:sp>
      <p:sp>
        <p:nvSpPr>
          <p:cNvPr id="74" name="TextBox 73">
            <a:extLst>
              <a:ext uri="{FF2B5EF4-FFF2-40B4-BE49-F238E27FC236}">
                <a16:creationId xmlns:a16="http://schemas.microsoft.com/office/drawing/2014/main" id="{316F6C08-6240-24CE-B1DD-32A1C3BDFFCB}"/>
              </a:ext>
            </a:extLst>
          </p:cNvPr>
          <p:cNvSpPr txBox="1"/>
          <p:nvPr/>
        </p:nvSpPr>
        <p:spPr>
          <a:xfrm>
            <a:off x="11948481" y="3190800"/>
            <a:ext cx="2141551" cy="258532"/>
          </a:xfrm>
          <a:prstGeom prst="rect">
            <a:avLst/>
          </a:prstGeom>
          <a:noFill/>
        </p:spPr>
        <p:txBody>
          <a:bodyPr wrap="square" rtlCol="0">
            <a:spAutoFit/>
          </a:bodyPr>
          <a:lstStyle/>
          <a:p>
            <a:r>
              <a:rPr lang="en-US" sz="1080">
                <a:latin typeface="Avenir Next LT Pro" panose="020B0504020202020204" pitchFamily="34" charset="0"/>
              </a:rPr>
              <a:t>Probably Would Not Buy</a:t>
            </a:r>
          </a:p>
        </p:txBody>
      </p:sp>
      <p:sp>
        <p:nvSpPr>
          <p:cNvPr id="75" name="TextBox 74">
            <a:extLst>
              <a:ext uri="{FF2B5EF4-FFF2-40B4-BE49-F238E27FC236}">
                <a16:creationId xmlns:a16="http://schemas.microsoft.com/office/drawing/2014/main" id="{89CDBCA3-9EE8-5745-8BEA-35099F8DC061}"/>
              </a:ext>
            </a:extLst>
          </p:cNvPr>
          <p:cNvSpPr txBox="1"/>
          <p:nvPr/>
        </p:nvSpPr>
        <p:spPr>
          <a:xfrm>
            <a:off x="11948481" y="3516677"/>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Not Buy</a:t>
            </a:r>
          </a:p>
        </p:txBody>
      </p:sp>
      <p:sp>
        <p:nvSpPr>
          <p:cNvPr id="76" name="Rectangle 75">
            <a:extLst>
              <a:ext uri="{FF2B5EF4-FFF2-40B4-BE49-F238E27FC236}">
                <a16:creationId xmlns:a16="http://schemas.microsoft.com/office/drawing/2014/main" id="{879985D3-C9CE-BE5F-95C3-03224BC12644}"/>
              </a:ext>
            </a:extLst>
          </p:cNvPr>
          <p:cNvSpPr/>
          <p:nvPr/>
        </p:nvSpPr>
        <p:spPr>
          <a:xfrm>
            <a:off x="11711157" y="1832706"/>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Purchase Intent</a:t>
            </a:r>
          </a:p>
        </p:txBody>
      </p:sp>
      <p:sp>
        <p:nvSpPr>
          <p:cNvPr id="11" name="TextBox 10">
            <a:extLst>
              <a:ext uri="{FF2B5EF4-FFF2-40B4-BE49-F238E27FC236}">
                <a16:creationId xmlns:a16="http://schemas.microsoft.com/office/drawing/2014/main" id="{DB7B9DFB-4093-8F41-199A-7A3C3C204CF0}"/>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E1EC944C-D6EC-BE39-C558-B36402588264}"/>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209</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3B64EBCD-5723-E2EA-4955-928641DBF093}"/>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600">
                <a:solidFill>
                  <a:srgbClr val="0070C0"/>
                </a:solidFill>
                <a:latin typeface="Avenir Next LT Pro" panose="020B0504020202020204" pitchFamily="34" charset="0"/>
              </a:rPr>
              <a:t>Among Total sample, 4.0 prototypes receive consistent rating on purchase intent compared to 4.0 control.</a:t>
            </a:r>
          </a:p>
        </p:txBody>
      </p:sp>
      <p:grpSp>
        <p:nvGrpSpPr>
          <p:cNvPr id="61" name="Group 60">
            <a:extLst>
              <a:ext uri="{FF2B5EF4-FFF2-40B4-BE49-F238E27FC236}">
                <a16:creationId xmlns:a16="http://schemas.microsoft.com/office/drawing/2014/main" id="{E65DC478-A26B-62E7-2ED8-584AD98B97AF}"/>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90AFF3E9-C023-6277-EA72-714D24AAD385}"/>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278C167E-1E8C-6A5F-B49B-D2F40687AC6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33CEAD01-FB1E-F1DF-CC8A-CBAF5E06EFF5}"/>
              </a:ext>
            </a:extLst>
          </p:cNvPr>
          <p:cNvGrpSpPr/>
          <p:nvPr/>
        </p:nvGrpSpPr>
        <p:grpSpPr>
          <a:xfrm>
            <a:off x="11170452" y="3976351"/>
            <a:ext cx="3230077" cy="545303"/>
            <a:chOff x="107157" y="4978029"/>
            <a:chExt cx="2691728" cy="454419"/>
          </a:xfrm>
        </p:grpSpPr>
        <p:sp>
          <p:nvSpPr>
            <p:cNvPr id="78" name="TextBox 77">
              <a:extLst>
                <a:ext uri="{FF2B5EF4-FFF2-40B4-BE49-F238E27FC236}">
                  <a16:creationId xmlns:a16="http://schemas.microsoft.com/office/drawing/2014/main" id="{65D924E9-C6AE-6AB2-FFA5-3DE556183B57}"/>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2C801AE5-43A7-70EA-8421-CBBBB3B30270}"/>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EE891407-459F-4D61-6409-AFD4669AC93F}"/>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684777E4-B80B-44E8-412B-7FF747972514}"/>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3" name="TextBox 2">
            <a:extLst>
              <a:ext uri="{FF2B5EF4-FFF2-40B4-BE49-F238E27FC236}">
                <a16:creationId xmlns:a16="http://schemas.microsoft.com/office/drawing/2014/main" id="{D387E682-B1E7-7B06-2054-67718678B141}"/>
              </a:ext>
            </a:extLst>
          </p:cNvPr>
          <p:cNvSpPr txBox="1"/>
          <p:nvPr/>
        </p:nvSpPr>
        <p:spPr>
          <a:xfrm>
            <a:off x="638069" y="4021383"/>
            <a:ext cx="6262929" cy="2585323"/>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API PUNCH 5</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API PUNCH 4</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YELLOW: API PUNCH 3</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PINK: API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RED: API PUNCH 1</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5" name="TextBox 4">
            <a:extLst>
              <a:ext uri="{FF2B5EF4-FFF2-40B4-BE49-F238E27FC236}">
                <a16:creationId xmlns:a16="http://schemas.microsoft.com/office/drawing/2014/main" id="{CAE582DD-DA53-54FB-3245-D527ABC75B51}"/>
              </a:ext>
            </a:extLst>
          </p:cNvPr>
          <p:cNvSpPr txBox="1"/>
          <p:nvPr/>
        </p:nvSpPr>
        <p:spPr>
          <a:xfrm>
            <a:off x="1825799" y="2396850"/>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API T2B %</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18" name="TextBox 17">
            <a:extLst>
              <a:ext uri="{FF2B5EF4-FFF2-40B4-BE49-F238E27FC236}">
                <a16:creationId xmlns:a16="http://schemas.microsoft.com/office/drawing/2014/main" id="{A0087B32-836B-26B7-484C-9FB02DB95E23}"/>
              </a:ext>
            </a:extLst>
          </p:cNvPr>
          <p:cNvSpPr txBox="1"/>
          <p:nvPr/>
        </p:nvSpPr>
        <p:spPr>
          <a:xfrm>
            <a:off x="1881159" y="3589497"/>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API B2B %</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785C8B9C-A0F2-2D05-8DD0-41B76795BB4B}"/>
              </a:ext>
            </a:extLst>
          </p:cNvPr>
          <p:cNvGrpSpPr/>
          <p:nvPr/>
        </p:nvGrpSpPr>
        <p:grpSpPr>
          <a:xfrm>
            <a:off x="8684218" y="94368"/>
            <a:ext cx="5855930" cy="1551678"/>
            <a:chOff x="8684218" y="94368"/>
            <a:chExt cx="5855930" cy="1551678"/>
          </a:xfrm>
        </p:grpSpPr>
        <p:sp>
          <p:nvSpPr>
            <p:cNvPr id="4" name="Rectangle 3">
              <a:extLst>
                <a:ext uri="{FF2B5EF4-FFF2-40B4-BE49-F238E27FC236}">
                  <a16:creationId xmlns:a16="http://schemas.microsoft.com/office/drawing/2014/main" id="{626A2E4F-A414-AF91-535D-DE5A84BBC11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DA4A0B75-11E4-2391-DBF6-E76D32DC5EA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FFE62E2D-2F70-5EEB-815A-C6934FDD5E4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81E7EBF7-CF6D-D8FC-C64C-489137BEB70C}"/>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9" name="Oval 8">
            <a:extLst>
              <a:ext uri="{FF2B5EF4-FFF2-40B4-BE49-F238E27FC236}">
                <a16:creationId xmlns:a16="http://schemas.microsoft.com/office/drawing/2014/main" id="{2E947E72-C61C-D254-D7A9-D8C6B405CB73}"/>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604963962"/>
      </p:ext>
    </p:extLst>
  </p:cSld>
  <p:clrMapOvr>
    <a:masterClrMapping/>
  </p:clrMapOvr>
  <p:extLst>
    <p:ext uri="{6950BFC3-D8DA-4A85-94F7-54DA5524770B}">
      <p188:commentRel xmlns:p188="http://schemas.microsoft.com/office/powerpoint/2018/8/main" r:id="rId3"/>
    </p:ext>
  </p:extLs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8FEF2B-7BE8-D979-5B60-74D9B5A4E53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C0CD9D3-4979-9480-EB15-D709F4958F0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C3B1B93A-3F4B-38E0-9994-BC2AB58F6CB0}"/>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A3DC8B4-71F9-0CE1-65F9-124A285706DB}"/>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1C49875A-1191-9FBA-9D71-3FEBEBF5543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C55DDE54-7778-E3E0-C1D3-1A237C8EA661}"/>
              </a:ext>
            </a:extLst>
          </p:cNvPr>
          <p:cNvSpPr>
            <a:spLocks noGrp="1"/>
          </p:cNvSpPr>
          <p:nvPr>
            <p:ph type="body" sz="quarter" idx="15"/>
          </p:nvPr>
        </p:nvSpPr>
        <p:spPr>
          <a:xfrm>
            <a:off x="666391" y="807158"/>
            <a:ext cx="7860574" cy="842904"/>
          </a:xfrm>
          <a:ln>
            <a:solidFill>
              <a:schemeClr val="tx1"/>
            </a:solidFill>
          </a:ln>
        </p:spPr>
        <p:txBody>
          <a:bodyPr>
            <a:normAutofit/>
          </a:bodyPr>
          <a:lstStyle/>
          <a:p>
            <a:r>
              <a:rPr lang="en-US" sz="1800" b="0">
                <a:solidFill>
                  <a:srgbClr val="0070C0"/>
                </a:solidFill>
                <a:latin typeface="Avenir Next LT Pro" panose="020B0504020202020204" pitchFamily="34" charset="0"/>
              </a:rPr>
              <a:t>Among the total sample, a similar likelihood to recommend is seen across the 4.0 prototypes and Control.</a:t>
            </a:r>
          </a:p>
        </p:txBody>
      </p:sp>
      <p:graphicFrame>
        <p:nvGraphicFramePr>
          <p:cNvPr id="40" name="Table 10">
            <a:extLst>
              <a:ext uri="{FF2B5EF4-FFF2-40B4-BE49-F238E27FC236}">
                <a16:creationId xmlns:a16="http://schemas.microsoft.com/office/drawing/2014/main" id="{76F97106-C095-9E18-5DC1-48CA7BF1A088}"/>
              </a:ext>
            </a:extLst>
          </p:cNvPr>
          <p:cNvGraphicFramePr>
            <a:graphicFrameLocks noGrp="1"/>
          </p:cNvGraphicFramePr>
          <p:nvPr>
            <p:extLst>
              <p:ext uri="{D42A27DB-BD31-4B8C-83A1-F6EECF244321}">
                <p14:modId xmlns:p14="http://schemas.microsoft.com/office/powerpoint/2010/main" val="1935647999"/>
              </p:ext>
            </p:extLst>
          </p:nvPr>
        </p:nvGraphicFramePr>
        <p:xfrm>
          <a:off x="1168400" y="2963840"/>
          <a:ext cx="10286799" cy="762000"/>
        </p:xfrm>
        <a:graphic>
          <a:graphicData uri="http://schemas.openxmlformats.org/drawingml/2006/table">
            <a:tbl>
              <a:tblPr firstRow="1" bandRow="1"/>
              <a:tblGrid>
                <a:gridCol w="2495550">
                  <a:extLst>
                    <a:ext uri="{9D8B030D-6E8A-4147-A177-3AD203B41FA5}">
                      <a16:colId xmlns:a16="http://schemas.microsoft.com/office/drawing/2014/main" val="1775160107"/>
                    </a:ext>
                  </a:extLst>
                </a:gridCol>
                <a:gridCol w="1638300">
                  <a:extLst>
                    <a:ext uri="{9D8B030D-6E8A-4147-A177-3AD203B41FA5}">
                      <a16:colId xmlns:a16="http://schemas.microsoft.com/office/drawing/2014/main" val="1227359485"/>
                    </a:ext>
                  </a:extLst>
                </a:gridCol>
                <a:gridCol w="2251075">
                  <a:extLst>
                    <a:ext uri="{9D8B030D-6E8A-4147-A177-3AD203B41FA5}">
                      <a16:colId xmlns:a16="http://schemas.microsoft.com/office/drawing/2014/main" val="1183472630"/>
                    </a:ext>
                  </a:extLst>
                </a:gridCol>
                <a:gridCol w="1536523">
                  <a:extLst>
                    <a:ext uri="{9D8B030D-6E8A-4147-A177-3AD203B41FA5}">
                      <a16:colId xmlns:a16="http://schemas.microsoft.com/office/drawing/2014/main" val="2941040911"/>
                    </a:ext>
                  </a:extLst>
                </a:gridCol>
                <a:gridCol w="2365351">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a:solidFill>
                            <a:srgbClr val="000000"/>
                          </a:solidFill>
                          <a:latin typeface="Avenir Next LT Pro" panose="020B0504020202020204" pitchFamily="34" charset="0"/>
                        </a:rPr>
                        <a:t>NPS Score </a:t>
                      </a:r>
                      <a:br>
                        <a:rPr lang="en-GB" sz="1600" b="1">
                          <a:solidFill>
                            <a:srgbClr val="000000"/>
                          </a:solidFill>
                          <a:latin typeface="Avenir Next LT Pro" panose="020B0504020202020204" pitchFamily="34" charset="0"/>
                        </a:rPr>
                      </a:br>
                      <a:r>
                        <a:rPr lang="en-GB" sz="1400" b="1">
                          <a:solidFill>
                            <a:srgbClr val="000000"/>
                          </a:solidFill>
                          <a:latin typeface="Avenir Next LT Pro" panose="020B0504020202020204" pitchFamily="34" charset="0"/>
                        </a:rPr>
                        <a:t>(Promoters minus Detractors)</a:t>
                      </a:r>
                      <a:endParaRPr lang="en-GB" sz="1600" b="1">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-18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-13</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42" name="TextBox 41">
            <a:extLst>
              <a:ext uri="{FF2B5EF4-FFF2-40B4-BE49-F238E27FC236}">
                <a16:creationId xmlns:a16="http://schemas.microsoft.com/office/drawing/2014/main" id="{6D63A698-5B44-9C74-9FA6-C2146125B29D}"/>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43" name="Group 42">
            <a:extLst>
              <a:ext uri="{FF2B5EF4-FFF2-40B4-BE49-F238E27FC236}">
                <a16:creationId xmlns:a16="http://schemas.microsoft.com/office/drawing/2014/main" id="{DC1C0CC8-2809-E510-55DD-4A0EC1E5256B}"/>
              </a:ext>
            </a:extLst>
          </p:cNvPr>
          <p:cNvGrpSpPr/>
          <p:nvPr/>
        </p:nvGrpSpPr>
        <p:grpSpPr>
          <a:xfrm>
            <a:off x="7760381" y="7522648"/>
            <a:ext cx="3230077" cy="545303"/>
            <a:chOff x="107157" y="4978029"/>
            <a:chExt cx="2691728" cy="454419"/>
          </a:xfrm>
        </p:grpSpPr>
        <p:sp>
          <p:nvSpPr>
            <p:cNvPr id="44" name="TextBox 43">
              <a:extLst>
                <a:ext uri="{FF2B5EF4-FFF2-40B4-BE49-F238E27FC236}">
                  <a16:creationId xmlns:a16="http://schemas.microsoft.com/office/drawing/2014/main" id="{A27BD1C4-6E5D-F421-6BA4-08F8A32D203A}"/>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B65DB609-15B3-A3B0-96B8-100B7312D892}"/>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46" name="TextBox 45">
              <a:extLst>
                <a:ext uri="{FF2B5EF4-FFF2-40B4-BE49-F238E27FC236}">
                  <a16:creationId xmlns:a16="http://schemas.microsoft.com/office/drawing/2014/main" id="{764BB67F-76B1-2A00-39E0-6B05E37F6855}"/>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70810A55-DEB6-1AAB-2FDE-D48CE76B753D}"/>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pic>
        <p:nvPicPr>
          <p:cNvPr id="14" name="Picture 13">
            <a:extLst>
              <a:ext uri="{FF2B5EF4-FFF2-40B4-BE49-F238E27FC236}">
                <a16:creationId xmlns:a16="http://schemas.microsoft.com/office/drawing/2014/main" id="{BAB70CF3-AE9C-6512-A7BB-7C79DD2DE6B9}"/>
              </a:ext>
            </a:extLst>
          </p:cNvPr>
          <p:cNvPicPr>
            <a:picLocks noChangeAspect="1"/>
          </p:cNvPicPr>
          <p:nvPr/>
        </p:nvPicPr>
        <p:blipFill>
          <a:blip r:embed="rId3"/>
          <a:stretch>
            <a:fillRect/>
          </a:stretch>
        </p:blipFill>
        <p:spPr>
          <a:xfrm>
            <a:off x="12758453" y="1432802"/>
            <a:ext cx="1273589" cy="949455"/>
          </a:xfrm>
          <a:prstGeom prst="rect">
            <a:avLst/>
          </a:prstGeom>
        </p:spPr>
      </p:pic>
      <p:grpSp>
        <p:nvGrpSpPr>
          <p:cNvPr id="6" name="Group 5">
            <a:extLst>
              <a:ext uri="{FF2B5EF4-FFF2-40B4-BE49-F238E27FC236}">
                <a16:creationId xmlns:a16="http://schemas.microsoft.com/office/drawing/2014/main" id="{5D419526-10B8-9B60-2506-8E80A58F718A}"/>
              </a:ext>
            </a:extLst>
          </p:cNvPr>
          <p:cNvGrpSpPr/>
          <p:nvPr/>
        </p:nvGrpSpPr>
        <p:grpSpPr>
          <a:xfrm>
            <a:off x="3175200" y="2443566"/>
            <a:ext cx="8280000" cy="5118838"/>
            <a:chOff x="2298001" y="2443566"/>
            <a:chExt cx="11749787" cy="5118838"/>
          </a:xfrm>
        </p:grpSpPr>
        <p:sp>
          <p:nvSpPr>
            <p:cNvPr id="2" name="Rectangle 1">
              <a:extLst>
                <a:ext uri="{FF2B5EF4-FFF2-40B4-BE49-F238E27FC236}">
                  <a16:creationId xmlns:a16="http://schemas.microsoft.com/office/drawing/2014/main" id="{B3C2F689-0A3C-7FD7-A784-E7FBCD6CBB5C}"/>
                </a:ext>
              </a:extLst>
            </p:cNvPr>
            <p:cNvSpPr/>
            <p:nvPr/>
          </p:nvSpPr>
          <p:spPr>
            <a:xfrm>
              <a:off x="2414934" y="2443566"/>
              <a:ext cx="11632854"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92720E24-35A9-D604-AB2D-FD07C950A8E4}"/>
                </a:ext>
              </a:extLst>
            </p:cNvPr>
            <p:cNvGraphicFramePr/>
            <p:nvPr>
              <p:extLst>
                <p:ext uri="{D42A27DB-BD31-4B8C-83A1-F6EECF244321}">
                  <p14:modId xmlns:p14="http://schemas.microsoft.com/office/powerpoint/2010/main" val="1195030853"/>
                </p:ext>
              </p:extLst>
            </p:nvPr>
          </p:nvGraphicFramePr>
          <p:xfrm>
            <a:off x="2298001" y="3421273"/>
            <a:ext cx="11641837" cy="3962470"/>
          </p:xfrm>
          <a:graphic>
            <a:graphicData uri="http://schemas.openxmlformats.org/drawingml/2006/chart">
              <c:chart xmlns:c="http://schemas.openxmlformats.org/drawingml/2006/chart" xmlns:r="http://schemas.openxmlformats.org/officeDocument/2006/relationships" r:id="rId4"/>
            </a:graphicData>
          </a:graphic>
        </p:graphicFrame>
        <p:sp>
          <p:nvSpPr>
            <p:cNvPr id="39" name="TextBox 38">
              <a:extLst>
                <a:ext uri="{FF2B5EF4-FFF2-40B4-BE49-F238E27FC236}">
                  <a16:creationId xmlns:a16="http://schemas.microsoft.com/office/drawing/2014/main" id="{24EFE1E7-B5D8-DFB4-558A-8D8C263B6007}"/>
                </a:ext>
              </a:extLst>
            </p:cNvPr>
            <p:cNvSpPr txBox="1"/>
            <p:nvPr/>
          </p:nvSpPr>
          <p:spPr>
            <a:xfrm>
              <a:off x="6845515" y="2486381"/>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sp>
          <p:nvSpPr>
            <p:cNvPr id="5" name="TextBox 4">
              <a:extLst>
                <a:ext uri="{FF2B5EF4-FFF2-40B4-BE49-F238E27FC236}">
                  <a16:creationId xmlns:a16="http://schemas.microsoft.com/office/drawing/2014/main" id="{6CA0E6D8-7DF8-F976-FE39-E69A48D9CB3B}"/>
                </a:ext>
              </a:extLst>
            </p:cNvPr>
            <p:cNvSpPr txBox="1"/>
            <p:nvPr/>
          </p:nvSpPr>
          <p:spPr>
            <a:xfrm>
              <a:off x="7145464" y="2853205"/>
              <a:ext cx="30007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p>
          </p:txBody>
        </p:sp>
      </p:grpSp>
      <p:sp>
        <p:nvSpPr>
          <p:cNvPr id="7" name="TextBox 6">
            <a:extLst>
              <a:ext uri="{FF2B5EF4-FFF2-40B4-BE49-F238E27FC236}">
                <a16:creationId xmlns:a16="http://schemas.microsoft.com/office/drawing/2014/main" id="{5059021B-2CB9-8BF8-7A0A-6325D2810913}"/>
              </a:ext>
            </a:extLst>
          </p:cNvPr>
          <p:cNvSpPr txBox="1"/>
          <p:nvPr/>
        </p:nvSpPr>
        <p:spPr>
          <a:xfrm>
            <a:off x="840833" y="2024716"/>
            <a:ext cx="4833538" cy="923330"/>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NPS SCORE: GREEN-RED (CUSTOM CALC)</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rPr>
              <a:t>[AREC (Punches 10 + 11) - (Punches 1 + 2 + 3 + 4 + 5 + 6 + 7)]</a:t>
            </a:r>
          </a:p>
        </p:txBody>
      </p:sp>
      <p:sp>
        <p:nvSpPr>
          <p:cNvPr id="15" name="TextBox 14">
            <a:extLst>
              <a:ext uri="{FF2B5EF4-FFF2-40B4-BE49-F238E27FC236}">
                <a16:creationId xmlns:a16="http://schemas.microsoft.com/office/drawing/2014/main" id="{018233CA-9EC9-3AAF-071F-61AA99F4ECDE}"/>
              </a:ext>
            </a:extLst>
          </p:cNvPr>
          <p:cNvSpPr txBox="1"/>
          <p:nvPr/>
        </p:nvSpPr>
        <p:spPr>
          <a:xfrm>
            <a:off x="1286019" y="4807145"/>
            <a:ext cx="5017713"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GREEN: AREC T2B (PUNCH 10 AND 11)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YELLOW : AREC M2B (PUNCH 8-9) </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RED: AREC B7B (PUNCH 1-7) </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3" name="Group 2">
            <a:extLst>
              <a:ext uri="{FF2B5EF4-FFF2-40B4-BE49-F238E27FC236}">
                <a16:creationId xmlns:a16="http://schemas.microsoft.com/office/drawing/2014/main" id="{2872A385-191D-8DB4-6566-EAE0CDA1606B}"/>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7F38595A-8AF5-A0FE-F1B9-7714E82BEC2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6" name="TextBox 15">
              <a:extLst>
                <a:ext uri="{FF2B5EF4-FFF2-40B4-BE49-F238E27FC236}">
                  <a16:creationId xmlns:a16="http://schemas.microsoft.com/office/drawing/2014/main" id="{09E39F34-2051-A308-B8AD-E643E4D5A1A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E2279320-18D9-6603-9AE6-4FE585B38C8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D572D588-CF87-02CF-1A0C-FB2B3B2B3CF2}"/>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17" name="Oval 16">
            <a:extLst>
              <a:ext uri="{FF2B5EF4-FFF2-40B4-BE49-F238E27FC236}">
                <a16:creationId xmlns:a16="http://schemas.microsoft.com/office/drawing/2014/main" id="{F6152ABF-6769-BEE3-99FA-1951E0F6EBEB}"/>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083142693"/>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09C46C-27DD-0E74-964B-24689EBA9E6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DE0A3FD-9591-90E3-7C09-030E74367DD3}"/>
              </a:ext>
            </a:extLst>
          </p:cNvPr>
          <p:cNvSpPr>
            <a:spLocks noGrp="1"/>
          </p:cNvSpPr>
          <p:nvPr>
            <p:ph type="sldNum" sz="quarter" idx="14"/>
          </p:nvPr>
        </p:nvSpPr>
        <p:spPr/>
        <p:txBody>
          <a:bodyPr/>
          <a:lstStyle/>
          <a:p>
            <a:fld id="{9BBCFCA3-D307-4DD3-86E3-CC1388E97AC0}" type="slidenum">
              <a:rPr lang="en-US" smtClean="0"/>
              <a:pPr/>
              <a:t>211</a:t>
            </a:fld>
            <a:endParaRPr lang="en-US"/>
          </a:p>
        </p:txBody>
      </p:sp>
      <p:grpSp>
        <p:nvGrpSpPr>
          <p:cNvPr id="10" name="Group 9">
            <a:extLst>
              <a:ext uri="{FF2B5EF4-FFF2-40B4-BE49-F238E27FC236}">
                <a16:creationId xmlns:a16="http://schemas.microsoft.com/office/drawing/2014/main" id="{AA6D3958-E054-A338-BC47-450D89553D55}"/>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EA2BE90C-DE9C-81F9-9D6B-DD6597A0CA2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6CAEB763-07CC-BA50-8BAA-3EEAAB43B32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59C7FABE-15D7-56D8-D6CD-507262AB727A}"/>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C40317A5-8CDD-91C4-88D4-7126A625F25B}"/>
              </a:ext>
            </a:extLst>
          </p:cNvPr>
          <p:cNvGraphicFramePr>
            <a:graphicFrameLocks noGrp="1"/>
          </p:cNvGraphicFramePr>
          <p:nvPr/>
        </p:nvGraphicFramePr>
        <p:xfrm>
          <a:off x="562744" y="1970133"/>
          <a:ext cx="11043654" cy="5989336"/>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something refreshing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extLst>
                  <a:ext uri="{0D108BD9-81ED-4DB2-BD59-A6C34878D82A}">
                    <a16:rowId xmlns:a16="http://schemas.microsoft.com/office/drawing/2014/main" val="1597768940"/>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am feeling thirsty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something cold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extLst>
                  <a:ext uri="{0D108BD9-81ED-4DB2-BD59-A6C34878D82A}">
                    <a16:rowId xmlns:a16="http://schemas.microsoft.com/office/drawing/2014/main" val="2144172172"/>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It's my habit / routine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boost my energy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clear my mind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stimulate / awaken my senses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helps me stay awake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708157560"/>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treat myself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275817769"/>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reward myself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4090956180"/>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something sugary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866335219"/>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has a great taste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10995921"/>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try something new / different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803900009"/>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have a craving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4062544443"/>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is good for sharing with family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extLst>
                  <a:ext uri="{0D108BD9-81ED-4DB2-BD59-A6C34878D82A}">
                    <a16:rowId xmlns:a16="http://schemas.microsoft.com/office/drawing/2014/main" val="23693638"/>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spend time with friends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071199126"/>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goes well with my food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69331495"/>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have a self-care / relaxing moment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26583588"/>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helps improve my mood / cheers me up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77410795"/>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brings me happiness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156234769"/>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am taking a break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717664638"/>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has a bold taste/flavor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40257577"/>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has a balanced taste with bubbles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41390968"/>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has a crisp taste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67926274"/>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is delicious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914643651"/>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is a beverage I’d be proud to be seen drinking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00950906"/>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is for someone like me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490527228"/>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is good to enjoy on its own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99016880"/>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provides a morning and/or afternoon boost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17547486"/>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have a snack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6085493"/>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am doing homework or working late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88686303"/>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am watching TV/mobile phone or playing a video game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100" b="1"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100" b="1" i="0" u="none" strike="noStrike" kern="120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100" b="1" i="0" u="none" strike="noStrike" kern="120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r>
                        <a:rPr lang="en-IN" sz="11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0C2B5D4D-FA50-1D31-F65A-AFD4AF35794D}"/>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E780DE18-DE92-C42D-AD2B-F88D64CE4FC2}"/>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8FE3E0EE-C9A4-9647-8CA4-CE288F5ED3AF}"/>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08442BE7-FDCA-E1B0-30B5-E96B1FD841B1}"/>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DFC9DF9C-37AA-3AD4-6932-97C35513CF9B}"/>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353D14E4-F001-2FE0-C9C5-6D587E8AE29F}"/>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1D8906DE-1912-38B8-0F20-BAC6F6F421CD}"/>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F1479B29-CB7E-0F5B-015E-43D8AEA13792}"/>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E0373915-5908-65DB-1D50-9F5890D55284}"/>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AB8DB01A-2A7F-8280-E3D4-30827B7A065C}"/>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8E7FEC0D-BF19-84DE-FA53-BBEC706FE449}"/>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3909CCF9-0100-7CB5-E630-8748E4FCE475}"/>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3A244518-D1AC-BCF6-B836-41E991667CC6}"/>
              </a:ext>
            </a:extLst>
          </p:cNvPr>
          <p:cNvSpPr txBox="1"/>
          <p:nvPr/>
        </p:nvSpPr>
        <p:spPr>
          <a:xfrm>
            <a:off x="582632" y="1764867"/>
            <a:ext cx="1716068" cy="215444"/>
          </a:xfrm>
          <a:prstGeom prst="rect">
            <a:avLst/>
          </a:prstGeom>
          <a:solidFill>
            <a:srgbClr val="7030A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Neutrals To Cola </a:t>
            </a:r>
          </a:p>
        </p:txBody>
      </p:sp>
      <p:grpSp>
        <p:nvGrpSpPr>
          <p:cNvPr id="25" name="Group 24">
            <a:extLst>
              <a:ext uri="{FF2B5EF4-FFF2-40B4-BE49-F238E27FC236}">
                <a16:creationId xmlns:a16="http://schemas.microsoft.com/office/drawing/2014/main" id="{907A3A8F-79AD-09E0-3F73-FFE336787B8D}"/>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27EB84B8-5150-40DF-1F8F-6662EDA31A34}"/>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F48EA210-9072-60EF-76A7-F28CA7F75BFF}"/>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5730E104-4CF1-E7E1-563B-CBD40610CD26}"/>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B1D3BD2C-F355-623E-48F3-CBCD2709D6F6}"/>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sp>
        <p:nvSpPr>
          <p:cNvPr id="7" name="TextBox 6">
            <a:extLst>
              <a:ext uri="{FF2B5EF4-FFF2-40B4-BE49-F238E27FC236}">
                <a16:creationId xmlns:a16="http://schemas.microsoft.com/office/drawing/2014/main" id="{DD713892-5011-9B25-33BD-E3C0EE377EEB}"/>
              </a:ext>
            </a:extLst>
          </p:cNvPr>
          <p:cNvSpPr txBox="1"/>
          <p:nvPr/>
        </p:nvSpPr>
        <p:spPr>
          <a:xfrm>
            <a:off x="6076028" y="3112658"/>
            <a:ext cx="2422208" cy="2585323"/>
          </a:xfrm>
          <a:prstGeom prst="rect">
            <a:avLst/>
          </a:prstGeom>
          <a:solidFill>
            <a:srgbClr val="FFFF00"/>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ATR 01-32 TB</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COLOR CODING FOR BOXES</a:t>
            </a:r>
          </a:p>
          <a:p>
            <a:pPr marL="0" marR="0" lvl="0" indent="0" algn="l" defTabSz="457200" rtl="0" eaLnBrk="1" fontAlgn="auto" latinLnBrk="0" hangingPunct="1">
              <a:lnSpc>
                <a:spcPct val="100000"/>
              </a:lnSpc>
              <a:spcBef>
                <a:spcPts val="0"/>
              </a:spcBef>
              <a:spcAft>
                <a:spcPts val="0"/>
              </a:spcAft>
              <a:buClrTx/>
              <a:buSzTx/>
              <a:buFontTx/>
              <a:buNone/>
              <a:tabLst/>
              <a:defRPr/>
            </a:pPr>
            <a:endParaRPr lang="en-US" b="1" dirty="0">
              <a:solidFill>
                <a:srgbClr val="F40009"/>
              </a:solidFill>
              <a:latin typeface="Avenir Next LT Pro" panose="020B0504020202020204" pitchFamily="34"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Please follow the same sequence as this slide table. Do not sort the question.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9" name="TextBox 8">
            <a:extLst>
              <a:ext uri="{FF2B5EF4-FFF2-40B4-BE49-F238E27FC236}">
                <a16:creationId xmlns:a16="http://schemas.microsoft.com/office/drawing/2014/main" id="{3C3DC72F-9221-0571-0709-81F01D9061AE}"/>
              </a:ext>
            </a:extLst>
          </p:cNvPr>
          <p:cNvSpPr txBox="1"/>
          <p:nvPr/>
        </p:nvSpPr>
        <p:spPr>
          <a:xfrm>
            <a:off x="3748713" y="7479299"/>
            <a:ext cx="4298174" cy="461665"/>
          </a:xfrm>
          <a:prstGeom prst="rect">
            <a:avLst/>
          </a:prstGeom>
          <a:solidFill>
            <a:srgbClr val="FFFF00"/>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TB AVG FOR ALL ATR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OF ATR 01-38 TB BOXES ABOVE 51%</a:t>
            </a:r>
          </a:p>
        </p:txBody>
      </p:sp>
      <p:sp>
        <p:nvSpPr>
          <p:cNvPr id="38" name="TextBox 37">
            <a:extLst>
              <a:ext uri="{FF2B5EF4-FFF2-40B4-BE49-F238E27FC236}">
                <a16:creationId xmlns:a16="http://schemas.microsoft.com/office/drawing/2014/main" id="{3269B630-F453-0BA2-442E-7C5009BAF123}"/>
              </a:ext>
            </a:extLst>
          </p:cNvPr>
          <p:cNvSpPr txBox="1"/>
          <p:nvPr/>
        </p:nvSpPr>
        <p:spPr>
          <a:xfrm>
            <a:off x="10546978" y="4527117"/>
            <a:ext cx="2422208" cy="2308324"/>
          </a:xfrm>
          <a:prstGeom prst="rect">
            <a:avLst/>
          </a:prstGeom>
          <a:solidFill>
            <a:srgbClr val="FFFF00"/>
          </a:solidFill>
        </p:spPr>
        <p:txBody>
          <a:bodyPr wrap="square" rtlCol="0">
            <a:spAutoFit/>
          </a:bodyPr>
          <a:lstStyle/>
          <a:p>
            <a:r>
              <a:rPr lang="en-US" b="1" i="0" u="none" strike="noStrike">
                <a:solidFill>
                  <a:schemeClr val="tx2"/>
                </a:solidFill>
                <a:effectLst/>
                <a:latin typeface="Avenir Next LT Pro" panose="020B0504020202020204" pitchFamily="34" charset="0"/>
              </a:rPr>
              <a:t>ATR TB</a:t>
            </a:r>
          </a:p>
          <a:p>
            <a:r>
              <a:rPr lang="en-US" b="1">
                <a:solidFill>
                  <a:schemeClr val="tx2"/>
                </a:solidFill>
                <a:latin typeface="Avenir Next LT Pro" panose="020B0504020202020204" pitchFamily="34" charset="0"/>
              </a:rPr>
              <a:t>COLOR CODING FOR BOXES</a:t>
            </a:r>
          </a:p>
          <a:p>
            <a:endParaRPr lang="en-US" b="1" i="0" u="none" strike="noStrike">
              <a:solidFill>
                <a:schemeClr val="tx2"/>
              </a:solidFill>
              <a:effectLst/>
              <a:latin typeface="Avenir Next LT Pro" panose="020B0504020202020204" pitchFamily="34" charset="0"/>
            </a:endParaRPr>
          </a:p>
          <a:p>
            <a:endParaRPr lang="en-US" b="1">
              <a:solidFill>
                <a:schemeClr val="tx2"/>
              </a:solidFill>
              <a:latin typeface="Avenir Next LT Pro" panose="020B0504020202020204" pitchFamily="34" charset="0"/>
            </a:endParaRPr>
          </a:p>
          <a:p>
            <a:endParaRPr lang="en-US" b="1" i="0" u="none" strike="noStrike">
              <a:solidFill>
                <a:schemeClr val="tx2"/>
              </a:solidFill>
              <a:effectLst/>
              <a:latin typeface="Avenir Next LT Pro" panose="020B0504020202020204" pitchFamily="34" charset="0"/>
            </a:endParaRPr>
          </a:p>
          <a:p>
            <a:endParaRPr lang="en-US" b="1" i="0" u="none" strike="noStrike">
              <a:solidFill>
                <a:schemeClr val="tx2"/>
              </a:solidFill>
              <a:effectLst/>
              <a:latin typeface="Avenir Next LT Pro" panose="020B0504020202020204" pitchFamily="34" charset="0"/>
            </a:endParaRPr>
          </a:p>
          <a:p>
            <a:endParaRPr lang="en-US" b="1" i="0" u="none" strike="noStrike">
              <a:solidFill>
                <a:schemeClr val="tx2"/>
              </a:solidFill>
              <a:effectLst/>
              <a:latin typeface="Arial" panose="020B0604020202020204" pitchFamily="34" charset="0"/>
            </a:endParaRPr>
          </a:p>
        </p:txBody>
      </p:sp>
      <p:grpSp>
        <p:nvGrpSpPr>
          <p:cNvPr id="39" name="Group 38">
            <a:extLst>
              <a:ext uri="{FF2B5EF4-FFF2-40B4-BE49-F238E27FC236}">
                <a16:creationId xmlns:a16="http://schemas.microsoft.com/office/drawing/2014/main" id="{2CE19ED1-6470-4B30-2905-99C1E86E0604}"/>
              </a:ext>
            </a:extLst>
          </p:cNvPr>
          <p:cNvGrpSpPr/>
          <p:nvPr/>
        </p:nvGrpSpPr>
        <p:grpSpPr>
          <a:xfrm>
            <a:off x="10621569" y="5441870"/>
            <a:ext cx="2399777" cy="1067056"/>
            <a:chOff x="8242096" y="6989801"/>
            <a:chExt cx="2399777" cy="1067056"/>
          </a:xfrm>
        </p:grpSpPr>
        <p:sp>
          <p:nvSpPr>
            <p:cNvPr id="40" name="Rectangle 39">
              <a:extLst>
                <a:ext uri="{FF2B5EF4-FFF2-40B4-BE49-F238E27FC236}">
                  <a16:creationId xmlns:a16="http://schemas.microsoft.com/office/drawing/2014/main" id="{D40955DE-79D1-A8B9-599C-2919920C4881}"/>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41" name="Rectangle 40">
              <a:extLst>
                <a:ext uri="{FF2B5EF4-FFF2-40B4-BE49-F238E27FC236}">
                  <a16:creationId xmlns:a16="http://schemas.microsoft.com/office/drawing/2014/main" id="{94B5CA5A-F54A-E7A6-141D-8704E82A8B1A}"/>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42" name="Rectangle 41">
              <a:extLst>
                <a:ext uri="{FF2B5EF4-FFF2-40B4-BE49-F238E27FC236}">
                  <a16:creationId xmlns:a16="http://schemas.microsoft.com/office/drawing/2014/main" id="{AC2EB435-8A61-6B1E-2791-6BF50C21CF1F}"/>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43" name="TextBox 42">
              <a:extLst>
                <a:ext uri="{FF2B5EF4-FFF2-40B4-BE49-F238E27FC236}">
                  <a16:creationId xmlns:a16="http://schemas.microsoft.com/office/drawing/2014/main" id="{70BB3D73-4392-B637-8547-061DA9AE292C}"/>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44" name="TextBox 43">
              <a:extLst>
                <a:ext uri="{FF2B5EF4-FFF2-40B4-BE49-F238E27FC236}">
                  <a16:creationId xmlns:a16="http://schemas.microsoft.com/office/drawing/2014/main" id="{D0337503-2CCE-21F5-039E-EF2736F5A4FC}"/>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45" name="TextBox 44">
              <a:extLst>
                <a:ext uri="{FF2B5EF4-FFF2-40B4-BE49-F238E27FC236}">
                  <a16:creationId xmlns:a16="http://schemas.microsoft.com/office/drawing/2014/main" id="{4462EF17-4BF4-69C6-1306-728330603AFC}"/>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46" name="Rectangle 45">
              <a:extLst>
                <a:ext uri="{FF2B5EF4-FFF2-40B4-BE49-F238E27FC236}">
                  <a16:creationId xmlns:a16="http://schemas.microsoft.com/office/drawing/2014/main" id="{678BDE47-7E30-0039-3CAA-79FE85E20EC8}"/>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47" name="TextBox 46">
              <a:extLst>
                <a:ext uri="{FF2B5EF4-FFF2-40B4-BE49-F238E27FC236}">
                  <a16:creationId xmlns:a16="http://schemas.microsoft.com/office/drawing/2014/main" id="{D6446EBC-9ED9-B4A9-55C9-14A070A91D74}"/>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grpSp>
        <p:nvGrpSpPr>
          <p:cNvPr id="6" name="Group 5">
            <a:extLst>
              <a:ext uri="{FF2B5EF4-FFF2-40B4-BE49-F238E27FC236}">
                <a16:creationId xmlns:a16="http://schemas.microsoft.com/office/drawing/2014/main" id="{F8622B5C-FC53-28B0-A82E-2F5BFA7572AF}"/>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8DBEF1F4-2887-9648-1B39-F992EAE1000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25DFDE5A-001E-345F-9049-BADA1E878EE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BB8F3425-79E3-8858-D712-D75504B5D21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A26FE38D-9A2B-6C03-0389-7074ADF3AB17}"/>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56053699"/>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6FBB3-F288-106A-2520-EA581D73C86B}"/>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7C65FA2-E715-6DDD-BF68-7B45032CF58A}"/>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E8406E2B-0F47-099E-53EE-F32BC3BB90C9}"/>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A8641817-581A-DEA4-5848-887CF13D02E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E644F23A-D8DB-DD54-11C9-8D31783111A9}"/>
                </a:ext>
              </a:extLst>
            </p:cNvPr>
            <p:cNvGraphicFramePr/>
            <p:nvPr>
              <p:extLst>
                <p:ext uri="{D42A27DB-BD31-4B8C-83A1-F6EECF244321}">
                  <p14:modId xmlns:p14="http://schemas.microsoft.com/office/powerpoint/2010/main" val="3614707221"/>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251D78E5-3E86-D3A2-C7E6-445178054048}"/>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4" name="Rectangle 63">
            <a:extLst>
              <a:ext uri="{FF2B5EF4-FFF2-40B4-BE49-F238E27FC236}">
                <a16:creationId xmlns:a16="http://schemas.microsoft.com/office/drawing/2014/main" id="{5289FB0C-414B-765F-5EA7-129EA74EF974}"/>
              </a:ext>
            </a:extLst>
          </p:cNvPr>
          <p:cNvSpPr/>
          <p:nvPr/>
        </p:nvSpPr>
        <p:spPr>
          <a:xfrm>
            <a:off x="11701785" y="4194143"/>
            <a:ext cx="219456" cy="219456"/>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96438743-9243-2363-D53A-EFB0F63FECBF}"/>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272E40DA-3B12-1326-51D6-8E03E7692FE5}"/>
              </a:ext>
            </a:extLst>
          </p:cNvPr>
          <p:cNvSpPr/>
          <p:nvPr/>
        </p:nvSpPr>
        <p:spPr>
          <a:xfrm>
            <a:off x="11701785" y="4855610"/>
            <a:ext cx="219456" cy="219456"/>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AF0116C9-9DCB-FF72-4A80-0FDDCA1451F3}"/>
              </a:ext>
            </a:extLst>
          </p:cNvPr>
          <p:cNvSpPr/>
          <p:nvPr/>
        </p:nvSpPr>
        <p:spPr>
          <a:xfrm>
            <a:off x="11701785" y="5184526"/>
            <a:ext cx="219456" cy="219456"/>
          </a:xfrm>
          <a:prstGeom prst="rect">
            <a:avLst/>
          </a:prstGeom>
          <a:solidFill>
            <a:srgbClr val="E581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43C08006-173A-8E47-88A5-C3BA2FB1545F}"/>
              </a:ext>
            </a:extLst>
          </p:cNvPr>
          <p:cNvSpPr/>
          <p:nvPr/>
        </p:nvSpPr>
        <p:spPr>
          <a:xfrm>
            <a:off x="11700880" y="4517393"/>
            <a:ext cx="219456" cy="219456"/>
          </a:xfrm>
          <a:prstGeom prst="rect">
            <a:avLst/>
          </a:prstGeom>
          <a:solidFill>
            <a:srgbClr val="0070C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921CA2BF-66D8-BCD1-E868-8E17DCF35719}"/>
              </a:ext>
            </a:extLst>
          </p:cNvPr>
          <p:cNvSpPr txBox="1"/>
          <p:nvPr/>
        </p:nvSpPr>
        <p:spPr>
          <a:xfrm>
            <a:off x="5866278" y="2297712"/>
            <a:ext cx="2312522" cy="326898"/>
          </a:xfrm>
          <a:prstGeom prst="roundRect">
            <a:avLst/>
          </a:prstGeom>
          <a:solidFill>
            <a:srgbClr val="7030A0"/>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Neutrals To Cola </a:t>
            </a:r>
          </a:p>
        </p:txBody>
      </p:sp>
      <p:sp>
        <p:nvSpPr>
          <p:cNvPr id="70" name="Rectangle 69">
            <a:extLst>
              <a:ext uri="{FF2B5EF4-FFF2-40B4-BE49-F238E27FC236}">
                <a16:creationId xmlns:a16="http://schemas.microsoft.com/office/drawing/2014/main" id="{683F1821-4976-65EA-689A-2225A31779AB}"/>
              </a:ext>
            </a:extLst>
          </p:cNvPr>
          <p:cNvSpPr/>
          <p:nvPr/>
        </p:nvSpPr>
        <p:spPr>
          <a:xfrm>
            <a:off x="11700880" y="5513441"/>
            <a:ext cx="219456" cy="21945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A655DE17-1C32-BCC2-302B-30B58E332DA1}"/>
              </a:ext>
            </a:extLst>
          </p:cNvPr>
          <p:cNvSpPr txBox="1"/>
          <p:nvPr/>
        </p:nvSpPr>
        <p:spPr>
          <a:xfrm>
            <a:off x="11872632" y="4171169"/>
            <a:ext cx="2141551" cy="258532"/>
          </a:xfrm>
          <a:prstGeom prst="rect">
            <a:avLst/>
          </a:prstGeom>
          <a:noFill/>
        </p:spPr>
        <p:txBody>
          <a:bodyPr wrap="square" rtlCol="0">
            <a:spAutoFit/>
          </a:bodyPr>
          <a:lstStyle/>
          <a:p>
            <a:r>
              <a:rPr lang="en-US" sz="1080">
                <a:latin typeface="Avenir Next LT Pro" panose="020B0504020202020204" pitchFamily="34" charset="0"/>
              </a:rPr>
              <a:t>Coca-Cola</a:t>
            </a:r>
          </a:p>
        </p:txBody>
      </p:sp>
      <p:sp>
        <p:nvSpPr>
          <p:cNvPr id="72" name="TextBox 71">
            <a:extLst>
              <a:ext uri="{FF2B5EF4-FFF2-40B4-BE49-F238E27FC236}">
                <a16:creationId xmlns:a16="http://schemas.microsoft.com/office/drawing/2014/main" id="{0093EE28-D247-215F-8EBF-3890056691BA}"/>
              </a:ext>
            </a:extLst>
          </p:cNvPr>
          <p:cNvSpPr txBox="1"/>
          <p:nvPr/>
        </p:nvSpPr>
        <p:spPr>
          <a:xfrm>
            <a:off x="11872632" y="4502133"/>
            <a:ext cx="2141551" cy="258532"/>
          </a:xfrm>
          <a:prstGeom prst="rect">
            <a:avLst/>
          </a:prstGeom>
          <a:noFill/>
        </p:spPr>
        <p:txBody>
          <a:bodyPr wrap="square" rtlCol="0">
            <a:spAutoFit/>
          </a:bodyPr>
          <a:lstStyle/>
          <a:p>
            <a:r>
              <a:rPr lang="en-US" sz="1080">
                <a:latin typeface="Avenir Next LT Pro" panose="020B0504020202020204" pitchFamily="34" charset="0"/>
              </a:rPr>
              <a:t>Pepsi</a:t>
            </a:r>
          </a:p>
        </p:txBody>
      </p:sp>
      <p:sp>
        <p:nvSpPr>
          <p:cNvPr id="73" name="TextBox 72">
            <a:extLst>
              <a:ext uri="{FF2B5EF4-FFF2-40B4-BE49-F238E27FC236}">
                <a16:creationId xmlns:a16="http://schemas.microsoft.com/office/drawing/2014/main" id="{EB1B80C9-C7C4-45E9-15FB-8338947D6B54}"/>
              </a:ext>
            </a:extLst>
          </p:cNvPr>
          <p:cNvSpPr txBox="1"/>
          <p:nvPr/>
        </p:nvSpPr>
        <p:spPr>
          <a:xfrm>
            <a:off x="11872632" y="4830510"/>
            <a:ext cx="2141551" cy="258532"/>
          </a:xfrm>
          <a:prstGeom prst="rect">
            <a:avLst/>
          </a:prstGeom>
          <a:noFill/>
        </p:spPr>
        <p:txBody>
          <a:bodyPr wrap="square" rtlCol="0">
            <a:spAutoFit/>
          </a:bodyPr>
          <a:lstStyle/>
          <a:p>
            <a:r>
              <a:rPr lang="en-US" sz="1080" dirty="0" err="1">
                <a:latin typeface="Avenir Next LT Pro" panose="020B0504020202020204" pitchFamily="34" charset="0"/>
              </a:rPr>
              <a:t>Fentimans</a:t>
            </a:r>
            <a:endParaRPr lang="en-US" sz="1080" dirty="0">
              <a:latin typeface="Avenir Next LT Pro" panose="020B0504020202020204" pitchFamily="34" charset="0"/>
            </a:endParaRPr>
          </a:p>
        </p:txBody>
      </p:sp>
      <p:sp>
        <p:nvSpPr>
          <p:cNvPr id="74" name="TextBox 73">
            <a:extLst>
              <a:ext uri="{FF2B5EF4-FFF2-40B4-BE49-F238E27FC236}">
                <a16:creationId xmlns:a16="http://schemas.microsoft.com/office/drawing/2014/main" id="{A5BDB8D6-3EBA-2829-CCCD-DEC9E176EE86}"/>
              </a:ext>
            </a:extLst>
          </p:cNvPr>
          <p:cNvSpPr txBox="1"/>
          <p:nvPr/>
        </p:nvSpPr>
        <p:spPr>
          <a:xfrm>
            <a:off x="11872632" y="5173914"/>
            <a:ext cx="2141551" cy="258532"/>
          </a:xfrm>
          <a:prstGeom prst="rect">
            <a:avLst/>
          </a:prstGeom>
          <a:noFill/>
        </p:spPr>
        <p:txBody>
          <a:bodyPr wrap="square" rtlCol="0">
            <a:spAutoFit/>
          </a:bodyPr>
          <a:lstStyle/>
          <a:p>
            <a:r>
              <a:rPr lang="en-US" sz="1080" dirty="0">
                <a:latin typeface="Avenir Next LT Pro" panose="020B0504020202020204" pitchFamily="34" charset="0"/>
              </a:rPr>
              <a:t>Green Cola</a:t>
            </a:r>
          </a:p>
        </p:txBody>
      </p:sp>
      <p:sp>
        <p:nvSpPr>
          <p:cNvPr id="75" name="TextBox 74">
            <a:extLst>
              <a:ext uri="{FF2B5EF4-FFF2-40B4-BE49-F238E27FC236}">
                <a16:creationId xmlns:a16="http://schemas.microsoft.com/office/drawing/2014/main" id="{D25DB04B-B00D-27C7-900B-2AE8500BC182}"/>
              </a:ext>
            </a:extLst>
          </p:cNvPr>
          <p:cNvSpPr txBox="1"/>
          <p:nvPr/>
        </p:nvSpPr>
        <p:spPr>
          <a:xfrm>
            <a:off x="11872632" y="5499791"/>
            <a:ext cx="2141551" cy="258532"/>
          </a:xfrm>
          <a:prstGeom prst="rect">
            <a:avLst/>
          </a:prstGeom>
          <a:noFill/>
        </p:spPr>
        <p:txBody>
          <a:bodyPr wrap="square" rtlCol="0">
            <a:spAutoFit/>
          </a:bodyPr>
          <a:lstStyle/>
          <a:p>
            <a:r>
              <a:rPr lang="en-US" sz="1080">
                <a:latin typeface="Avenir Next LT Pro" panose="020B0504020202020204" pitchFamily="34" charset="0"/>
              </a:rPr>
              <a:t>Other Mentions</a:t>
            </a:r>
          </a:p>
        </p:txBody>
      </p:sp>
      <p:sp>
        <p:nvSpPr>
          <p:cNvPr id="76" name="Rectangle 75">
            <a:extLst>
              <a:ext uri="{FF2B5EF4-FFF2-40B4-BE49-F238E27FC236}">
                <a16:creationId xmlns:a16="http://schemas.microsoft.com/office/drawing/2014/main" id="{C9929542-2903-DFCD-8166-9EC10050CE95}"/>
              </a:ext>
            </a:extLst>
          </p:cNvPr>
          <p:cNvSpPr/>
          <p:nvPr/>
        </p:nvSpPr>
        <p:spPr>
          <a:xfrm>
            <a:off x="11635308" y="3815820"/>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Brand</a:t>
            </a:r>
          </a:p>
        </p:txBody>
      </p:sp>
      <p:sp>
        <p:nvSpPr>
          <p:cNvPr id="11" name="TextBox 10">
            <a:extLst>
              <a:ext uri="{FF2B5EF4-FFF2-40B4-BE49-F238E27FC236}">
                <a16:creationId xmlns:a16="http://schemas.microsoft.com/office/drawing/2014/main" id="{6A6C3148-9A80-0726-4644-F65BB375BF65}"/>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2797FA65-B487-781C-C39D-8760287DACCD}"/>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212</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16B7C4FF-45C0-18CF-2259-05794E8A615E}"/>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34502337-D4DD-514C-CB11-861446FFB525}"/>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EFFFA292-9B1D-4E26-6ECA-FE967DDF05EA}"/>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AF8E5557-458F-EA61-4322-F5C219E3487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7EE07539-54A6-77D2-7465-0C719FC2B739}"/>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F84FDFE1-D45F-331D-CA77-46837EAAE7CB}"/>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A405DB42-C60A-CF38-7F27-8F66DDB50A3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A054E0BF-D2B3-DC8D-9E2C-FCFDB7384A59}"/>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4DDB740B-78AF-5962-0F6A-23EAEAF774AA}"/>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4" name="TextBox 3">
            <a:extLst>
              <a:ext uri="{FF2B5EF4-FFF2-40B4-BE49-F238E27FC236}">
                <a16:creationId xmlns:a16="http://schemas.microsoft.com/office/drawing/2014/main" id="{4D89A229-1504-A277-DD52-CADEEAAB9EAE}"/>
              </a:ext>
            </a:extLst>
          </p:cNvPr>
          <p:cNvSpPr txBox="1"/>
          <p:nvPr/>
        </p:nvSpPr>
        <p:spPr>
          <a:xfrm>
            <a:off x="4969464" y="2848428"/>
            <a:ext cx="3572501" cy="326898"/>
          </a:xfrm>
          <a:prstGeom prst="roundRect">
            <a:avLst/>
          </a:prstGeom>
          <a:noFill/>
        </p:spPr>
        <p:txBody>
          <a:bodyPr wrap="square" lIns="0" tIns="0" rIns="0" bIns="0" rtlCol="0" anchor="ctr">
            <a:spAutoFit/>
          </a:bodyPr>
          <a:lstStyle/>
          <a:p>
            <a:pPr algn="ctr" defTabSz="1097280">
              <a:defRPr/>
            </a:pPr>
            <a:r>
              <a:rPr lang="en-US" sz="1920" b="1" kern="0">
                <a:latin typeface="Avenir Next LT Pro" panose="020B0504020202020204" pitchFamily="34" charset="0"/>
              </a:rPr>
              <a:t>“Has a Real_______Taste”</a:t>
            </a:r>
          </a:p>
        </p:txBody>
      </p:sp>
      <p:sp>
        <p:nvSpPr>
          <p:cNvPr id="3" name="TextBox 2">
            <a:extLst>
              <a:ext uri="{FF2B5EF4-FFF2-40B4-BE49-F238E27FC236}">
                <a16:creationId xmlns:a16="http://schemas.microsoft.com/office/drawing/2014/main" id="{935379D6-C8E3-3B38-B4F1-E39E35CB4E7C}"/>
              </a:ext>
            </a:extLst>
          </p:cNvPr>
          <p:cNvSpPr txBox="1"/>
          <p:nvPr/>
        </p:nvSpPr>
        <p:spPr>
          <a:xfrm>
            <a:off x="1129944" y="4001592"/>
            <a:ext cx="5493935" cy="2862322"/>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AREAL</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Red: Coca Cola</a:t>
            </a:r>
            <a:endParaRPr lang="en-US" b="1" dirty="0">
              <a:solidFill>
                <a:srgbClr val="F40009"/>
              </a:solidFill>
              <a:latin typeface="Avenir Next LT Pro" panose="020B0504020202020204" pitchFamily="34" charset="0"/>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Blue</a:t>
            </a: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Pepsi</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kumimoji="0" lang="en-US" sz="1800" b="1" i="0" u="none" strike="noStrike" kern="1200" cap="none" spc="0" normalizeH="0" baseline="0" noProof="0" dirty="0" err="1">
                <a:ln>
                  <a:noFill/>
                </a:ln>
                <a:solidFill>
                  <a:srgbClr val="F40009"/>
                </a:solidFill>
                <a:effectLst/>
                <a:uLnTx/>
                <a:uFillTx/>
                <a:latin typeface="Avenir Next LT Pro" panose="020B0504020202020204" pitchFamily="34" charset="0"/>
                <a:ea typeface="+mn-ea"/>
                <a:cs typeface="+mn-cs"/>
              </a:rPr>
              <a:t>Fentimans</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Brown: Green Cola</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Black: Other mentions</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5" name="Group 4">
            <a:extLst>
              <a:ext uri="{FF2B5EF4-FFF2-40B4-BE49-F238E27FC236}">
                <a16:creationId xmlns:a16="http://schemas.microsoft.com/office/drawing/2014/main" id="{4CB6B51A-F300-C5D2-8860-4548AA09ED98}"/>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92ADE02A-31DF-4A86-BF8C-1BD1BE68DD9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4F6B6D06-8583-B02C-A5B5-483873A050F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9" name="Picture 8" descr="A bottle of soda with a red label&#10;&#10;Description automatically generated">
              <a:extLst>
                <a:ext uri="{FF2B5EF4-FFF2-40B4-BE49-F238E27FC236}">
                  <a16:creationId xmlns:a16="http://schemas.microsoft.com/office/drawing/2014/main" id="{FF08FF30-94CF-0C43-4683-24951DD5392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925962ED-8C9C-DF70-C404-C5C65D62B4EB}"/>
                </a:ext>
              </a:extLst>
            </p:cNvPr>
            <p:cNvPicPr>
              <a:picLocks noChangeAspect="1"/>
            </p:cNvPicPr>
            <p:nvPr/>
          </p:nvPicPr>
          <p:blipFill>
            <a:blip r:embed="rId4"/>
            <a:stretch>
              <a:fillRect/>
            </a:stretch>
          </p:blipFill>
          <p:spPr>
            <a:xfrm>
              <a:off x="8976350" y="421300"/>
              <a:ext cx="1404000" cy="1051290"/>
            </a:xfrm>
            <a:prstGeom prst="rect">
              <a:avLst/>
            </a:prstGeom>
          </p:spPr>
        </p:pic>
      </p:grpSp>
      <p:sp>
        <p:nvSpPr>
          <p:cNvPr id="8" name="Oval 7">
            <a:extLst>
              <a:ext uri="{FF2B5EF4-FFF2-40B4-BE49-F238E27FC236}">
                <a16:creationId xmlns:a16="http://schemas.microsoft.com/office/drawing/2014/main" id="{EFFBC75F-BD04-DC8B-51E5-EACEA5B0C77A}"/>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2391159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AD5BDA-C018-6526-745B-E31CA2632173}"/>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9CE7095E-61ED-1188-CC96-C53E8CFC104E}"/>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CC2639F2-498A-1E3D-38BB-16D3C373D23B}"/>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46C15622-6E77-7242-E770-1DEDDC9289D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4CDA8D0E-3D94-2352-F426-D125893E09DA}"/>
                </a:ext>
              </a:extLst>
            </p:cNvPr>
            <p:cNvGraphicFramePr/>
            <p:nvPr>
              <p:extLst>
                <p:ext uri="{D42A27DB-BD31-4B8C-83A1-F6EECF244321}">
                  <p14:modId xmlns:p14="http://schemas.microsoft.com/office/powerpoint/2010/main" val="1449807735"/>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7CE81374-A9DD-3D12-E4AA-BC118A3297D5}"/>
                </a:ext>
              </a:extLst>
            </p:cNvPr>
            <p:cNvSpPr txBox="1"/>
            <p:nvPr/>
          </p:nvSpPr>
          <p:spPr>
            <a:xfrm>
              <a:off x="2678096" y="2051329"/>
              <a:ext cx="1244956"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1EDFB95D-1976-4215-AC67-CEEC5A6E48DF}"/>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E119364A-9AFD-7872-8D1B-F83B630C666E}"/>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246D1625-F0EE-4EEC-3404-B217CD40831C}"/>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8BC9762D-08C2-18D3-934E-9E33F27B7FA2}"/>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B0854B66-8276-BF27-C309-AA5DAA3C2AB8}"/>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72" name="TextBox 71">
            <a:extLst>
              <a:ext uri="{FF2B5EF4-FFF2-40B4-BE49-F238E27FC236}">
                <a16:creationId xmlns:a16="http://schemas.microsoft.com/office/drawing/2014/main" id="{D01449CF-5A98-E2B3-B605-362E98D5B7DA}"/>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73" name="TextBox 72">
            <a:extLst>
              <a:ext uri="{FF2B5EF4-FFF2-40B4-BE49-F238E27FC236}">
                <a16:creationId xmlns:a16="http://schemas.microsoft.com/office/drawing/2014/main" id="{B6F59DC5-A095-4EB5-7682-1CF6845E63A4}"/>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6" name="Rectangle 75">
            <a:extLst>
              <a:ext uri="{FF2B5EF4-FFF2-40B4-BE49-F238E27FC236}">
                <a16:creationId xmlns:a16="http://schemas.microsoft.com/office/drawing/2014/main" id="{3D4B6504-7B46-A370-8B9F-92D8264283BE}"/>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3EE67D1B-2CBD-63B4-EDD9-D68F9248B130}"/>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8C857FD0-D2FA-3857-4231-DB91476BB192}"/>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FA7597E9-C474-2B1C-A431-791F151D9ABC}"/>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Prototypes 222</a:t>
            </a:r>
            <a:r>
              <a:rPr lang="en-US" sz="1600">
                <a:solidFill>
                  <a:srgbClr val="0070C0"/>
                </a:solidFill>
                <a:latin typeface="Avenir Next LT Pro" panose="020B0504020202020204" pitchFamily="34" charset="0"/>
              </a:rPr>
              <a:t>, 107</a:t>
            </a: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 and 577 show weaker association with “Coca-Cola Zero Sugar” compared to 4.0 Control.</a:t>
            </a:r>
          </a:p>
        </p:txBody>
      </p:sp>
      <p:grpSp>
        <p:nvGrpSpPr>
          <p:cNvPr id="61" name="Group 60">
            <a:extLst>
              <a:ext uri="{FF2B5EF4-FFF2-40B4-BE49-F238E27FC236}">
                <a16:creationId xmlns:a16="http://schemas.microsoft.com/office/drawing/2014/main" id="{C47461B7-B1F1-4FBA-509B-D97C265C03CC}"/>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82FECDD7-6975-0E76-7B2B-1C655E056A22}"/>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6D733CEE-36CC-D06D-DE69-A4370C4563B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F52E691C-9398-B55E-04ED-3681E23F9EBA}"/>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8C22AB59-913B-0DBD-BF3F-421939D41856}"/>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34BF6627-6F53-96EC-DEC5-364B8BAE9808}"/>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913BE601-45E6-4C72-67BF-CA446B860268}"/>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1D5CCE45-EFD6-D1C3-1616-37FAA8B34633}"/>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A7AE2FEE-2612-F765-9174-9C405CC2D41D}"/>
              </a:ext>
            </a:extLst>
          </p:cNvPr>
          <p:cNvSpPr txBox="1"/>
          <p:nvPr/>
        </p:nvSpPr>
        <p:spPr>
          <a:xfrm>
            <a:off x="5875851" y="2746381"/>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Coca-Cola</a:t>
            </a:r>
          </a:p>
        </p:txBody>
      </p:sp>
      <p:graphicFrame>
        <p:nvGraphicFramePr>
          <p:cNvPr id="25" name="Table 24">
            <a:extLst>
              <a:ext uri="{FF2B5EF4-FFF2-40B4-BE49-F238E27FC236}">
                <a16:creationId xmlns:a16="http://schemas.microsoft.com/office/drawing/2014/main" id="{AED691BD-4C6F-6590-492B-8A62EFEA5718}"/>
              </a:ext>
            </a:extLst>
          </p:cNvPr>
          <p:cNvGraphicFramePr>
            <a:graphicFrameLocks noGrp="1"/>
          </p:cNvGraphicFramePr>
          <p:nvPr>
            <p:extLst>
              <p:ext uri="{D42A27DB-BD31-4B8C-83A1-F6EECF244321}">
                <p14:modId xmlns:p14="http://schemas.microsoft.com/office/powerpoint/2010/main" val="1199280718"/>
              </p:ext>
            </p:extLst>
          </p:nvPr>
        </p:nvGraphicFramePr>
        <p:xfrm>
          <a:off x="646199" y="3192117"/>
          <a:ext cx="10125001" cy="323088"/>
        </p:xfrm>
        <a:graphic>
          <a:graphicData uri="http://schemas.openxmlformats.org/drawingml/2006/table">
            <a:tbl>
              <a:tblPr firstRow="1" bandRow="1">
                <a:tableStyleId>{5940675A-B579-460E-94D1-54222C63F5DA}</a:tableStyleId>
              </a:tblPr>
              <a:tblGrid>
                <a:gridCol w="2032201">
                  <a:extLst>
                    <a:ext uri="{9D8B030D-6E8A-4147-A177-3AD203B41FA5}">
                      <a16:colId xmlns:a16="http://schemas.microsoft.com/office/drawing/2014/main" val="1775160107"/>
                    </a:ext>
                  </a:extLst>
                </a:gridCol>
                <a:gridCol w="2296800">
                  <a:extLst>
                    <a:ext uri="{9D8B030D-6E8A-4147-A177-3AD203B41FA5}">
                      <a16:colId xmlns:a16="http://schemas.microsoft.com/office/drawing/2014/main" val="1116568623"/>
                    </a:ext>
                  </a:extLst>
                </a:gridCol>
                <a:gridCol w="1648800">
                  <a:extLst>
                    <a:ext uri="{9D8B030D-6E8A-4147-A177-3AD203B41FA5}">
                      <a16:colId xmlns:a16="http://schemas.microsoft.com/office/drawing/2014/main" val="2398132556"/>
                    </a:ext>
                  </a:extLst>
                </a:gridCol>
                <a:gridCol w="2309815">
                  <a:extLst>
                    <a:ext uri="{9D8B030D-6E8A-4147-A177-3AD203B41FA5}">
                      <a16:colId xmlns:a16="http://schemas.microsoft.com/office/drawing/2014/main" val="831300297"/>
                    </a:ext>
                  </a:extLst>
                </a:gridCol>
                <a:gridCol w="1837385">
                  <a:extLst>
                    <a:ext uri="{9D8B030D-6E8A-4147-A177-3AD203B41FA5}">
                      <a16:colId xmlns:a16="http://schemas.microsoft.com/office/drawing/2014/main" val="278717131"/>
                    </a:ext>
                  </a:extLst>
                </a:gridCol>
              </a:tblGrid>
              <a:tr h="209253">
                <a:tc>
                  <a:txBody>
                    <a:bodyPr/>
                    <a:lstStyle/>
                    <a:p>
                      <a:r>
                        <a:rPr lang="en-US" sz="1400" b="1">
                          <a:latin typeface="Avenir Next LT Pro" panose="020B0504020202020204" pitchFamily="34" charset="0"/>
                        </a:rPr>
                        <a:t>Coca-Cola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5" name="TextBox 14">
            <a:extLst>
              <a:ext uri="{FF2B5EF4-FFF2-40B4-BE49-F238E27FC236}">
                <a16:creationId xmlns:a16="http://schemas.microsoft.com/office/drawing/2014/main" id="{0D70BD04-CB6B-21B7-2915-4C1A1BF73465}"/>
              </a:ext>
            </a:extLst>
          </p:cNvPr>
          <p:cNvSpPr txBox="1"/>
          <p:nvPr/>
        </p:nvSpPr>
        <p:spPr>
          <a:xfrm>
            <a:off x="5654841" y="2230412"/>
            <a:ext cx="2435059" cy="340519"/>
          </a:xfrm>
          <a:prstGeom prst="roundRect">
            <a:avLst/>
          </a:prstGeom>
          <a:solidFill>
            <a:srgbClr val="7030A0"/>
          </a:solidFill>
        </p:spPr>
        <p:txBody>
          <a:bodyPr wrap="square" lIns="0" tIns="0" rIns="0" bIns="0" rtlCol="0" anchor="ctr">
            <a:spAutoFit/>
          </a:bodyPr>
          <a:lstStyle/>
          <a:p>
            <a:pPr algn="ctr">
              <a:defRPr/>
            </a:pPr>
            <a:r>
              <a:rPr lang="en-US" sz="2000" b="1" kern="0" dirty="0">
                <a:solidFill>
                  <a:prstClr val="white"/>
                </a:solidFill>
                <a:latin typeface="Avenir Next LT Pro" panose="020B0504020202020204" pitchFamily="34" charset="0"/>
              </a:rPr>
              <a:t>Neutrals To Cola </a:t>
            </a:r>
          </a:p>
        </p:txBody>
      </p:sp>
      <p:sp>
        <p:nvSpPr>
          <p:cNvPr id="3" name="TextBox 2">
            <a:extLst>
              <a:ext uri="{FF2B5EF4-FFF2-40B4-BE49-F238E27FC236}">
                <a16:creationId xmlns:a16="http://schemas.microsoft.com/office/drawing/2014/main" id="{2AEC5A0F-52A7-C7C3-A0AE-F0C302B1C1E1}"/>
              </a:ext>
            </a:extLst>
          </p:cNvPr>
          <p:cNvSpPr txBox="1"/>
          <p:nvPr/>
        </p:nvSpPr>
        <p:spPr>
          <a:xfrm>
            <a:off x="332975" y="4754911"/>
            <a:ext cx="4681322" cy="2031325"/>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AMATC</a:t>
            </a:r>
          </a:p>
          <a:p>
            <a:pPr marL="0" marR="0" lvl="0" indent="0" algn="r" defTabSz="457200" rtl="0" eaLnBrk="1" fontAlgn="auto" latinLnBrk="0" hangingPunct="1">
              <a:lnSpc>
                <a:spcPct val="100000"/>
              </a:lnSpc>
              <a:spcBef>
                <a:spcPts val="0"/>
              </a:spcBef>
              <a:spcAft>
                <a:spcPts val="0"/>
              </a:spcAft>
              <a:buClrTx/>
              <a:buSzTx/>
              <a:buFontTx/>
              <a:buNone/>
              <a:tabLst/>
              <a:defRPr/>
            </a:pPr>
            <a:endParaRPr lang="en-US" b="1" dirty="0">
              <a:solidFill>
                <a:srgbClr val="F40009"/>
              </a:solidFill>
              <a:latin typeface="Avenir Next LT Pro" panose="020B0504020202020204" pitchFamily="34" charset="0"/>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Dark Pink: Coca Cola Original Taste</a:t>
            </a:r>
            <a:endParaRPr lang="en-US" b="1" dirty="0">
              <a:solidFill>
                <a:srgbClr val="F40009"/>
              </a:solidFill>
              <a:latin typeface="Avenir Next LT Pro" panose="020B0504020202020204" pitchFamily="34" charset="0"/>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Medium Pink: Coca Cola Zero Sugar</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Light pink: Diet coke</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5" name="Group 4">
            <a:extLst>
              <a:ext uri="{FF2B5EF4-FFF2-40B4-BE49-F238E27FC236}">
                <a16:creationId xmlns:a16="http://schemas.microsoft.com/office/drawing/2014/main" id="{AC377265-957F-9E6F-9D0A-72104533D251}"/>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56680391-C2BB-0CFB-DE8A-8196B099CA1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97234C17-26C6-0EBF-51E1-42913C3133A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1C397253-D478-6A32-0DBB-32909A1839A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9F860744-FD87-75B1-0269-0FC91B18C0CF}"/>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3" name="Oval 12">
            <a:extLst>
              <a:ext uri="{FF2B5EF4-FFF2-40B4-BE49-F238E27FC236}">
                <a16:creationId xmlns:a16="http://schemas.microsoft.com/office/drawing/2014/main" id="{BC0DF451-C313-F926-92BE-C3AB569974B0}"/>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093795680"/>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A328CD-3763-4419-EB84-D8462C36E86B}"/>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CB149BD0-0279-31C7-FCCF-C35AA53AC2B6}"/>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4560E388-5CF9-1685-C01D-AB4AD5517D85}"/>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74D71159-CB38-2D97-A81E-1B5C5C1366C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114355CA-85F6-5B3D-218C-2FC1818F4CC6}"/>
                </a:ext>
              </a:extLst>
            </p:cNvPr>
            <p:cNvGraphicFramePr/>
            <p:nvPr>
              <p:extLst>
                <p:ext uri="{D42A27DB-BD31-4B8C-83A1-F6EECF244321}">
                  <p14:modId xmlns:p14="http://schemas.microsoft.com/office/powerpoint/2010/main" val="361547591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9F40BA3D-A2D3-C25F-4F6B-7AC841CF043F}"/>
                </a:ext>
              </a:extLst>
            </p:cNvPr>
            <p:cNvSpPr txBox="1"/>
            <p:nvPr/>
          </p:nvSpPr>
          <p:spPr>
            <a:xfrm>
              <a:off x="2678090" y="2051329"/>
              <a:ext cx="1244957"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843BB703-737A-450D-41C5-EE7D854EE87F}"/>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AC228B82-0E54-8A0E-0347-E691339F0B43}"/>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D556D856-8045-21BC-FB58-5A4A34F074CC}"/>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3B6995BF-9A9B-4CE1-16BD-DF52330778D6}"/>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BD1EEF04-D3CE-CB4F-A962-504F9688EEE4}"/>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72" name="TextBox 71">
            <a:extLst>
              <a:ext uri="{FF2B5EF4-FFF2-40B4-BE49-F238E27FC236}">
                <a16:creationId xmlns:a16="http://schemas.microsoft.com/office/drawing/2014/main" id="{C21694A4-5C75-EB04-4FD9-3639FDD04B70}"/>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73" name="TextBox 72">
            <a:extLst>
              <a:ext uri="{FF2B5EF4-FFF2-40B4-BE49-F238E27FC236}">
                <a16:creationId xmlns:a16="http://schemas.microsoft.com/office/drawing/2014/main" id="{E710A8A2-04EE-1ECA-28F8-BFDC722D95CE}"/>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76" name="Rectangle 75">
            <a:extLst>
              <a:ext uri="{FF2B5EF4-FFF2-40B4-BE49-F238E27FC236}">
                <a16:creationId xmlns:a16="http://schemas.microsoft.com/office/drawing/2014/main" id="{3E3F5155-70F6-217A-8AA3-00842E94D8C5}"/>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8E7A3E98-EECE-DEC6-16F5-1C866005BBBE}"/>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411340B3-D171-0D92-95E4-D04DFC804894}"/>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AC631AF5-D779-CD9E-9C96-BE34F0B2C0B5}"/>
              </a:ext>
            </a:extLst>
          </p:cNvPr>
          <p:cNvSpPr txBox="1">
            <a:spLocks/>
          </p:cNvSpPr>
          <p:nvPr/>
        </p:nvSpPr>
        <p:spPr>
          <a:xfrm>
            <a:off x="666391" y="676995"/>
            <a:ext cx="7812140" cy="971237"/>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lang="en-US" sz="1600">
                <a:solidFill>
                  <a:srgbClr val="0070C0"/>
                </a:solidFill>
                <a:latin typeface="Avenir Next LT Pro" panose="020B0504020202020204" pitchFamily="34" charset="0"/>
              </a:rPr>
              <a:t>Prototype 107 has significantly higher perceptions of Pepsi brand than Control. Rest of the prototypes are on par with the Control.</a:t>
            </a:r>
            <a:endPar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endParaRPr>
          </a:p>
        </p:txBody>
      </p:sp>
      <p:grpSp>
        <p:nvGrpSpPr>
          <p:cNvPr id="61" name="Group 60">
            <a:extLst>
              <a:ext uri="{FF2B5EF4-FFF2-40B4-BE49-F238E27FC236}">
                <a16:creationId xmlns:a16="http://schemas.microsoft.com/office/drawing/2014/main" id="{D175ABC4-0B05-A944-2B71-ADE0D19DBFD9}"/>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413FF3B5-64DA-1CCE-8C6C-ECC16123F9DF}"/>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7695BF89-7476-AE98-4544-CEB3FD40DF2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6755B93D-A618-3DFA-2A21-4EF0EF5F8936}"/>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232B3131-108F-AE40-0AFA-9313875229CF}"/>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EE976B6-0C03-BB55-671E-8AB1D0AC7DB3}"/>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8A21A9B8-188E-0F9F-AD54-1FF64BBE8C15}"/>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DD3394E7-023D-DA66-3086-B663E06C2D4A}"/>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06412705-7137-C1FC-AA45-C0C0B0C8CC7E}"/>
              </a:ext>
            </a:extLst>
          </p:cNvPr>
          <p:cNvSpPr txBox="1"/>
          <p:nvPr/>
        </p:nvSpPr>
        <p:spPr>
          <a:xfrm>
            <a:off x="5875851" y="2762726"/>
            <a:ext cx="1833258" cy="326898"/>
          </a:xfrm>
          <a:prstGeom prst="roundRect">
            <a:avLst/>
          </a:prstGeom>
          <a:noFill/>
          <a:ln>
            <a:solidFill>
              <a:srgbClr val="002060"/>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Pepsi</a:t>
            </a:r>
          </a:p>
        </p:txBody>
      </p:sp>
      <p:graphicFrame>
        <p:nvGraphicFramePr>
          <p:cNvPr id="5" name="Table 4">
            <a:extLst>
              <a:ext uri="{FF2B5EF4-FFF2-40B4-BE49-F238E27FC236}">
                <a16:creationId xmlns:a16="http://schemas.microsoft.com/office/drawing/2014/main" id="{1DED7F49-44D4-430D-83B9-D7C7D2C6630D}"/>
              </a:ext>
            </a:extLst>
          </p:cNvPr>
          <p:cNvGraphicFramePr>
            <a:graphicFrameLocks noGrp="1"/>
          </p:cNvGraphicFramePr>
          <p:nvPr>
            <p:extLst>
              <p:ext uri="{D42A27DB-BD31-4B8C-83A1-F6EECF244321}">
                <p14:modId xmlns:p14="http://schemas.microsoft.com/office/powerpoint/2010/main" val="3947434572"/>
              </p:ext>
            </p:extLst>
          </p:nvPr>
        </p:nvGraphicFramePr>
        <p:xfrm>
          <a:off x="646199" y="3192117"/>
          <a:ext cx="10067401" cy="323088"/>
        </p:xfrm>
        <a:graphic>
          <a:graphicData uri="http://schemas.openxmlformats.org/drawingml/2006/table">
            <a:tbl>
              <a:tblPr firstRow="1" bandRow="1">
                <a:tableStyleId>{5940675A-B579-460E-94D1-54222C63F5DA}</a:tableStyleId>
              </a:tblPr>
              <a:tblGrid>
                <a:gridCol w="2003401">
                  <a:extLst>
                    <a:ext uri="{9D8B030D-6E8A-4147-A177-3AD203B41FA5}">
                      <a16:colId xmlns:a16="http://schemas.microsoft.com/office/drawing/2014/main" val="1775160107"/>
                    </a:ext>
                  </a:extLst>
                </a:gridCol>
                <a:gridCol w="2152800">
                  <a:extLst>
                    <a:ext uri="{9D8B030D-6E8A-4147-A177-3AD203B41FA5}">
                      <a16:colId xmlns:a16="http://schemas.microsoft.com/office/drawing/2014/main" val="1116568623"/>
                    </a:ext>
                  </a:extLst>
                </a:gridCol>
                <a:gridCol w="1951200">
                  <a:extLst>
                    <a:ext uri="{9D8B030D-6E8A-4147-A177-3AD203B41FA5}">
                      <a16:colId xmlns:a16="http://schemas.microsoft.com/office/drawing/2014/main" val="2398132556"/>
                    </a:ext>
                  </a:extLst>
                </a:gridCol>
                <a:gridCol w="2133068">
                  <a:extLst>
                    <a:ext uri="{9D8B030D-6E8A-4147-A177-3AD203B41FA5}">
                      <a16:colId xmlns:a16="http://schemas.microsoft.com/office/drawing/2014/main" val="831300297"/>
                    </a:ext>
                  </a:extLst>
                </a:gridCol>
                <a:gridCol w="1826932">
                  <a:extLst>
                    <a:ext uri="{9D8B030D-6E8A-4147-A177-3AD203B41FA5}">
                      <a16:colId xmlns:a16="http://schemas.microsoft.com/office/drawing/2014/main" val="278717131"/>
                    </a:ext>
                  </a:extLst>
                </a:gridCol>
              </a:tblGrid>
              <a:tr h="198783">
                <a:tc>
                  <a:txBody>
                    <a:bodyPr/>
                    <a:lstStyle/>
                    <a:p>
                      <a:r>
                        <a:rPr lang="en-US" sz="1400" b="1">
                          <a:latin typeface="Avenir Next LT Pro" panose="020B0504020202020204" pitchFamily="34" charset="0"/>
                        </a:rPr>
                        <a:t>Pepsi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29%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3" name="TextBox 12">
            <a:extLst>
              <a:ext uri="{FF2B5EF4-FFF2-40B4-BE49-F238E27FC236}">
                <a16:creationId xmlns:a16="http://schemas.microsoft.com/office/drawing/2014/main" id="{52E8D475-BEC7-58A8-2221-8AC3F3252C8F}"/>
              </a:ext>
            </a:extLst>
          </p:cNvPr>
          <p:cNvSpPr txBox="1"/>
          <p:nvPr/>
        </p:nvSpPr>
        <p:spPr>
          <a:xfrm>
            <a:off x="5654841" y="2249255"/>
            <a:ext cx="2409659" cy="326898"/>
          </a:xfrm>
          <a:prstGeom prst="roundRect">
            <a:avLst/>
          </a:prstGeom>
          <a:solidFill>
            <a:srgbClr val="7030A0"/>
          </a:solidFill>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Neutrals To Cola </a:t>
            </a:r>
          </a:p>
        </p:txBody>
      </p:sp>
      <p:sp>
        <p:nvSpPr>
          <p:cNvPr id="3" name="TextBox 2">
            <a:extLst>
              <a:ext uri="{FF2B5EF4-FFF2-40B4-BE49-F238E27FC236}">
                <a16:creationId xmlns:a16="http://schemas.microsoft.com/office/drawing/2014/main" id="{F4CD8778-BFD8-05FA-0C07-B0B783E3B892}"/>
              </a:ext>
            </a:extLst>
          </p:cNvPr>
          <p:cNvSpPr txBox="1"/>
          <p:nvPr/>
        </p:nvSpPr>
        <p:spPr>
          <a:xfrm>
            <a:off x="818110" y="4003152"/>
            <a:ext cx="4681322" cy="2031325"/>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AMATC</a:t>
            </a:r>
          </a:p>
          <a:p>
            <a:pPr marL="0" marR="0" lvl="0" indent="0" algn="r" defTabSz="457200" rtl="0" eaLnBrk="1" fontAlgn="auto" latinLnBrk="0" hangingPunct="1">
              <a:lnSpc>
                <a:spcPct val="100000"/>
              </a:lnSpc>
              <a:spcBef>
                <a:spcPts val="0"/>
              </a:spcBef>
              <a:spcAft>
                <a:spcPts val="0"/>
              </a:spcAft>
              <a:buClrTx/>
              <a:buSzTx/>
              <a:buFontTx/>
              <a:buNone/>
              <a:tabLst/>
              <a:defRPr/>
            </a:pPr>
            <a:endParaRPr lang="en-US" b="1" dirty="0">
              <a:solidFill>
                <a:srgbClr val="F40009"/>
              </a:solidFill>
              <a:latin typeface="Avenir Next LT Pro" panose="020B0504020202020204" pitchFamily="34" charset="0"/>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Dark Blue: Pepsi Max</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Medium Blue: Diet Pepsi</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Light Blue: Pepsi Original</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7" name="Group 6">
            <a:extLst>
              <a:ext uri="{FF2B5EF4-FFF2-40B4-BE49-F238E27FC236}">
                <a16:creationId xmlns:a16="http://schemas.microsoft.com/office/drawing/2014/main" id="{D523D1DF-F888-F662-E314-6DF6FC9B71BC}"/>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868F7790-0B48-59DB-9FB8-1650CD39C7F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3337356E-D8FF-BEE3-2578-FC295ABFB33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2E6B4D19-B7AC-E87F-E84C-F6628040E9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5616E12E-05CE-1851-E0AB-D87B18B4D198}"/>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6" name="Oval 5">
            <a:extLst>
              <a:ext uri="{FF2B5EF4-FFF2-40B4-BE49-F238E27FC236}">
                <a16:creationId xmlns:a16="http://schemas.microsoft.com/office/drawing/2014/main" id="{9C9FD688-0E3D-B499-D893-9AE4B69032FF}"/>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729477168"/>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3BEC51-C102-A9C7-F65B-E28B3BA07671}"/>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EAE295B3-7683-7F13-749F-F2B4D7FEE609}"/>
              </a:ext>
            </a:extLst>
          </p:cNvPr>
          <p:cNvSpPr>
            <a:spLocks noGrp="1"/>
          </p:cNvSpPr>
          <p:nvPr>
            <p:ph type="ctrTitle"/>
          </p:nvPr>
        </p:nvSpPr>
        <p:spPr>
          <a:xfrm>
            <a:off x="601852" y="2865842"/>
            <a:ext cx="13716000" cy="1354217"/>
          </a:xfrm>
        </p:spPr>
        <p:txBody>
          <a:bodyPr/>
          <a:lstStyle/>
          <a:p>
            <a:r>
              <a:rPr lang="en-US" sz="4400" dirty="0"/>
              <a:t>Neutrals To Cola Results</a:t>
            </a:r>
            <a:br>
              <a:rPr lang="en-US" sz="4400" dirty="0"/>
            </a:br>
            <a:r>
              <a:rPr lang="en-US" sz="4400" dirty="0"/>
              <a:t>(4.0 Prototypes vs. Each Other)</a:t>
            </a:r>
          </a:p>
        </p:txBody>
      </p:sp>
      <p:sp>
        <p:nvSpPr>
          <p:cNvPr id="4" name="Slide Number Placeholder 3">
            <a:extLst>
              <a:ext uri="{FF2B5EF4-FFF2-40B4-BE49-F238E27FC236}">
                <a16:creationId xmlns:a16="http://schemas.microsoft.com/office/drawing/2014/main" id="{0A4B39F2-1FAB-58E7-6EF8-3F9067370D15}"/>
              </a:ext>
            </a:extLst>
          </p:cNvPr>
          <p:cNvSpPr>
            <a:spLocks noGrp="1"/>
          </p:cNvSpPr>
          <p:nvPr>
            <p:ph type="sldNum" sz="quarter" idx="14"/>
          </p:nvPr>
        </p:nvSpPr>
        <p:spPr/>
        <p:txBody>
          <a:bodyPr/>
          <a:lstStyle/>
          <a:p>
            <a:fld id="{9BBCFCA3-D307-4DD3-86E3-CC1388E97AC0}" type="slidenum">
              <a:rPr lang="en-US" smtClean="0"/>
              <a:pPr/>
              <a:t>215</a:t>
            </a:fld>
            <a:endParaRPr lang="en-US"/>
          </a:p>
        </p:txBody>
      </p:sp>
      <p:grpSp>
        <p:nvGrpSpPr>
          <p:cNvPr id="2" name="Group 1">
            <a:extLst>
              <a:ext uri="{FF2B5EF4-FFF2-40B4-BE49-F238E27FC236}">
                <a16:creationId xmlns:a16="http://schemas.microsoft.com/office/drawing/2014/main" id="{7396E3F7-687C-980C-1DD8-6BC8F0D275AA}"/>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0705B001-FB2E-1889-71E4-88D071A6550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0" name="TextBox 9">
              <a:extLst>
                <a:ext uri="{FF2B5EF4-FFF2-40B4-BE49-F238E27FC236}">
                  <a16:creationId xmlns:a16="http://schemas.microsoft.com/office/drawing/2014/main" id="{DD8C213D-D62E-95E8-294E-BF50DEDDB04E}"/>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1" name="Picture 10" descr="A bottle of soda with a red label&#10;&#10;Description automatically generated">
              <a:extLst>
                <a:ext uri="{FF2B5EF4-FFF2-40B4-BE49-F238E27FC236}">
                  <a16:creationId xmlns:a16="http://schemas.microsoft.com/office/drawing/2014/main" id="{2AE513DA-44CD-1A98-57C4-09F50A84487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2" name="Picture 11" descr="A flag on a button&#10;&#10;Description automatically generated">
              <a:extLst>
                <a:ext uri="{FF2B5EF4-FFF2-40B4-BE49-F238E27FC236}">
                  <a16:creationId xmlns:a16="http://schemas.microsoft.com/office/drawing/2014/main" id="{92E87F07-F8C7-0110-D23A-6155C75E8751}"/>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60125607"/>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3FB3E0-9B00-0EB4-BD74-1B4CB4E562E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2268A0D-C382-AD10-CBB8-100E84574138}"/>
              </a:ext>
            </a:extLst>
          </p:cNvPr>
          <p:cNvSpPr>
            <a:spLocks noGrp="1"/>
          </p:cNvSpPr>
          <p:nvPr>
            <p:ph type="sldNum" sz="quarter" idx="14"/>
          </p:nvPr>
        </p:nvSpPr>
        <p:spPr/>
        <p:txBody>
          <a:bodyPr/>
          <a:lstStyle/>
          <a:p>
            <a:fld id="{9BBCFCA3-D307-4DD3-86E3-CC1388E97AC0}" type="slidenum">
              <a:rPr lang="en-US" smtClean="0"/>
              <a:pPr/>
              <a:t>216</a:t>
            </a:fld>
            <a:endParaRPr lang="en-US"/>
          </a:p>
        </p:txBody>
      </p:sp>
      <p:grpSp>
        <p:nvGrpSpPr>
          <p:cNvPr id="10" name="Group 9">
            <a:extLst>
              <a:ext uri="{FF2B5EF4-FFF2-40B4-BE49-F238E27FC236}">
                <a16:creationId xmlns:a16="http://schemas.microsoft.com/office/drawing/2014/main" id="{A71B95CE-1937-BFC2-BDC5-7488526E3BA5}"/>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36C079B-06B3-A3CC-0709-37EF95242CEB}"/>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D2E7C10-6809-70AB-DEE1-78A49C7C453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AFE41FC9-648A-6F93-0FCC-0A4C2A99D831}"/>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CA36434B-C251-7944-9D68-45A2FFACCFC4}"/>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3521FF79-C67E-368A-F735-0FEAFD212AFC}"/>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6E68ADF0-2475-D2A0-3B0D-6AD22A1FE613}"/>
              </a:ext>
            </a:extLst>
          </p:cNvPr>
          <p:cNvGraphicFramePr>
            <a:graphicFrameLocks noGrp="1"/>
          </p:cNvGraphicFramePr>
          <p:nvPr>
            <p:extLst>
              <p:ext uri="{D42A27DB-BD31-4B8C-83A1-F6EECF244321}">
                <p14:modId xmlns:p14="http://schemas.microsoft.com/office/powerpoint/2010/main" val="3302921386"/>
              </p:ext>
            </p:extLst>
          </p:nvPr>
        </p:nvGraphicFramePr>
        <p:xfrm>
          <a:off x="3571726" y="2397542"/>
          <a:ext cx="7486948" cy="3566160"/>
        </p:xfrm>
        <a:graphic>
          <a:graphicData uri="http://schemas.openxmlformats.org/drawingml/2006/table">
            <a:tbl>
              <a:tblPr firstRow="1" bandRow="1">
                <a:tableStyleId>{5C22544A-7EE6-4342-B048-85BDC9FD1C3A}</a:tableStyleId>
              </a:tblPr>
              <a:tblGrid>
                <a:gridCol w="2458402">
                  <a:extLst>
                    <a:ext uri="{9D8B030D-6E8A-4147-A177-3AD203B41FA5}">
                      <a16:colId xmlns:a16="http://schemas.microsoft.com/office/drawing/2014/main" val="665467437"/>
                    </a:ext>
                  </a:extLst>
                </a:gridCol>
                <a:gridCol w="1676182">
                  <a:extLst>
                    <a:ext uri="{9D8B030D-6E8A-4147-A177-3AD203B41FA5}">
                      <a16:colId xmlns:a16="http://schemas.microsoft.com/office/drawing/2014/main" val="2678574176"/>
                    </a:ext>
                  </a:extLst>
                </a:gridCol>
                <a:gridCol w="1676182">
                  <a:extLst>
                    <a:ext uri="{9D8B030D-6E8A-4147-A177-3AD203B41FA5}">
                      <a16:colId xmlns:a16="http://schemas.microsoft.com/office/drawing/2014/main" val="364985952"/>
                    </a:ext>
                  </a:extLst>
                </a:gridCol>
                <a:gridCol w="1676182">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6.40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0080">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0080">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39.46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42.00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43.33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15D57183-EE62-3BB7-323B-A5CA0F158B71}"/>
              </a:ext>
            </a:extLst>
          </p:cNvPr>
          <p:cNvSpPr txBox="1"/>
          <p:nvPr/>
        </p:nvSpPr>
        <p:spPr>
          <a:xfrm>
            <a:off x="3771900" y="2486208"/>
            <a:ext cx="2119916" cy="276999"/>
          </a:xfrm>
          <a:prstGeom prst="rect">
            <a:avLst/>
          </a:prstGeom>
          <a:noFill/>
        </p:spPr>
        <p:txBody>
          <a:bodyPr wrap="square" lIns="0" tIns="0" rIns="0" bIns="0" rtlCol="0">
            <a:spAutoFit/>
          </a:bodyPr>
          <a:lstStyle/>
          <a:p>
            <a:pPr algn="ctr" defTabSz="548640">
              <a:defRPr/>
            </a:pPr>
            <a:r>
              <a:rPr lang="en-US" b="1" kern="0" dirty="0">
                <a:solidFill>
                  <a:srgbClr val="7030A0"/>
                </a:solidFill>
                <a:latin typeface="Avenir Next LT Pro" panose="020B0504020202020204" pitchFamily="34" charset="0"/>
              </a:rPr>
              <a:t>Neutrals To Cola </a:t>
            </a:r>
          </a:p>
        </p:txBody>
      </p:sp>
      <p:sp>
        <p:nvSpPr>
          <p:cNvPr id="5" name="TextBox 4">
            <a:extLst>
              <a:ext uri="{FF2B5EF4-FFF2-40B4-BE49-F238E27FC236}">
                <a16:creationId xmlns:a16="http://schemas.microsoft.com/office/drawing/2014/main" id="{E475CE11-A16D-E542-5260-2985B5FFE603}"/>
              </a:ext>
            </a:extLst>
          </p:cNvPr>
          <p:cNvSpPr txBox="1"/>
          <p:nvPr/>
        </p:nvSpPr>
        <p:spPr>
          <a:xfrm>
            <a:off x="2414512" y="3163125"/>
            <a:ext cx="5995527" cy="1200329"/>
          </a:xfrm>
          <a:prstGeom prst="rect">
            <a:avLst/>
          </a:prstGeom>
          <a:solidFill>
            <a:srgbClr val="FFFF00"/>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AVR2 Mean</a:t>
            </a:r>
          </a:p>
          <a:p>
            <a:pPr marL="0" marR="0" lvl="0" indent="0" algn="l"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ASAT Mean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a:t>
            </a:r>
            <a:r>
              <a:rPr lang="en-US" b="1" dirty="0">
                <a:solidFill>
                  <a:srgbClr val="F40009"/>
                </a:solidFill>
                <a:latin typeface="Avenir Next LT Pro" panose="020B0504020202020204" pitchFamily="34" charset="0"/>
              </a:rPr>
              <a:t>REF6 Mean</a:t>
            </a:r>
          </a:p>
          <a:p>
            <a:pPr marL="0" marR="0" lvl="0" indent="0" algn="l"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AFT4X CUSTOM REPERCENTAGE OF PUNCH 2</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3" name="Group 2">
            <a:extLst>
              <a:ext uri="{FF2B5EF4-FFF2-40B4-BE49-F238E27FC236}">
                <a16:creationId xmlns:a16="http://schemas.microsoft.com/office/drawing/2014/main" id="{ADD1D87D-F5EB-6754-2608-6B312E5F09A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A69A829A-8CB0-33F2-B104-14BAFBF63C8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A16DFB53-C608-331F-C537-51F80C22F971}"/>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D5C2C796-BB7A-24B5-5089-C0B2E13CEFA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6E293D2F-3FDC-9350-1DAC-E99D9E67EDB1}"/>
                </a:ext>
              </a:extLst>
            </p:cNvPr>
            <p:cNvPicPr>
              <a:picLocks noChangeAspect="1"/>
            </p:cNvPicPr>
            <p:nvPr/>
          </p:nvPicPr>
          <p:blipFill>
            <a:blip r:embed="rId3"/>
            <a:stretch>
              <a:fillRect/>
            </a:stretch>
          </p:blipFill>
          <p:spPr>
            <a:xfrm>
              <a:off x="8976350" y="421300"/>
              <a:ext cx="1404000" cy="1051290"/>
            </a:xfrm>
            <a:prstGeom prst="rect">
              <a:avLst/>
            </a:prstGeom>
          </p:spPr>
        </p:pic>
      </p:grpSp>
      <p:sp>
        <p:nvSpPr>
          <p:cNvPr id="14" name="Oval 13">
            <a:extLst>
              <a:ext uri="{FF2B5EF4-FFF2-40B4-BE49-F238E27FC236}">
                <a16:creationId xmlns:a16="http://schemas.microsoft.com/office/drawing/2014/main" id="{8F8B731E-3E94-0DDE-7278-2B32E64035E5}"/>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703524547"/>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17B290-938E-035C-C05C-A0BF0B300319}"/>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7EC86250-C650-8D04-3830-4AF41CB352F0}"/>
              </a:ext>
            </a:extLst>
          </p:cNvPr>
          <p:cNvGraphicFramePr>
            <a:graphicFrameLocks noGrp="1"/>
          </p:cNvGraphicFramePr>
          <p:nvPr>
            <p:extLst>
              <p:ext uri="{D42A27DB-BD31-4B8C-83A1-F6EECF244321}">
                <p14:modId xmlns:p14="http://schemas.microsoft.com/office/powerpoint/2010/main" val="3546556729"/>
              </p:ext>
            </p:extLst>
          </p:nvPr>
        </p:nvGraphicFramePr>
        <p:xfrm>
          <a:off x="4459842" y="2883129"/>
          <a:ext cx="5710717" cy="2926080"/>
        </p:xfrm>
        <a:graphic>
          <a:graphicData uri="http://schemas.openxmlformats.org/drawingml/2006/table">
            <a:tbl>
              <a:tblPr firstRow="1" bandRow="1">
                <a:tableStyleId>{5C22544A-7EE6-4342-B048-85BDC9FD1C3A}</a:tableStyleId>
              </a:tblPr>
              <a:tblGrid>
                <a:gridCol w="2039542">
                  <a:extLst>
                    <a:ext uri="{9D8B030D-6E8A-4147-A177-3AD203B41FA5}">
                      <a16:colId xmlns:a16="http://schemas.microsoft.com/office/drawing/2014/main" val="665467437"/>
                    </a:ext>
                  </a:extLst>
                </a:gridCol>
                <a:gridCol w="1223725">
                  <a:extLst>
                    <a:ext uri="{9D8B030D-6E8A-4147-A177-3AD203B41FA5}">
                      <a16:colId xmlns:a16="http://schemas.microsoft.com/office/drawing/2014/main" val="2678574176"/>
                    </a:ext>
                  </a:extLst>
                </a:gridCol>
                <a:gridCol w="1223725">
                  <a:extLst>
                    <a:ext uri="{9D8B030D-6E8A-4147-A177-3AD203B41FA5}">
                      <a16:colId xmlns:a16="http://schemas.microsoft.com/office/drawing/2014/main" val="364985952"/>
                    </a:ext>
                  </a:extLst>
                </a:gridCol>
                <a:gridCol w="1223725">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(T2B)</a:t>
                      </a:r>
                      <a:endParaRPr lang="en-GB" sz="1200" b="1">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5242264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Meeting Expectation</a:t>
                      </a:r>
                      <a:br>
                        <a:rPr lang="en-GB" sz="1200" b="1">
                          <a:latin typeface="Avenir Next LT Pro" panose="020B0504020202020204" pitchFamily="34" charset="0"/>
                        </a:rPr>
                      </a:br>
                      <a:r>
                        <a:rPr lang="en-GB" sz="1200" b="1">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r h="640080">
                <a:tc>
                  <a:txBody>
                    <a:bodyPr/>
                    <a:lstStyle/>
                    <a:p>
                      <a:pPr algn="ctr"/>
                      <a:r>
                        <a:rPr lang="en-GB" sz="1200" b="1">
                          <a:latin typeface="Avenir Next LT Pro" panose="020B0504020202020204" pitchFamily="34" charset="0"/>
                        </a:rPr>
                        <a:t>Net Promoter Score</a:t>
                      </a:r>
                      <a:br>
                        <a:rPr lang="en-GB" sz="1200" b="1">
                          <a:latin typeface="Avenir Next LT Pro" panose="020B0504020202020204" pitchFamily="34" charset="0"/>
                        </a:rPr>
                      </a:br>
                      <a:r>
                        <a:rPr lang="en-GB" sz="1200" b="1">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535708962"/>
                  </a:ext>
                </a:extLst>
              </a:tr>
            </a:tbl>
          </a:graphicData>
        </a:graphic>
      </p:graphicFrame>
      <p:sp>
        <p:nvSpPr>
          <p:cNvPr id="4" name="Slide Number Placeholder 3">
            <a:extLst>
              <a:ext uri="{FF2B5EF4-FFF2-40B4-BE49-F238E27FC236}">
                <a16:creationId xmlns:a16="http://schemas.microsoft.com/office/drawing/2014/main" id="{F42E3C25-4F7A-FC92-E2B5-F4A2FD165E2F}"/>
              </a:ext>
            </a:extLst>
          </p:cNvPr>
          <p:cNvSpPr>
            <a:spLocks noGrp="1"/>
          </p:cNvSpPr>
          <p:nvPr>
            <p:ph type="sldNum" sz="quarter" idx="14"/>
          </p:nvPr>
        </p:nvSpPr>
        <p:spPr/>
        <p:txBody>
          <a:bodyPr/>
          <a:lstStyle/>
          <a:p>
            <a:fld id="{9BBCFCA3-D307-4DD3-86E3-CC1388E97AC0}" type="slidenum">
              <a:rPr lang="en-US" smtClean="0"/>
              <a:pPr/>
              <a:t>217</a:t>
            </a:fld>
            <a:endParaRPr lang="en-US"/>
          </a:p>
        </p:txBody>
      </p:sp>
      <p:grpSp>
        <p:nvGrpSpPr>
          <p:cNvPr id="10" name="Group 9">
            <a:extLst>
              <a:ext uri="{FF2B5EF4-FFF2-40B4-BE49-F238E27FC236}">
                <a16:creationId xmlns:a16="http://schemas.microsoft.com/office/drawing/2014/main" id="{62F2E01C-FF0A-4CC1-B126-661DB00698F5}"/>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C31CA1A5-5739-E42E-248A-E59EEF5E5F1A}"/>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7470C8F-647B-197B-5720-0901D008EFA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F9D66838-B41A-9EA1-7004-DD8478C8253F}"/>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D568B760-D604-C7B0-6FDA-056E3632A5CE}"/>
              </a:ext>
            </a:extLst>
          </p:cNvPr>
          <p:cNvSpPr txBox="1"/>
          <p:nvPr/>
        </p:nvSpPr>
        <p:spPr>
          <a:xfrm>
            <a:off x="4089400" y="2893809"/>
            <a:ext cx="2357821" cy="307777"/>
          </a:xfrm>
          <a:prstGeom prst="rect">
            <a:avLst/>
          </a:prstGeom>
          <a:noFill/>
        </p:spPr>
        <p:txBody>
          <a:bodyPr wrap="square" lIns="0" tIns="0" rIns="0" bIns="0" rtlCol="0">
            <a:spAutoFit/>
          </a:bodyPr>
          <a:lstStyle/>
          <a:p>
            <a:pPr algn="ctr" defTabSz="548640">
              <a:defRPr/>
            </a:pPr>
            <a:r>
              <a:rPr lang="en-US" sz="2000" b="1" kern="0" dirty="0">
                <a:solidFill>
                  <a:srgbClr val="7030A0"/>
                </a:solidFill>
                <a:latin typeface="Avenir Next LT Pro" panose="020B0504020202020204" pitchFamily="34" charset="0"/>
              </a:rPr>
              <a:t>Neutrals To Cola </a:t>
            </a:r>
          </a:p>
        </p:txBody>
      </p:sp>
      <p:sp>
        <p:nvSpPr>
          <p:cNvPr id="25" name="TextBox 24">
            <a:extLst>
              <a:ext uri="{FF2B5EF4-FFF2-40B4-BE49-F238E27FC236}">
                <a16:creationId xmlns:a16="http://schemas.microsoft.com/office/drawing/2014/main" id="{8227DA03-54DD-42F4-AAC3-90A06E91D729}"/>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sp>
        <p:nvSpPr>
          <p:cNvPr id="3" name="TextBox 2">
            <a:extLst>
              <a:ext uri="{FF2B5EF4-FFF2-40B4-BE49-F238E27FC236}">
                <a16:creationId xmlns:a16="http://schemas.microsoft.com/office/drawing/2014/main" id="{E6855C2B-D395-985F-CA38-A4CC2E4444E3}"/>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7" name="TextBox 6">
            <a:extLst>
              <a:ext uri="{FF2B5EF4-FFF2-40B4-BE49-F238E27FC236}">
                <a16:creationId xmlns:a16="http://schemas.microsoft.com/office/drawing/2014/main" id="{88B4A6F8-368C-997A-D206-DDA0852A5B6C}"/>
              </a:ext>
            </a:extLst>
          </p:cNvPr>
          <p:cNvSpPr txBox="1"/>
          <p:nvPr/>
        </p:nvSpPr>
        <p:spPr>
          <a:xfrm>
            <a:off x="3927953" y="3397009"/>
            <a:ext cx="6993949" cy="923330"/>
          </a:xfrm>
          <a:prstGeom prst="rect">
            <a:avLst/>
          </a:prstGeom>
          <a:solidFill>
            <a:srgbClr val="FFFF00"/>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API T2B</a:t>
            </a:r>
          </a:p>
          <a:p>
            <a:pPr marL="0" marR="0" lvl="0" indent="0" algn="l"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AEXT T3B</a:t>
            </a:r>
          </a:p>
          <a:p>
            <a:pPr>
              <a:defRPr/>
            </a:pPr>
            <a:r>
              <a:rPr lang="en-US" b="1" dirty="0">
                <a:solidFill>
                  <a:srgbClr val="F40009"/>
                </a:solidFill>
                <a:latin typeface="Avenir Next LT Pro" panose="020B0504020202020204" pitchFamily="34" charset="0"/>
              </a:rPr>
              <a:t>[AREC (Punches 10 + 11) - (Punches 1 + 2 + 3 + 4 + 5 + 6 + 7)]</a:t>
            </a:r>
          </a:p>
        </p:txBody>
      </p:sp>
      <p:grpSp>
        <p:nvGrpSpPr>
          <p:cNvPr id="6" name="Group 5">
            <a:extLst>
              <a:ext uri="{FF2B5EF4-FFF2-40B4-BE49-F238E27FC236}">
                <a16:creationId xmlns:a16="http://schemas.microsoft.com/office/drawing/2014/main" id="{57051159-64C4-042F-7846-A7932EB47FA7}"/>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28D784F6-84E2-5ACF-C92A-FF3B3766DBB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6B0EF33E-9D6A-F720-91BE-868D97EE6B1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7267BF37-79DC-6372-DD1D-296A8A4D8F6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D551BD2D-065E-DD21-CC03-40956D22B976}"/>
                </a:ext>
              </a:extLst>
            </p:cNvPr>
            <p:cNvPicPr>
              <a:picLocks noChangeAspect="1"/>
            </p:cNvPicPr>
            <p:nvPr/>
          </p:nvPicPr>
          <p:blipFill>
            <a:blip r:embed="rId3"/>
            <a:stretch>
              <a:fillRect/>
            </a:stretch>
          </p:blipFill>
          <p:spPr>
            <a:xfrm>
              <a:off x="8976350" y="421300"/>
              <a:ext cx="1404000" cy="1051290"/>
            </a:xfrm>
            <a:prstGeom prst="rect">
              <a:avLst/>
            </a:prstGeom>
          </p:spPr>
        </p:pic>
      </p:grpSp>
      <p:sp>
        <p:nvSpPr>
          <p:cNvPr id="15" name="Oval 14">
            <a:extLst>
              <a:ext uri="{FF2B5EF4-FFF2-40B4-BE49-F238E27FC236}">
                <a16:creationId xmlns:a16="http://schemas.microsoft.com/office/drawing/2014/main" id="{A80AA781-0D37-E8FA-0476-E1084A78EDD9}"/>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52995450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629CFF-4460-DA3B-1FD9-48A76F398167}"/>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D35DB00-D593-3AE6-1434-EBF8464D0789}"/>
              </a:ext>
            </a:extLst>
          </p:cNvPr>
          <p:cNvSpPr>
            <a:spLocks noGrp="1"/>
          </p:cNvSpPr>
          <p:nvPr>
            <p:ph type="sldNum" sz="quarter" idx="14"/>
          </p:nvPr>
        </p:nvSpPr>
        <p:spPr/>
        <p:txBody>
          <a:bodyPr/>
          <a:lstStyle/>
          <a:p>
            <a:fld id="{9BBCFCA3-D307-4DD3-86E3-CC1388E97AC0}" type="slidenum">
              <a:rPr lang="en-US" smtClean="0"/>
              <a:pPr/>
              <a:t>218</a:t>
            </a:fld>
            <a:endParaRPr lang="en-US"/>
          </a:p>
        </p:txBody>
      </p:sp>
      <p:sp>
        <p:nvSpPr>
          <p:cNvPr id="5" name="Text Placeholder 4">
            <a:extLst>
              <a:ext uri="{FF2B5EF4-FFF2-40B4-BE49-F238E27FC236}">
                <a16:creationId xmlns:a16="http://schemas.microsoft.com/office/drawing/2014/main" id="{B93C61E0-D838-B5FB-F665-37F4094D0E6F}"/>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No significant differences emerge across the 4.0 Prototypes for Sensory Appeal.</a:t>
            </a:r>
          </a:p>
        </p:txBody>
      </p:sp>
      <p:grpSp>
        <p:nvGrpSpPr>
          <p:cNvPr id="2" name="Group 1">
            <a:extLst>
              <a:ext uri="{FF2B5EF4-FFF2-40B4-BE49-F238E27FC236}">
                <a16:creationId xmlns:a16="http://schemas.microsoft.com/office/drawing/2014/main" id="{7DBA6AC0-E0D5-EB24-78FF-8EED9583FF0A}"/>
              </a:ext>
            </a:extLst>
          </p:cNvPr>
          <p:cNvGrpSpPr/>
          <p:nvPr/>
        </p:nvGrpSpPr>
        <p:grpSpPr>
          <a:xfrm>
            <a:off x="3288492" y="2421215"/>
            <a:ext cx="8028000" cy="4924646"/>
            <a:chOff x="531863" y="1967463"/>
            <a:chExt cx="5331526" cy="4128790"/>
          </a:xfrm>
        </p:grpSpPr>
        <p:sp>
          <p:nvSpPr>
            <p:cNvPr id="3" name="Rectangle 2">
              <a:extLst>
                <a:ext uri="{FF2B5EF4-FFF2-40B4-BE49-F238E27FC236}">
                  <a16:creationId xmlns:a16="http://schemas.microsoft.com/office/drawing/2014/main" id="{DB62875D-284D-CA93-8353-B431EF74974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84A60BD0-65B9-21D6-D00B-5E1FBC8ABB2B}"/>
                </a:ext>
              </a:extLst>
            </p:cNvPr>
            <p:cNvGraphicFramePr/>
            <p:nvPr>
              <p:extLst>
                <p:ext uri="{D42A27DB-BD31-4B8C-83A1-F6EECF244321}">
                  <p14:modId xmlns:p14="http://schemas.microsoft.com/office/powerpoint/2010/main" val="4255523838"/>
                </p:ext>
              </p:extLst>
            </p:nvPr>
          </p:nvGraphicFramePr>
          <p:xfrm>
            <a:off x="572170" y="3163078"/>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CA306045-83EE-D4CE-F94E-2BEF9EAB1B3A}"/>
                </a:ext>
              </a:extLst>
            </p:cNvPr>
            <p:cNvSpPr txBox="1"/>
            <p:nvPr/>
          </p:nvSpPr>
          <p:spPr>
            <a:xfrm>
              <a:off x="1675052" y="2049369"/>
              <a:ext cx="3260283"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a:t>
              </a:r>
              <a:r>
                <a:rPr lang="en-US" sz="1600" b="1" kern="0">
                  <a:solidFill>
                    <a:srgbClr val="000000">
                      <a:lumMod val="50000"/>
                      <a:lumOff val="50000"/>
                    </a:srgbClr>
                  </a:solidFill>
                  <a:latin typeface="Avenir Next LT Pro" panose="020B0504020202020204" pitchFamily="34" charset="0"/>
                </a:rPr>
                <a:t>Sip </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B1F91CF6-3E2A-9DCD-0323-E807C7853207}"/>
              </a:ext>
            </a:extLst>
          </p:cNvPr>
          <p:cNvGraphicFramePr>
            <a:graphicFrameLocks noGrp="1"/>
          </p:cNvGraphicFramePr>
          <p:nvPr>
            <p:extLst>
              <p:ext uri="{D42A27DB-BD31-4B8C-83A1-F6EECF244321}">
                <p14:modId xmlns:p14="http://schemas.microsoft.com/office/powerpoint/2010/main" val="1290803050"/>
              </p:ext>
            </p:extLst>
          </p:nvPr>
        </p:nvGraphicFramePr>
        <p:xfrm>
          <a:off x="1386776" y="3341771"/>
          <a:ext cx="9821016" cy="609600"/>
        </p:xfrm>
        <a:graphic>
          <a:graphicData uri="http://schemas.openxmlformats.org/drawingml/2006/table">
            <a:tbl>
              <a:tblPr firstRow="1" bandRow="1">
                <a:tableStyleId>{5940675A-B579-460E-94D1-54222C63F5DA}</a:tableStyleId>
              </a:tblPr>
              <a:tblGrid>
                <a:gridCol w="2303434">
                  <a:extLst>
                    <a:ext uri="{9D8B030D-6E8A-4147-A177-3AD203B41FA5}">
                      <a16:colId xmlns:a16="http://schemas.microsoft.com/office/drawing/2014/main" val="1775160107"/>
                    </a:ext>
                  </a:extLst>
                </a:gridCol>
                <a:gridCol w="2529576">
                  <a:extLst>
                    <a:ext uri="{9D8B030D-6E8A-4147-A177-3AD203B41FA5}">
                      <a16:colId xmlns:a16="http://schemas.microsoft.com/office/drawing/2014/main" val="1227359485"/>
                    </a:ext>
                  </a:extLst>
                </a:gridCol>
                <a:gridCol w="2423288">
                  <a:extLst>
                    <a:ext uri="{9D8B030D-6E8A-4147-A177-3AD203B41FA5}">
                      <a16:colId xmlns:a16="http://schemas.microsoft.com/office/drawing/2014/main" val="1183472630"/>
                    </a:ext>
                  </a:extLst>
                </a:gridCol>
                <a:gridCol w="2564718">
                  <a:extLst>
                    <a:ext uri="{9D8B030D-6E8A-4147-A177-3AD203B41FA5}">
                      <a16:colId xmlns:a16="http://schemas.microsoft.com/office/drawing/2014/main" val="2941040911"/>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6.40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6.72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629B3B77-C338-A2E5-D3CA-58D3582CC707}"/>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8818341D-372A-46CE-441A-F302B794C864}"/>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DE9087F2-C274-CD69-3E5A-6D17F14398B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2AAD66B7-EAA4-47E4-6FA8-739D6CBE36D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E1815682-CB4A-D701-AA59-314A6E7140C6}"/>
              </a:ext>
            </a:extLst>
          </p:cNvPr>
          <p:cNvPicPr>
            <a:picLocks noChangeAspect="1"/>
          </p:cNvPicPr>
          <p:nvPr/>
        </p:nvPicPr>
        <p:blipFill>
          <a:blip r:embed="rId5"/>
          <a:stretch>
            <a:fillRect/>
          </a:stretch>
        </p:blipFill>
        <p:spPr>
          <a:xfrm>
            <a:off x="12338113" y="1411893"/>
            <a:ext cx="1523800" cy="961166"/>
          </a:xfrm>
          <a:prstGeom prst="rect">
            <a:avLst/>
          </a:prstGeom>
        </p:spPr>
      </p:pic>
      <p:sp>
        <p:nvSpPr>
          <p:cNvPr id="24" name="TextBox 23">
            <a:extLst>
              <a:ext uri="{FF2B5EF4-FFF2-40B4-BE49-F238E27FC236}">
                <a16:creationId xmlns:a16="http://schemas.microsoft.com/office/drawing/2014/main" id="{9DE70A94-C9EF-1309-A637-163C08106EB6}"/>
              </a:ext>
            </a:extLst>
          </p:cNvPr>
          <p:cNvSpPr txBox="1"/>
          <p:nvPr/>
        </p:nvSpPr>
        <p:spPr>
          <a:xfrm>
            <a:off x="6366797" y="2888621"/>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p>
        </p:txBody>
      </p:sp>
      <p:sp>
        <p:nvSpPr>
          <p:cNvPr id="11" name="TextBox 10">
            <a:extLst>
              <a:ext uri="{FF2B5EF4-FFF2-40B4-BE49-F238E27FC236}">
                <a16:creationId xmlns:a16="http://schemas.microsoft.com/office/drawing/2014/main" id="{031A46C3-5433-5B76-AF8C-35FCA6995D17}"/>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7" name="TextBox 6">
            <a:extLst>
              <a:ext uri="{FF2B5EF4-FFF2-40B4-BE49-F238E27FC236}">
                <a16:creationId xmlns:a16="http://schemas.microsoft.com/office/drawing/2014/main" id="{6D1389C6-6CDD-89F2-F58D-BF8BD478F527}"/>
              </a:ext>
            </a:extLst>
          </p:cNvPr>
          <p:cNvSpPr txBox="1"/>
          <p:nvPr/>
        </p:nvSpPr>
        <p:spPr>
          <a:xfrm>
            <a:off x="2495440" y="3266532"/>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AVR2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9" name="TextBox 8">
            <a:extLst>
              <a:ext uri="{FF2B5EF4-FFF2-40B4-BE49-F238E27FC236}">
                <a16:creationId xmlns:a16="http://schemas.microsoft.com/office/drawing/2014/main" id="{2B153EC0-846D-A15D-746F-AB2842245A16}"/>
              </a:ext>
            </a:extLst>
          </p:cNvPr>
          <p:cNvSpPr txBox="1"/>
          <p:nvPr/>
        </p:nvSpPr>
        <p:spPr>
          <a:xfrm>
            <a:off x="2495440" y="3682868"/>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AVR2 T2B</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25" name="TextBox 24">
            <a:extLst>
              <a:ext uri="{FF2B5EF4-FFF2-40B4-BE49-F238E27FC236}">
                <a16:creationId xmlns:a16="http://schemas.microsoft.com/office/drawing/2014/main" id="{6FB305AF-43E1-ECB2-04CF-5274F9BD564E}"/>
              </a:ext>
            </a:extLst>
          </p:cNvPr>
          <p:cNvSpPr txBox="1"/>
          <p:nvPr/>
        </p:nvSpPr>
        <p:spPr>
          <a:xfrm>
            <a:off x="200277" y="4535869"/>
            <a:ext cx="4365122"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AVR2 TB (PUNCH 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AVR2 PUNCH 8</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YELLOW: AVR2 M3B (PUNCHES 5-7)</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PINK: AVR2 B4B (PUNCHES 1-4)</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6" name="Group 5">
            <a:extLst>
              <a:ext uri="{FF2B5EF4-FFF2-40B4-BE49-F238E27FC236}">
                <a16:creationId xmlns:a16="http://schemas.microsoft.com/office/drawing/2014/main" id="{7F4E6551-2FB5-56A4-1284-0897A5CACDCA}"/>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15F06BEB-D077-EE9A-085A-FA0196BEEA1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0" name="TextBox 19">
              <a:extLst>
                <a:ext uri="{FF2B5EF4-FFF2-40B4-BE49-F238E27FC236}">
                  <a16:creationId xmlns:a16="http://schemas.microsoft.com/office/drawing/2014/main" id="{4D69412B-F914-2A1D-1252-C8101E6B55B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04AA8F04-C0C4-B4C4-5B3C-926073F2098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CB003D9D-3643-EB96-3385-D52B005F653A}"/>
                </a:ext>
              </a:extLst>
            </p:cNvPr>
            <p:cNvPicPr>
              <a:picLocks noChangeAspect="1"/>
            </p:cNvPicPr>
            <p:nvPr/>
          </p:nvPicPr>
          <p:blipFill>
            <a:blip r:embed="rId7"/>
            <a:stretch>
              <a:fillRect/>
            </a:stretch>
          </p:blipFill>
          <p:spPr>
            <a:xfrm>
              <a:off x="8976350" y="421300"/>
              <a:ext cx="1404000" cy="1051290"/>
            </a:xfrm>
            <a:prstGeom prst="rect">
              <a:avLst/>
            </a:prstGeom>
          </p:spPr>
        </p:pic>
      </p:grpSp>
      <p:sp>
        <p:nvSpPr>
          <p:cNvPr id="15" name="Oval 14">
            <a:extLst>
              <a:ext uri="{FF2B5EF4-FFF2-40B4-BE49-F238E27FC236}">
                <a16:creationId xmlns:a16="http://schemas.microsoft.com/office/drawing/2014/main" id="{88A0EFF5-0217-7E1F-87DD-D96FC61BAAD5}"/>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100657837"/>
      </p:ext>
    </p:extLst>
  </p:cSld>
  <p:clrMapOvr>
    <a:masterClrMapping/>
  </p:clrMapOvr>
  <p:extLst>
    <p:ext uri="{6950BFC3-D8DA-4A85-94F7-54DA5524770B}">
      <p188:commentRel xmlns:p188="http://schemas.microsoft.com/office/powerpoint/2018/8/main" r:id="rId3"/>
    </p:ext>
  </p:extLs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984AFD-CA0B-3FB8-85E7-4F09E153251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2EB8A60-22EA-16BD-09B9-3B75DFE1123F}"/>
              </a:ext>
            </a:extLst>
          </p:cNvPr>
          <p:cNvSpPr>
            <a:spLocks noGrp="1"/>
          </p:cNvSpPr>
          <p:nvPr>
            <p:ph type="sldNum" sz="quarter" idx="14"/>
          </p:nvPr>
        </p:nvSpPr>
        <p:spPr/>
        <p:txBody>
          <a:bodyPr/>
          <a:lstStyle/>
          <a:p>
            <a:fld id="{9BBCFCA3-D307-4DD3-86E3-CC1388E97AC0}" type="slidenum">
              <a:rPr lang="en-US" smtClean="0"/>
              <a:pPr/>
              <a:t>219</a:t>
            </a:fld>
            <a:endParaRPr lang="en-US"/>
          </a:p>
        </p:txBody>
      </p:sp>
      <p:sp>
        <p:nvSpPr>
          <p:cNvPr id="5" name="Text Placeholder 4">
            <a:extLst>
              <a:ext uri="{FF2B5EF4-FFF2-40B4-BE49-F238E27FC236}">
                <a16:creationId xmlns:a16="http://schemas.microsoft.com/office/drawing/2014/main" id="{970B228F-C9BA-6EBD-B9C0-8E01E1986204}"/>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3.0 Prototypes 107, 222 &amp; 922 are directionally stronger than other Prototypes for full bottle satisfaction.</a:t>
            </a:r>
          </a:p>
          <a:p>
            <a:endParaRPr lang="en-US" sz="1800" b="0">
              <a:solidFill>
                <a:srgbClr val="0070C0"/>
              </a:solidFill>
              <a:latin typeface="Avenir Next LT Pro" panose="020B0504020202020204" pitchFamily="34" charset="0"/>
            </a:endParaRPr>
          </a:p>
        </p:txBody>
      </p:sp>
      <p:grpSp>
        <p:nvGrpSpPr>
          <p:cNvPr id="13" name="Group 12">
            <a:extLst>
              <a:ext uri="{FF2B5EF4-FFF2-40B4-BE49-F238E27FC236}">
                <a16:creationId xmlns:a16="http://schemas.microsoft.com/office/drawing/2014/main" id="{F6042B31-FEAF-4DCA-6AFA-764AC8E47CCF}"/>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4ABB4BA6-C6FD-EB84-C2B2-B9DFA25453B7}"/>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E36F21E5-F011-9644-C58E-3E10B3DB7AB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A38721BA-928E-A7A0-376E-F591C5585C84}"/>
              </a:ext>
            </a:extLst>
          </p:cNvPr>
          <p:cNvGrpSpPr/>
          <p:nvPr/>
        </p:nvGrpSpPr>
        <p:grpSpPr>
          <a:xfrm>
            <a:off x="3715200" y="3162872"/>
            <a:ext cx="7200000" cy="4184643"/>
            <a:chOff x="531863" y="1967463"/>
            <a:chExt cx="5331526" cy="4128790"/>
          </a:xfrm>
        </p:grpSpPr>
        <p:sp>
          <p:nvSpPr>
            <p:cNvPr id="17" name="Rectangle 16">
              <a:extLst>
                <a:ext uri="{FF2B5EF4-FFF2-40B4-BE49-F238E27FC236}">
                  <a16:creationId xmlns:a16="http://schemas.microsoft.com/office/drawing/2014/main" id="{7168122A-5233-C376-7C36-0D6B23BEDBD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E005A366-B54B-5C60-CAB1-AB7D08908A78}"/>
                </a:ext>
              </a:extLst>
            </p:cNvPr>
            <p:cNvGraphicFramePr/>
            <p:nvPr>
              <p:extLst>
                <p:ext uri="{D42A27DB-BD31-4B8C-83A1-F6EECF244321}">
                  <p14:modId xmlns:p14="http://schemas.microsoft.com/office/powerpoint/2010/main" val="2604804289"/>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a:extLst>
                <a:ext uri="{FF2B5EF4-FFF2-40B4-BE49-F238E27FC236}">
                  <a16:creationId xmlns:a16="http://schemas.microsoft.com/office/drawing/2014/main" id="{C4204B44-8DC3-6308-E0DC-5B119D3994B1}"/>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4BDA7C34-7364-AE27-A2E0-1705092897C2}"/>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6916F9E3-12F9-E5AC-BF59-444562E33EB4}"/>
              </a:ext>
            </a:extLst>
          </p:cNvPr>
          <p:cNvPicPr>
            <a:picLocks noChangeAspect="1"/>
          </p:cNvPicPr>
          <p:nvPr/>
        </p:nvPicPr>
        <p:blipFill>
          <a:blip r:embed="rId3"/>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E631F135-8F73-ECEA-1509-05D4463E31C5}"/>
              </a:ext>
            </a:extLst>
          </p:cNvPr>
          <p:cNvGraphicFramePr>
            <a:graphicFrameLocks noGrp="1"/>
          </p:cNvGraphicFramePr>
          <p:nvPr>
            <p:extLst>
              <p:ext uri="{D42A27DB-BD31-4B8C-83A1-F6EECF244321}">
                <p14:modId xmlns:p14="http://schemas.microsoft.com/office/powerpoint/2010/main" val="562471806"/>
              </p:ext>
            </p:extLst>
          </p:nvPr>
        </p:nvGraphicFramePr>
        <p:xfrm>
          <a:off x="1742670" y="3850908"/>
          <a:ext cx="9075042" cy="609600"/>
        </p:xfrm>
        <a:graphic>
          <a:graphicData uri="http://schemas.openxmlformats.org/drawingml/2006/table">
            <a:tbl>
              <a:tblPr firstRow="1" bandRow="1">
                <a:tableStyleId>{5940675A-B579-460E-94D1-54222C63F5DA}</a:tableStyleId>
              </a:tblPr>
              <a:tblGrid>
                <a:gridCol w="2237170">
                  <a:extLst>
                    <a:ext uri="{9D8B030D-6E8A-4147-A177-3AD203B41FA5}">
                      <a16:colId xmlns:a16="http://schemas.microsoft.com/office/drawing/2014/main" val="1775160107"/>
                    </a:ext>
                  </a:extLst>
                </a:gridCol>
                <a:gridCol w="2436822">
                  <a:extLst>
                    <a:ext uri="{9D8B030D-6E8A-4147-A177-3AD203B41FA5}">
                      <a16:colId xmlns:a16="http://schemas.microsoft.com/office/drawing/2014/main" val="1227359485"/>
                    </a:ext>
                  </a:extLst>
                </a:gridCol>
                <a:gridCol w="2038070">
                  <a:extLst>
                    <a:ext uri="{9D8B030D-6E8A-4147-A177-3AD203B41FA5}">
                      <a16:colId xmlns:a16="http://schemas.microsoft.com/office/drawing/2014/main" val="1183472630"/>
                    </a:ext>
                  </a:extLst>
                </a:gridCol>
                <a:gridCol w="2362980">
                  <a:extLst>
                    <a:ext uri="{9D8B030D-6E8A-4147-A177-3AD203B41FA5}">
                      <a16:colId xmlns:a16="http://schemas.microsoft.com/office/drawing/2014/main" val="2941040911"/>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6.50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7.03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67448">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3" name="TextBox 22">
            <a:extLst>
              <a:ext uri="{FF2B5EF4-FFF2-40B4-BE49-F238E27FC236}">
                <a16:creationId xmlns:a16="http://schemas.microsoft.com/office/drawing/2014/main" id="{0CE67EC2-A7D9-C534-7FE4-337E536D8CE3}"/>
              </a:ext>
            </a:extLst>
          </p:cNvPr>
          <p:cNvSpPr txBox="1"/>
          <p:nvPr/>
        </p:nvSpPr>
        <p:spPr>
          <a:xfrm>
            <a:off x="6359474" y="3535901"/>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p>
        </p:txBody>
      </p:sp>
      <p:sp>
        <p:nvSpPr>
          <p:cNvPr id="2" name="TextBox 1">
            <a:extLst>
              <a:ext uri="{FF2B5EF4-FFF2-40B4-BE49-F238E27FC236}">
                <a16:creationId xmlns:a16="http://schemas.microsoft.com/office/drawing/2014/main" id="{0EE25FE1-5AB0-2CAB-B6B0-F1027BCB0578}"/>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6" name="TextBox 5">
            <a:extLst>
              <a:ext uri="{FF2B5EF4-FFF2-40B4-BE49-F238E27FC236}">
                <a16:creationId xmlns:a16="http://schemas.microsoft.com/office/drawing/2014/main" id="{7ECE93F0-D0E7-3B59-7747-F87476A2DFDE}"/>
              </a:ext>
            </a:extLst>
          </p:cNvPr>
          <p:cNvSpPr txBox="1"/>
          <p:nvPr/>
        </p:nvSpPr>
        <p:spPr>
          <a:xfrm>
            <a:off x="2379397" y="3705737"/>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ASAT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8" name="TextBox 7">
            <a:extLst>
              <a:ext uri="{FF2B5EF4-FFF2-40B4-BE49-F238E27FC236}">
                <a16:creationId xmlns:a16="http://schemas.microsoft.com/office/drawing/2014/main" id="{739A723C-1EEE-6727-9D17-94079B630B1B}"/>
              </a:ext>
            </a:extLst>
          </p:cNvPr>
          <p:cNvSpPr txBox="1"/>
          <p:nvPr/>
        </p:nvSpPr>
        <p:spPr>
          <a:xfrm>
            <a:off x="2374889" y="4154532"/>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ASAT T3B</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27" name="TextBox 26">
            <a:extLst>
              <a:ext uri="{FF2B5EF4-FFF2-40B4-BE49-F238E27FC236}">
                <a16:creationId xmlns:a16="http://schemas.microsoft.com/office/drawing/2014/main" id="{8F1D39F9-F68F-4739-52BB-0FCC98633966}"/>
              </a:ext>
            </a:extLst>
          </p:cNvPr>
          <p:cNvSpPr txBox="1"/>
          <p:nvPr/>
        </p:nvSpPr>
        <p:spPr>
          <a:xfrm>
            <a:off x="320041" y="5707766"/>
            <a:ext cx="6262929" cy="1477328"/>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ASAT TB (PUNCH 10)</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ASAT HIGH SAT (PUNCHES 8+9)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GREY: ASAT B8B (PUNCHES 0-7)</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3" name="Group 2">
            <a:extLst>
              <a:ext uri="{FF2B5EF4-FFF2-40B4-BE49-F238E27FC236}">
                <a16:creationId xmlns:a16="http://schemas.microsoft.com/office/drawing/2014/main" id="{BBC7825C-A5D1-2A91-9A57-2E0004E6350E}"/>
              </a:ext>
            </a:extLst>
          </p:cNvPr>
          <p:cNvGrpSpPr/>
          <p:nvPr/>
        </p:nvGrpSpPr>
        <p:grpSpPr>
          <a:xfrm>
            <a:off x="8684218" y="94368"/>
            <a:ext cx="5855930" cy="1551678"/>
            <a:chOff x="8684218" y="94368"/>
            <a:chExt cx="5855930" cy="1551678"/>
          </a:xfrm>
        </p:grpSpPr>
        <p:sp>
          <p:nvSpPr>
            <p:cNvPr id="7" name="Rectangle 6">
              <a:extLst>
                <a:ext uri="{FF2B5EF4-FFF2-40B4-BE49-F238E27FC236}">
                  <a16:creationId xmlns:a16="http://schemas.microsoft.com/office/drawing/2014/main" id="{F7312B4C-6217-3E86-7F02-5C64FBE48C5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0CE9B933-2E75-0C8B-2AEA-C3F92F4B4C5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8" name="Picture 27" descr="A bottle of soda with a red label&#10;&#10;Description automatically generated">
              <a:extLst>
                <a:ext uri="{FF2B5EF4-FFF2-40B4-BE49-F238E27FC236}">
                  <a16:creationId xmlns:a16="http://schemas.microsoft.com/office/drawing/2014/main" id="{7A5F036E-BD40-B32C-2221-F787203527B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9" name="Picture 28" descr="A flag on a button&#10;&#10;Description automatically generated">
              <a:extLst>
                <a:ext uri="{FF2B5EF4-FFF2-40B4-BE49-F238E27FC236}">
                  <a16:creationId xmlns:a16="http://schemas.microsoft.com/office/drawing/2014/main" id="{996DDAD6-138C-FB49-E935-A2DA2D14FB77}"/>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1" name="Oval 10">
            <a:extLst>
              <a:ext uri="{FF2B5EF4-FFF2-40B4-BE49-F238E27FC236}">
                <a16:creationId xmlns:a16="http://schemas.microsoft.com/office/drawing/2014/main" id="{AA8BFCF4-AC9E-9CBB-923B-11BD978A07AC}"/>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4250479075"/>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151F61-E106-BDF1-8490-598890419F0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09F7762-8222-AF73-1F6F-E131F945B81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5E999A6E-EE77-65D9-2096-237ACA5F63B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333D37C-27BA-3D1B-1D97-D8FFC01A2BDB}"/>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DD6FFA7-2430-D5BC-1E32-3FCFCE222D1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5C8812D2-9E71-C03D-35F8-962E1E6F5119}"/>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 577 has a significantly more unpleasant aftertaste than prototypes 222 and 107.</a:t>
            </a:r>
          </a:p>
          <a:p>
            <a:endParaRPr lang="en-US" sz="1800" b="0">
              <a:solidFill>
                <a:srgbClr val="0070C0"/>
              </a:solidFill>
              <a:latin typeface="Avenir Next LT Pro" panose="020B0504020202020204" pitchFamily="34" charset="0"/>
            </a:endParaRPr>
          </a:p>
        </p:txBody>
      </p:sp>
      <p:grpSp>
        <p:nvGrpSpPr>
          <p:cNvPr id="2" name="Group 1">
            <a:extLst>
              <a:ext uri="{FF2B5EF4-FFF2-40B4-BE49-F238E27FC236}">
                <a16:creationId xmlns:a16="http://schemas.microsoft.com/office/drawing/2014/main" id="{CB76382B-2501-1DD4-5F19-163C7C17C25F}"/>
              </a:ext>
            </a:extLst>
          </p:cNvPr>
          <p:cNvGrpSpPr/>
          <p:nvPr/>
        </p:nvGrpSpPr>
        <p:grpSpPr>
          <a:xfrm>
            <a:off x="3265200" y="1703318"/>
            <a:ext cx="8100000" cy="5591168"/>
            <a:chOff x="531863" y="1967463"/>
            <a:chExt cx="5331526" cy="4128790"/>
          </a:xfrm>
        </p:grpSpPr>
        <p:sp>
          <p:nvSpPr>
            <p:cNvPr id="3" name="Rectangle 2">
              <a:extLst>
                <a:ext uri="{FF2B5EF4-FFF2-40B4-BE49-F238E27FC236}">
                  <a16:creationId xmlns:a16="http://schemas.microsoft.com/office/drawing/2014/main" id="{A3131B66-A8C2-E5FD-5E88-C3578537CEF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70A762B0-CA4A-7925-5DDA-C591931F07A9}"/>
                </a:ext>
              </a:extLst>
            </p:cNvPr>
            <p:cNvGraphicFramePr/>
            <p:nvPr>
              <p:extLst>
                <p:ext uri="{D42A27DB-BD31-4B8C-83A1-F6EECF244321}">
                  <p14:modId xmlns:p14="http://schemas.microsoft.com/office/powerpoint/2010/main" val="1673050651"/>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2"/>
            </a:graphicData>
          </a:graphic>
        </p:graphicFrame>
        <p:sp>
          <p:nvSpPr>
            <p:cNvPr id="14" name="TextBox 13">
              <a:extLst>
                <a:ext uri="{FF2B5EF4-FFF2-40B4-BE49-F238E27FC236}">
                  <a16:creationId xmlns:a16="http://schemas.microsoft.com/office/drawing/2014/main" id="{7EC1F15F-A942-8F82-186C-39E96962FE94}"/>
                </a:ext>
              </a:extLst>
            </p:cNvPr>
            <p:cNvSpPr txBox="1"/>
            <p:nvPr/>
          </p:nvSpPr>
          <p:spPr>
            <a:xfrm>
              <a:off x="2888916" y="2138865"/>
              <a:ext cx="774667"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000094DC-432A-FFAB-DB37-7A1F6032BF59}"/>
              </a:ext>
            </a:extLst>
          </p:cNvPr>
          <p:cNvPicPr>
            <a:picLocks noChangeAspect="1"/>
          </p:cNvPicPr>
          <p:nvPr/>
        </p:nvPicPr>
        <p:blipFill>
          <a:blip r:embed="rId3"/>
          <a:stretch>
            <a:fillRect/>
          </a:stretch>
        </p:blipFill>
        <p:spPr>
          <a:xfrm>
            <a:off x="12912938" y="2235964"/>
            <a:ext cx="1465769" cy="1160942"/>
          </a:xfrm>
          <a:prstGeom prst="rect">
            <a:avLst/>
          </a:prstGeom>
        </p:spPr>
      </p:pic>
      <p:sp>
        <p:nvSpPr>
          <p:cNvPr id="18" name="TextBox 17">
            <a:extLst>
              <a:ext uri="{FF2B5EF4-FFF2-40B4-BE49-F238E27FC236}">
                <a16:creationId xmlns:a16="http://schemas.microsoft.com/office/drawing/2014/main" id="{014616EF-3F22-5D26-2F1F-E76E321A2246}"/>
              </a:ext>
            </a:extLst>
          </p:cNvPr>
          <p:cNvSpPr txBox="1"/>
          <p:nvPr/>
        </p:nvSpPr>
        <p:spPr>
          <a:xfrm>
            <a:off x="6348451" y="2388131"/>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p>
        </p:txBody>
      </p:sp>
      <p:sp>
        <p:nvSpPr>
          <p:cNvPr id="17" name="TextBox 16">
            <a:extLst>
              <a:ext uri="{FF2B5EF4-FFF2-40B4-BE49-F238E27FC236}">
                <a16:creationId xmlns:a16="http://schemas.microsoft.com/office/drawing/2014/main" id="{B58C104F-EE0E-EFEA-AA73-14AFB653F0EF}"/>
              </a:ext>
            </a:extLst>
          </p:cNvPr>
          <p:cNvSpPr txBox="1"/>
          <p:nvPr/>
        </p:nvSpPr>
        <p:spPr>
          <a:xfrm>
            <a:off x="9310920" y="73349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7" name="TextBox 6">
            <a:extLst>
              <a:ext uri="{FF2B5EF4-FFF2-40B4-BE49-F238E27FC236}">
                <a16:creationId xmlns:a16="http://schemas.microsoft.com/office/drawing/2014/main" id="{EAE320E9-2356-5B0C-ABBF-69EAD54D1D4C}"/>
              </a:ext>
            </a:extLst>
          </p:cNvPr>
          <p:cNvSpPr txBox="1"/>
          <p:nvPr/>
        </p:nvSpPr>
        <p:spPr>
          <a:xfrm>
            <a:off x="2515607" y="3679828"/>
            <a:ext cx="6920654"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AFT4X CUSTOM REPERCENTAGE OF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GREEN : AFT4X CUSTOM REPERCENTAGE OF PUNCH 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lang="en-US" b="1" dirty="0">
                <a:solidFill>
                  <a:srgbClr val="F40009"/>
                </a:solidFill>
                <a:latin typeface="Avenir Next LT Pro" panose="020B0504020202020204" pitchFamily="34" charset="0"/>
              </a:rPr>
              <a:t>AFT4X CUSTOM REPERCENTAGE OF PUNCH 3</a:t>
            </a:r>
          </a:p>
        </p:txBody>
      </p:sp>
      <p:grpSp>
        <p:nvGrpSpPr>
          <p:cNvPr id="6" name="Group 5">
            <a:extLst>
              <a:ext uri="{FF2B5EF4-FFF2-40B4-BE49-F238E27FC236}">
                <a16:creationId xmlns:a16="http://schemas.microsoft.com/office/drawing/2014/main" id="{25A572F1-F11F-F262-E725-837111C8375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706DB254-5EFD-14B7-1292-9A1F4172F35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A2CC3C32-CA5B-74B1-EB84-B7C645A6065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F34ECE80-8ED4-C7B4-F104-FC299235940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B75217C3-4E1E-AE2C-DA44-6570EF38438D}"/>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20" name="Oval 19">
            <a:extLst>
              <a:ext uri="{FF2B5EF4-FFF2-40B4-BE49-F238E27FC236}">
                <a16:creationId xmlns:a16="http://schemas.microsoft.com/office/drawing/2014/main" id="{E5CF6BC6-6D8F-C94E-E787-ACCCEBBC0BD6}"/>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157659064"/>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0F3D341E-23D0-E492-24ED-17F2888F00F6}"/>
              </a:ext>
            </a:extLst>
          </p:cNvPr>
          <p:cNvSpPr>
            <a:spLocks noGrp="1"/>
          </p:cNvSpPr>
          <p:nvPr>
            <p:ph type="ctrTitle"/>
          </p:nvPr>
        </p:nvSpPr>
        <p:spPr>
          <a:xfrm>
            <a:off x="601852" y="2865842"/>
            <a:ext cx="13716000" cy="1354217"/>
          </a:xfrm>
        </p:spPr>
        <p:txBody>
          <a:bodyPr>
            <a:normAutofit/>
          </a:bodyPr>
          <a:lstStyle/>
          <a:p>
            <a:r>
              <a:rPr lang="en-US" sz="4400"/>
              <a:t>Appendix</a:t>
            </a:r>
          </a:p>
        </p:txBody>
      </p:sp>
      <p:sp>
        <p:nvSpPr>
          <p:cNvPr id="4" name="Slide Number Placeholder 3">
            <a:extLst>
              <a:ext uri="{FF2B5EF4-FFF2-40B4-BE49-F238E27FC236}">
                <a16:creationId xmlns:a16="http://schemas.microsoft.com/office/drawing/2014/main" id="{23FB1840-3638-9F47-5FB1-657B7E3347C5}"/>
              </a:ext>
            </a:extLst>
          </p:cNvPr>
          <p:cNvSpPr>
            <a:spLocks noGrp="1"/>
          </p:cNvSpPr>
          <p:nvPr>
            <p:ph type="sldNum" sz="quarter" idx="14"/>
          </p:nvPr>
        </p:nvSpPr>
        <p:spPr/>
        <p:txBody>
          <a:bodyPr/>
          <a:lstStyle/>
          <a:p>
            <a:fld id="{9BBCFCA3-D307-4DD3-86E3-CC1388E97AC0}" type="slidenum">
              <a:rPr lang="en-US" smtClean="0"/>
              <a:pPr/>
              <a:t>221</a:t>
            </a:fld>
            <a:endParaRPr lang="en-US"/>
          </a:p>
        </p:txBody>
      </p:sp>
      <p:grpSp>
        <p:nvGrpSpPr>
          <p:cNvPr id="2" name="Group 1">
            <a:extLst>
              <a:ext uri="{FF2B5EF4-FFF2-40B4-BE49-F238E27FC236}">
                <a16:creationId xmlns:a16="http://schemas.microsoft.com/office/drawing/2014/main" id="{5B847B46-AE2F-A3D0-6816-276BA3F2475C}"/>
              </a:ext>
            </a:extLst>
          </p:cNvPr>
          <p:cNvGrpSpPr/>
          <p:nvPr/>
        </p:nvGrpSpPr>
        <p:grpSpPr>
          <a:xfrm>
            <a:off x="8684218" y="94368"/>
            <a:ext cx="5855930" cy="1551678"/>
            <a:chOff x="8684218" y="94368"/>
            <a:chExt cx="5855930" cy="1551678"/>
          </a:xfrm>
        </p:grpSpPr>
        <p:sp>
          <p:nvSpPr>
            <p:cNvPr id="3" name="Rectangle 2">
              <a:extLst>
                <a:ext uri="{FF2B5EF4-FFF2-40B4-BE49-F238E27FC236}">
                  <a16:creationId xmlns:a16="http://schemas.microsoft.com/office/drawing/2014/main" id="{1CDCCB48-7572-F9CE-3D69-6DA932175FB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 name="TextBox 4">
              <a:extLst>
                <a:ext uri="{FF2B5EF4-FFF2-40B4-BE49-F238E27FC236}">
                  <a16:creationId xmlns:a16="http://schemas.microsoft.com/office/drawing/2014/main" id="{B1DF5D16-80FE-42C8-76DA-7508E0C4C9C6}"/>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0" name="Picture 9" descr="A bottle of soda with a red label&#10;&#10;Description automatically generated">
              <a:extLst>
                <a:ext uri="{FF2B5EF4-FFF2-40B4-BE49-F238E27FC236}">
                  <a16:creationId xmlns:a16="http://schemas.microsoft.com/office/drawing/2014/main" id="{D55ECAD5-EB2F-B624-3B7D-8A970E89B59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3" name="Picture 12" descr="A flag on a button&#10;&#10;Description automatically generated">
              <a:extLst>
                <a:ext uri="{FF2B5EF4-FFF2-40B4-BE49-F238E27FC236}">
                  <a16:creationId xmlns:a16="http://schemas.microsoft.com/office/drawing/2014/main" id="{6AEE4C18-3606-FC91-DD0B-6F362B7BEA83}"/>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290613568"/>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731280-83CF-C5CE-96B3-D96CB7116D6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CD7F3FE-CA31-461F-2423-A2A92751807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itle 1">
            <a:extLst>
              <a:ext uri="{FF2B5EF4-FFF2-40B4-BE49-F238E27FC236}">
                <a16:creationId xmlns:a16="http://schemas.microsoft.com/office/drawing/2014/main" id="{3D9175D6-C444-5B08-4A85-4B3D6EC6295B}"/>
              </a:ext>
            </a:extLst>
          </p:cNvPr>
          <p:cNvSpPr txBox="1">
            <a:spLocks/>
          </p:cNvSpPr>
          <p:nvPr/>
        </p:nvSpPr>
        <p:spPr>
          <a:xfrm>
            <a:off x="274320" y="65600"/>
            <a:ext cx="13716000" cy="43088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a:t>Product Set &amp; Base Sizes of all groups</a:t>
            </a:r>
          </a:p>
        </p:txBody>
      </p:sp>
      <p:graphicFrame>
        <p:nvGraphicFramePr>
          <p:cNvPr id="8" name="Table 3">
            <a:extLst>
              <a:ext uri="{FF2B5EF4-FFF2-40B4-BE49-F238E27FC236}">
                <a16:creationId xmlns:a16="http://schemas.microsoft.com/office/drawing/2014/main" id="{E8C3C093-F4F0-51EE-B695-331114D2D23D}"/>
              </a:ext>
            </a:extLst>
          </p:cNvPr>
          <p:cNvGraphicFramePr>
            <a:graphicFrameLocks/>
          </p:cNvGraphicFramePr>
          <p:nvPr/>
        </p:nvGraphicFramePr>
        <p:xfrm>
          <a:off x="308010" y="496486"/>
          <a:ext cx="13682309" cy="3007002"/>
        </p:xfrm>
        <a:graphic>
          <a:graphicData uri="http://schemas.openxmlformats.org/drawingml/2006/table">
            <a:tbl>
              <a:tblPr firstRow="1" bandRow="1">
                <a:tableStyleId>{5C22544A-7EE6-4342-B048-85BDC9FD1C3A}</a:tableStyleId>
              </a:tblPr>
              <a:tblGrid>
                <a:gridCol w="1392011">
                  <a:extLst>
                    <a:ext uri="{9D8B030D-6E8A-4147-A177-3AD203B41FA5}">
                      <a16:colId xmlns:a16="http://schemas.microsoft.com/office/drawing/2014/main" val="2850375656"/>
                    </a:ext>
                  </a:extLst>
                </a:gridCol>
                <a:gridCol w="1638266">
                  <a:extLst>
                    <a:ext uri="{9D8B030D-6E8A-4147-A177-3AD203B41FA5}">
                      <a16:colId xmlns:a16="http://schemas.microsoft.com/office/drawing/2014/main" val="3508467894"/>
                    </a:ext>
                  </a:extLst>
                </a:gridCol>
                <a:gridCol w="2912931">
                  <a:extLst>
                    <a:ext uri="{9D8B030D-6E8A-4147-A177-3AD203B41FA5}">
                      <a16:colId xmlns:a16="http://schemas.microsoft.com/office/drawing/2014/main" val="807417414"/>
                    </a:ext>
                  </a:extLst>
                </a:gridCol>
                <a:gridCol w="1684777">
                  <a:extLst>
                    <a:ext uri="{9D8B030D-6E8A-4147-A177-3AD203B41FA5}">
                      <a16:colId xmlns:a16="http://schemas.microsoft.com/office/drawing/2014/main" val="627812814"/>
                    </a:ext>
                  </a:extLst>
                </a:gridCol>
                <a:gridCol w="2018108">
                  <a:extLst>
                    <a:ext uri="{9D8B030D-6E8A-4147-A177-3AD203B41FA5}">
                      <a16:colId xmlns:a16="http://schemas.microsoft.com/office/drawing/2014/main" val="3436095716"/>
                    </a:ext>
                  </a:extLst>
                </a:gridCol>
                <a:gridCol w="2018108">
                  <a:extLst>
                    <a:ext uri="{9D8B030D-6E8A-4147-A177-3AD203B41FA5}">
                      <a16:colId xmlns:a16="http://schemas.microsoft.com/office/drawing/2014/main" val="1418831579"/>
                    </a:ext>
                  </a:extLst>
                </a:gridCol>
                <a:gridCol w="2018108">
                  <a:extLst>
                    <a:ext uri="{9D8B030D-6E8A-4147-A177-3AD203B41FA5}">
                      <a16:colId xmlns:a16="http://schemas.microsoft.com/office/drawing/2014/main" val="2101317785"/>
                    </a:ext>
                  </a:extLst>
                </a:gridCol>
              </a:tblGrid>
              <a:tr h="791310">
                <a:tc>
                  <a:txBody>
                    <a:bodyPr/>
                    <a:lstStyle/>
                    <a:p>
                      <a:pPr algn="ctr"/>
                      <a:r>
                        <a:rPr lang="en-GB" sz="1200" b="1" dirty="0">
                          <a:effectLst/>
                          <a:latin typeface="Avenir Next LT Pro" panose="020B0504020202020204" pitchFamily="34" charset="0"/>
                          <a:ea typeface="Calibri" panose="020F0502020204030204" pitchFamily="34" charset="0"/>
                        </a:rPr>
                        <a:t>Market</a:t>
                      </a:r>
                      <a:endParaRPr lang="en-GB" sz="1200" dirty="0">
                        <a:effectLst/>
                        <a:latin typeface="Avenir Next LT Pro" panose="020B0504020202020204" pitchFamily="34" charset="0"/>
                        <a:ea typeface="Calibri" panose="020F0502020204030204" pitchFamily="34" charset="0"/>
                      </a:endParaRPr>
                    </a:p>
                  </a:txBody>
                  <a:tcPr marL="68580" marR="68580" marT="0" marB="0" anchor="ctr">
                    <a:solidFill>
                      <a:schemeClr val="bg1">
                        <a:lumMod val="50000"/>
                      </a:schemeClr>
                    </a:solidFill>
                  </a:tcPr>
                </a:tc>
                <a:tc>
                  <a:txBody>
                    <a:bodyPr/>
                    <a:lstStyle/>
                    <a:p>
                      <a:pPr algn="ctr"/>
                      <a:r>
                        <a:rPr lang="en-GB" sz="1200" b="1">
                          <a:effectLst/>
                          <a:latin typeface="Avenir Next LT Pro" panose="020B0504020202020204" pitchFamily="34" charset="0"/>
                          <a:ea typeface="Calibri" panose="020F0502020204030204" pitchFamily="34" charset="0"/>
                        </a:rPr>
                        <a:t>Brand</a:t>
                      </a:r>
                      <a:endParaRPr lang="en-GB" sz="1200">
                        <a:effectLst/>
                        <a:latin typeface="Avenir Next LT Pro" panose="020B0504020202020204" pitchFamily="34" charset="0"/>
                        <a:ea typeface="Calibri" panose="020F0502020204030204" pitchFamily="34" charset="0"/>
                      </a:endParaRPr>
                    </a:p>
                  </a:txBody>
                  <a:tcPr marL="0" marR="0" marT="0" marB="0" anchor="ctr">
                    <a:solidFill>
                      <a:schemeClr val="bg1">
                        <a:lumMod val="50000"/>
                      </a:schemeClr>
                    </a:solidFill>
                  </a:tcPr>
                </a:tc>
                <a:tc>
                  <a:txBody>
                    <a:bodyPr/>
                    <a:lstStyle/>
                    <a:p>
                      <a:pPr algn="ctr"/>
                      <a:r>
                        <a:rPr lang="en-GB" sz="1200" b="1">
                          <a:effectLst/>
                          <a:latin typeface="Avenir Next LT Pro" panose="020B0504020202020204" pitchFamily="34" charset="0"/>
                          <a:ea typeface="Calibri" panose="020F0502020204030204" pitchFamily="34" charset="0"/>
                        </a:rPr>
                        <a:t>Current / Prototype</a:t>
                      </a:r>
                    </a:p>
                  </a:txBody>
                  <a:tcPr marL="68580" marR="68580" marT="0" marB="0" anchor="ctr">
                    <a:solidFill>
                      <a:schemeClr val="bg1">
                        <a:lumMod val="50000"/>
                      </a:schemeClr>
                    </a:solidFill>
                  </a:tcPr>
                </a:tc>
                <a:tc>
                  <a:txBody>
                    <a:bodyPr/>
                    <a:lstStyle/>
                    <a:p>
                      <a:pPr algn="ctr"/>
                      <a:r>
                        <a:rPr lang="en-GB" sz="1200" b="1">
                          <a:solidFill>
                            <a:schemeClr val="bg1"/>
                          </a:solidFill>
                          <a:effectLst/>
                          <a:latin typeface="Avenir Next LT Pro" panose="020B0504020202020204" pitchFamily="34" charset="0"/>
                          <a:ea typeface="Calibri" panose="020F0502020204030204" pitchFamily="34" charset="0"/>
                        </a:rPr>
                        <a:t>Product Code</a:t>
                      </a:r>
                      <a:endParaRPr lang="en-GB" sz="1200">
                        <a:solidFill>
                          <a:schemeClr val="bg1"/>
                        </a:solidFill>
                        <a:effectLst/>
                        <a:latin typeface="Avenir Next LT Pro" panose="020B0504020202020204" pitchFamily="34" charset="0"/>
                        <a:ea typeface="Calibri" panose="020F0502020204030204" pitchFamily="34" charset="0"/>
                      </a:endParaRPr>
                    </a:p>
                  </a:txBody>
                  <a:tcPr marL="68580" marR="68580" marT="0" marB="0" anchor="ctr">
                    <a:solidFill>
                      <a:schemeClr val="bg1">
                        <a:lumMod val="50000"/>
                      </a:schemeClr>
                    </a:solidFill>
                  </a:tcPr>
                </a:tc>
                <a:tc>
                  <a:txBody>
                    <a:bodyPr/>
                    <a:lstStyle/>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Total Sample Size</a:t>
                      </a:r>
                    </a:p>
                  </a:txBody>
                  <a:tcPr marL="68580" marR="68580" marT="0" marB="0" anchor="ctr">
                    <a:solidFill>
                      <a:schemeClr val="bg1">
                        <a:lumMod val="50000"/>
                      </a:schemeClr>
                    </a:solidFill>
                  </a:tcPr>
                </a:tc>
                <a:tc>
                  <a:txBody>
                    <a:bodyPr/>
                    <a:lstStyle/>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W+ CCZS</a:t>
                      </a:r>
                    </a:p>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Sample Size</a:t>
                      </a:r>
                    </a:p>
                  </a:txBody>
                  <a:tcPr marL="68580" marR="68580" marT="0" marB="0" anchor="ctr">
                    <a:solidFill>
                      <a:schemeClr val="bg1">
                        <a:lumMod val="50000"/>
                      </a:schemeClr>
                    </a:solidFill>
                  </a:tcPr>
                </a:tc>
                <a:tc>
                  <a:txBody>
                    <a:bodyPr/>
                    <a:lstStyle/>
                    <a:p>
                      <a:pPr algn="ctr"/>
                      <a:r>
                        <a:rPr lang="en-GB" sz="1200" b="1" kern="1200" dirty="0">
                          <a:solidFill>
                            <a:schemeClr val="bg1"/>
                          </a:solidFill>
                          <a:effectLst/>
                          <a:latin typeface="Avenir Next LT Pro" panose="020B0504020202020204" pitchFamily="34" charset="0"/>
                          <a:ea typeface="Calibri" panose="020F0502020204030204" pitchFamily="34" charset="0"/>
                          <a:cs typeface="+mn-cs"/>
                        </a:rPr>
                        <a:t>CCZS Neutrals</a:t>
                      </a:r>
                    </a:p>
                    <a:p>
                      <a:pPr algn="ctr"/>
                      <a:r>
                        <a:rPr lang="en-GB" sz="1200" b="1" kern="1200" dirty="0">
                          <a:solidFill>
                            <a:schemeClr val="bg1"/>
                          </a:solidFill>
                          <a:effectLst/>
                          <a:latin typeface="Avenir Next LT Pro" panose="020B0504020202020204" pitchFamily="34" charset="0"/>
                          <a:ea typeface="Calibri" panose="020F0502020204030204" pitchFamily="34" charset="0"/>
                          <a:cs typeface="+mn-cs"/>
                        </a:rPr>
                        <a:t>Sample Size</a:t>
                      </a:r>
                    </a:p>
                  </a:txBody>
                  <a:tcPr marL="68580" marR="68580" marT="0" marB="0" anchor="ctr">
                    <a:solidFill>
                      <a:schemeClr val="bg1">
                        <a:lumMod val="50000"/>
                      </a:schemeClr>
                    </a:solidFill>
                  </a:tcPr>
                </a:tc>
                <a:extLst>
                  <a:ext uri="{0D108BD9-81ED-4DB2-BD59-A6C34878D82A}">
                    <a16:rowId xmlns:a16="http://schemas.microsoft.com/office/drawing/2014/main" val="2447560110"/>
                  </a:ext>
                </a:extLst>
              </a:tr>
              <a:tr h="553923">
                <a:tc>
                  <a:txBody>
                    <a:bodyPr/>
                    <a:lstStyle/>
                    <a:p>
                      <a:pPr marL="0" algn="ctr" defTabSz="914400" rtl="0" eaLnBrk="1" latinLnBrk="0" hangingPunct="1"/>
                      <a:r>
                        <a:rPr kumimoji="0" lang="en-GB" sz="12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85000"/>
                      </a:schemeClr>
                    </a:solidFill>
                  </a:tcPr>
                </a:tc>
                <a:tc>
                  <a:txBody>
                    <a:bodyPr/>
                    <a:lstStyle/>
                    <a:p>
                      <a:pPr algn="ctr"/>
                      <a:r>
                        <a:rPr kumimoji="0" lang="en-GB" sz="12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85000"/>
                      </a:schemeClr>
                    </a:solidFill>
                  </a:tcPr>
                </a:tc>
                <a:tc>
                  <a:txBody>
                    <a:bodyPr/>
                    <a:lstStyle/>
                    <a:p>
                      <a:pPr marL="0" algn="ctr" defTabSz="914400" rtl="0" eaLnBrk="1" latinLnBrk="0" hangingPunct="1"/>
                      <a:r>
                        <a:rPr lang="en-GB" sz="1200" kern="1200">
                          <a:solidFill>
                            <a:schemeClr val="dk1"/>
                          </a:solidFill>
                          <a:effectLst/>
                          <a:latin typeface="Avenir Next LT Pro" panose="020B0504020202020204" pitchFamily="34" charset="0"/>
                          <a:ea typeface="Calibri" panose="020F0502020204030204" pitchFamily="34" charset="0"/>
                          <a:cs typeface="+mn-cs"/>
                        </a:rPr>
                        <a:t>Kaizen 4.0 Control</a:t>
                      </a:r>
                    </a:p>
                  </a:txBody>
                  <a:tcPr marL="68580" marR="68580" marT="0" marB="0" anchor="ctr">
                    <a:solidFill>
                      <a:schemeClr val="bg1">
                        <a:lumMod val="8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462</a:t>
                      </a:r>
                    </a:p>
                  </a:txBody>
                  <a:tcPr marL="68580" marR="68580" marT="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679</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335</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344</a:t>
                      </a:r>
                    </a:p>
                  </a:txBody>
                  <a:tcPr marL="7620" marR="7620" marT="7620" marB="0" anchor="ctr">
                    <a:solidFill>
                      <a:schemeClr val="bg1">
                        <a:lumMod val="85000"/>
                      </a:schemeClr>
                    </a:solidFill>
                  </a:tcPr>
                </a:tc>
                <a:extLst>
                  <a:ext uri="{0D108BD9-81ED-4DB2-BD59-A6C34878D82A}">
                    <a16:rowId xmlns:a16="http://schemas.microsoft.com/office/drawing/2014/main" val="1643710892"/>
                  </a:ext>
                </a:extLst>
              </a:tr>
              <a:tr h="55392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9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1</a:t>
                      </a:r>
                    </a:p>
                  </a:txBody>
                  <a:tcPr marL="68580" marR="68580" marT="0" marB="0" anchor="ctr">
                    <a:solidFill>
                      <a:schemeClr val="bg1">
                        <a:lumMod val="9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643</a:t>
                      </a:r>
                    </a:p>
                  </a:txBody>
                  <a:tcPr marL="68580" marR="68580" marT="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674</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333</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341</a:t>
                      </a:r>
                    </a:p>
                  </a:txBody>
                  <a:tcPr marL="7620" marR="7620" marT="7620" marB="0" anchor="ctr">
                    <a:solidFill>
                      <a:schemeClr val="bg1">
                        <a:lumMod val="95000"/>
                      </a:schemeClr>
                    </a:solidFill>
                  </a:tcPr>
                </a:tc>
                <a:extLst>
                  <a:ext uri="{0D108BD9-81ED-4DB2-BD59-A6C34878D82A}">
                    <a16:rowId xmlns:a16="http://schemas.microsoft.com/office/drawing/2014/main" val="4227906712"/>
                  </a:ext>
                </a:extLst>
              </a:tr>
              <a:tr h="55392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8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2</a:t>
                      </a:r>
                    </a:p>
                  </a:txBody>
                  <a:tcPr marL="68580" marR="68580" marT="0" marB="0" anchor="ctr">
                    <a:solidFill>
                      <a:schemeClr val="bg1">
                        <a:lumMod val="8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296</a:t>
                      </a:r>
                    </a:p>
                  </a:txBody>
                  <a:tcPr marL="68580" marR="68580" marT="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672</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334</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338</a:t>
                      </a:r>
                    </a:p>
                  </a:txBody>
                  <a:tcPr marL="7620" marR="7620" marT="7620" marB="0" anchor="ctr">
                    <a:solidFill>
                      <a:schemeClr val="bg1">
                        <a:lumMod val="85000"/>
                      </a:schemeClr>
                    </a:solidFill>
                  </a:tcPr>
                </a:tc>
                <a:extLst>
                  <a:ext uri="{0D108BD9-81ED-4DB2-BD59-A6C34878D82A}">
                    <a16:rowId xmlns:a16="http://schemas.microsoft.com/office/drawing/2014/main" val="3936684365"/>
                  </a:ext>
                </a:extLst>
              </a:tr>
              <a:tr h="55392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9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3</a:t>
                      </a:r>
                    </a:p>
                  </a:txBody>
                  <a:tcPr marL="68580" marR="68580" marT="0" marB="0" anchor="ctr">
                    <a:solidFill>
                      <a:schemeClr val="bg1">
                        <a:lumMod val="9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892</a:t>
                      </a:r>
                    </a:p>
                  </a:txBody>
                  <a:tcPr marL="68580" marR="68580" marT="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669</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333</a:t>
                      </a:r>
                    </a:p>
                  </a:txBody>
                  <a:tcPr marL="7620" marR="7620" marT="7620" marB="0" anchor="ctr">
                    <a:solidFill>
                      <a:schemeClr val="bg1">
                        <a:lumMod val="95000"/>
                      </a:schemeClr>
                    </a:solidFill>
                  </a:tcPr>
                </a:tc>
                <a:tc>
                  <a:txBody>
                    <a:bodyPr/>
                    <a:lstStyle/>
                    <a:p>
                      <a:pPr algn="ctr" fontAlgn="b"/>
                      <a:r>
                        <a:rPr lang="en-US" sz="1200" b="0" kern="1200" dirty="0">
                          <a:solidFill>
                            <a:schemeClr val="dk1"/>
                          </a:solidFill>
                          <a:effectLst/>
                          <a:latin typeface="Avenir Next LT Pro" panose="020B0504020202020204" pitchFamily="34" charset="0"/>
                          <a:cs typeface="+mn-cs"/>
                        </a:rPr>
                        <a:t>N= 336</a:t>
                      </a:r>
                    </a:p>
                  </a:txBody>
                  <a:tcPr marL="7620" marR="7620" marT="7620" marB="0" anchor="ctr">
                    <a:solidFill>
                      <a:schemeClr val="bg1">
                        <a:lumMod val="95000"/>
                      </a:schemeClr>
                    </a:solidFill>
                  </a:tcPr>
                </a:tc>
                <a:extLst>
                  <a:ext uri="{0D108BD9-81ED-4DB2-BD59-A6C34878D82A}">
                    <a16:rowId xmlns:a16="http://schemas.microsoft.com/office/drawing/2014/main" val="3407697689"/>
                  </a:ext>
                </a:extLst>
              </a:tr>
            </a:tbl>
          </a:graphicData>
        </a:graphic>
      </p:graphicFrame>
      <p:sp>
        <p:nvSpPr>
          <p:cNvPr id="3" name="TextBox 10">
            <a:extLst>
              <a:ext uri="{FF2B5EF4-FFF2-40B4-BE49-F238E27FC236}">
                <a16:creationId xmlns:a16="http://schemas.microsoft.com/office/drawing/2014/main" id="{E4436D97-E582-7B17-F319-14BDEE9BE961}"/>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spTree>
    <p:extLst>
      <p:ext uri="{BB962C8B-B14F-4D97-AF65-F5344CB8AC3E}">
        <p14:creationId xmlns:p14="http://schemas.microsoft.com/office/powerpoint/2010/main" val="2441016669"/>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61148A-B724-AFEB-BF97-ABF62654F33F}"/>
              </a:ext>
            </a:extLst>
          </p:cNvPr>
          <p:cNvSpPr>
            <a:spLocks noGrp="1"/>
          </p:cNvSpPr>
          <p:nvPr>
            <p:ph type="ctrTitle"/>
          </p:nvPr>
        </p:nvSpPr>
        <p:spPr/>
        <p:txBody>
          <a:bodyPr/>
          <a:lstStyle/>
          <a:p>
            <a:r>
              <a:rPr lang="en-GB">
                <a:latin typeface="Unity" panose="020B0505030303020204" pitchFamily="34" charset="0"/>
              </a:rPr>
              <a:t>Methodology and Sample Profile</a:t>
            </a:r>
            <a:endParaRPr lang="en-US"/>
          </a:p>
        </p:txBody>
      </p:sp>
      <p:sp>
        <p:nvSpPr>
          <p:cNvPr id="4" name="Slide Number Placeholder 3">
            <a:extLst>
              <a:ext uri="{FF2B5EF4-FFF2-40B4-BE49-F238E27FC236}">
                <a16:creationId xmlns:a16="http://schemas.microsoft.com/office/drawing/2014/main" id="{6C52854F-B0B7-2C9A-5975-F98AF3CF16A2}"/>
              </a:ext>
            </a:extLst>
          </p:cNvPr>
          <p:cNvSpPr>
            <a:spLocks noGrp="1"/>
          </p:cNvSpPr>
          <p:nvPr>
            <p:ph type="sldNum" sz="quarter" idx="14"/>
          </p:nvPr>
        </p:nvSpPr>
        <p:spPr/>
        <p:txBody>
          <a:bodyPr/>
          <a:lstStyle/>
          <a:p>
            <a:fld id="{9BBCFCA3-D307-4DD3-86E3-CC1388E97AC0}" type="slidenum">
              <a:rPr lang="en-US" smtClean="0"/>
              <a:pPr/>
              <a:t>223</a:t>
            </a:fld>
            <a:endParaRPr lang="en-US"/>
          </a:p>
        </p:txBody>
      </p:sp>
      <p:graphicFrame>
        <p:nvGraphicFramePr>
          <p:cNvPr id="19" name="Diagram 18">
            <a:extLst>
              <a:ext uri="{FF2B5EF4-FFF2-40B4-BE49-F238E27FC236}">
                <a16:creationId xmlns:a16="http://schemas.microsoft.com/office/drawing/2014/main" id="{2D3C8642-1E3E-E337-2201-F5F6379FE579}"/>
              </a:ext>
            </a:extLst>
          </p:cNvPr>
          <p:cNvGraphicFramePr/>
          <p:nvPr/>
        </p:nvGraphicFramePr>
        <p:xfrm>
          <a:off x="284618" y="1259805"/>
          <a:ext cx="2825377" cy="6502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0" name="Text Placeholder 7">
            <a:extLst>
              <a:ext uri="{FF2B5EF4-FFF2-40B4-BE49-F238E27FC236}">
                <a16:creationId xmlns:a16="http://schemas.microsoft.com/office/drawing/2014/main" id="{3B8C39EC-E90B-20E7-711F-B4746C680FFF}"/>
              </a:ext>
            </a:extLst>
          </p:cNvPr>
          <p:cNvSpPr txBox="1">
            <a:spLocks/>
          </p:cNvSpPr>
          <p:nvPr/>
        </p:nvSpPr>
        <p:spPr>
          <a:xfrm>
            <a:off x="2880494" y="1370641"/>
            <a:ext cx="11292706" cy="369332"/>
          </a:xfrm>
          <a:prstGeom prst="rect">
            <a:avLst/>
          </a:prstGeom>
          <a:noFill/>
        </p:spPr>
        <p:txBody>
          <a:bodyPr vert="horz" wrap="square" lIns="0" tIns="0" rIns="0" bIns="0" rtlCol="0">
            <a:spAutoFit/>
          </a:bodyPr>
          <a:lstStyle>
            <a:lvl1pPr marL="0" indent="0" algn="l" defTabSz="914400" rtl="0" eaLnBrk="1" latinLnBrk="0" hangingPunct="1">
              <a:lnSpc>
                <a:spcPct val="100000"/>
              </a:lnSpc>
              <a:spcBef>
                <a:spcPts val="400"/>
              </a:spcBef>
              <a:spcAft>
                <a:spcPts val="400"/>
              </a:spcAft>
              <a:buSzPct val="50000"/>
              <a:buFont typeface="HelveticaNeueLT Std Lt Cn" panose="020B0406020202030204" pitchFamily="34" charset="0"/>
              <a:buNone/>
              <a:defRPr lang="en-GB" sz="2000" b="1" kern="1200" dirty="0">
                <a:solidFill>
                  <a:schemeClr val="tx2"/>
                </a:solidFill>
                <a:latin typeface="+mn-lt"/>
                <a:ea typeface="+mn-ea"/>
                <a:cs typeface="+mn-cs"/>
              </a:defRPr>
            </a:lvl1pPr>
            <a:lvl2pPr marL="266700" indent="-266700" algn="l" defTabSz="914400" rtl="0" eaLnBrk="1" latinLnBrk="0" hangingPunct="1">
              <a:lnSpc>
                <a:spcPct val="110000"/>
              </a:lnSpc>
              <a:spcBef>
                <a:spcPts val="400"/>
              </a:spcBef>
              <a:spcAft>
                <a:spcPts val="400"/>
              </a:spcAft>
              <a:buSzPct val="80000"/>
              <a:buFont typeface="Segoe UI" panose="020B0502040204020203" pitchFamily="34" charset="0"/>
              <a:buChar char="●"/>
              <a:defRPr sz="1400" kern="1200">
                <a:solidFill>
                  <a:schemeClr val="tx1"/>
                </a:solidFill>
                <a:latin typeface="+mn-lt"/>
                <a:ea typeface="+mn-ea"/>
                <a:cs typeface="+mn-cs"/>
              </a:defRPr>
            </a:lvl2pPr>
            <a:lvl3pPr marL="630238" indent="-260350" algn="l" defTabSz="914400" rtl="0" eaLnBrk="1" latinLnBrk="0" hangingPunct="1">
              <a:lnSpc>
                <a:spcPct val="110000"/>
              </a:lnSpc>
              <a:spcBef>
                <a:spcPts val="400"/>
              </a:spcBef>
              <a:spcAft>
                <a:spcPts val="400"/>
              </a:spcAft>
              <a:buFont typeface="Arial" panose="020B0604020202020204" pitchFamily="34" charset="0"/>
              <a:buChar char="‒"/>
              <a:defRPr sz="1400" kern="1200">
                <a:solidFill>
                  <a:schemeClr val="tx1"/>
                </a:solidFill>
                <a:latin typeface="+mn-lt"/>
                <a:ea typeface="+mn-ea"/>
                <a:cs typeface="+mn-cs"/>
              </a:defRPr>
            </a:lvl3pPr>
            <a:lvl4pPr marL="987425"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262063" indent="-228600" algn="l" defTabSz="914400" rtl="0" eaLnBrk="1" latinLnBrk="0" hangingPunct="1">
              <a:lnSpc>
                <a:spcPct val="90000"/>
              </a:lnSpc>
              <a:spcBef>
                <a:spcPts val="500"/>
              </a:spcBef>
              <a:buFont typeface="HelveticaNeueLT Std Lt Cn" panose="020B040602020203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defTabSz="1097236">
              <a:defRPr/>
            </a:pPr>
            <a:r>
              <a:rPr lang="en-US" sz="2400">
                <a:solidFill>
                  <a:prstClr val="black">
                    <a:lumMod val="65000"/>
                    <a:lumOff val="35000"/>
                  </a:prstClr>
                </a:solidFill>
                <a:latin typeface="Avenir Next LT Pro" panose="020B0504020202020204" pitchFamily="34" charset="0"/>
              </a:rPr>
              <a:t>Unbranded Sequential Monadic Full Sample (600 mL ) Test</a:t>
            </a:r>
          </a:p>
        </p:txBody>
      </p:sp>
      <p:sp>
        <p:nvSpPr>
          <p:cNvPr id="22" name="Content Placeholder 6">
            <a:extLst>
              <a:ext uri="{FF2B5EF4-FFF2-40B4-BE49-F238E27FC236}">
                <a16:creationId xmlns:a16="http://schemas.microsoft.com/office/drawing/2014/main" id="{96C4CB73-3D16-8D12-5545-A8AE5D4FB952}"/>
              </a:ext>
            </a:extLst>
          </p:cNvPr>
          <p:cNvSpPr txBox="1">
            <a:spLocks/>
          </p:cNvSpPr>
          <p:nvPr/>
        </p:nvSpPr>
        <p:spPr>
          <a:xfrm>
            <a:off x="2797443" y="2381482"/>
            <a:ext cx="10469377" cy="4739214"/>
          </a:xfrm>
          <a:prstGeom prst="rect">
            <a:avLst/>
          </a:prstGeom>
          <a:solidFill>
            <a:schemeClr val="bg1">
              <a:alpha val="55000"/>
            </a:schemeClr>
          </a:solidFill>
        </p:spPr>
        <p:txBody>
          <a:bodyPr/>
          <a:lstStyle>
            <a:lvl1pPr marL="0" indent="0" algn="l" defTabSz="914400" rtl="0" eaLnBrk="1" latinLnBrk="0" hangingPunct="1">
              <a:lnSpc>
                <a:spcPct val="110000"/>
              </a:lnSpc>
              <a:spcBef>
                <a:spcPts val="400"/>
              </a:spcBef>
              <a:spcAft>
                <a:spcPts val="400"/>
              </a:spcAft>
              <a:buSzPct val="50000"/>
              <a:buFont typeface="HelveticaNeueLT Std Lt Cn" panose="020B0406020202030204" pitchFamily="34" charset="0"/>
              <a:buNone/>
              <a:defRPr sz="1400" b="0" kern="1200">
                <a:solidFill>
                  <a:schemeClr val="tx1"/>
                </a:solidFill>
                <a:latin typeface="+mn-lt"/>
                <a:ea typeface="+mn-ea"/>
                <a:cs typeface="+mn-cs"/>
              </a:defRPr>
            </a:lvl1pPr>
            <a:lvl2pPr marL="266700" indent="-266700" algn="l" defTabSz="914400" rtl="0" eaLnBrk="1" latinLnBrk="0" hangingPunct="1">
              <a:lnSpc>
                <a:spcPct val="110000"/>
              </a:lnSpc>
              <a:spcBef>
                <a:spcPts val="400"/>
              </a:spcBef>
              <a:spcAft>
                <a:spcPts val="400"/>
              </a:spcAft>
              <a:buSzPct val="80000"/>
              <a:buFont typeface="Segoe UI" panose="020B0502040204020203" pitchFamily="34" charset="0"/>
              <a:buChar char="●"/>
              <a:defRPr sz="1400" kern="1200">
                <a:solidFill>
                  <a:schemeClr val="tx1"/>
                </a:solidFill>
                <a:latin typeface="+mn-lt"/>
                <a:ea typeface="+mn-ea"/>
                <a:cs typeface="+mn-cs"/>
              </a:defRPr>
            </a:lvl2pPr>
            <a:lvl3pPr marL="630238" indent="-260350" algn="l" defTabSz="914400" rtl="0" eaLnBrk="1" latinLnBrk="0" hangingPunct="1">
              <a:lnSpc>
                <a:spcPct val="110000"/>
              </a:lnSpc>
              <a:spcBef>
                <a:spcPts val="400"/>
              </a:spcBef>
              <a:spcAft>
                <a:spcPts val="400"/>
              </a:spcAft>
              <a:buFont typeface="Arial" panose="020B0604020202020204" pitchFamily="34" charset="0"/>
              <a:buChar char="‒"/>
              <a:defRPr sz="1400" kern="1200">
                <a:solidFill>
                  <a:schemeClr val="tx1"/>
                </a:solidFill>
                <a:latin typeface="+mn-lt"/>
                <a:ea typeface="+mn-ea"/>
                <a:cs typeface="+mn-cs"/>
              </a:defRPr>
            </a:lvl3pPr>
            <a:lvl4pPr marL="987425"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262063" indent="-228600" algn="l" defTabSz="914400" rtl="0" eaLnBrk="1" latinLnBrk="0" hangingPunct="1">
              <a:lnSpc>
                <a:spcPct val="90000"/>
              </a:lnSpc>
              <a:spcBef>
                <a:spcPts val="500"/>
              </a:spcBef>
              <a:buFont typeface="HelveticaNeueLT Std Lt Cn" panose="020B040602020203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66689" lvl="1" indent="-266689" defTabSz="914364">
              <a:defRPr/>
            </a:pPr>
            <a:r>
              <a:rPr lang="en-GB" sz="1600" dirty="0">
                <a:latin typeface="Avenir Next LT Pro" panose="020B0504020202020204" pitchFamily="34" charset="0"/>
              </a:rPr>
              <a:t>Pre-Recruitment, followed by CLT On-Site Re-Screening</a:t>
            </a:r>
          </a:p>
          <a:p>
            <a:pPr marL="266689" lvl="1" indent="-266689" defTabSz="914364">
              <a:defRPr/>
            </a:pPr>
            <a:r>
              <a:rPr lang="en-GB" sz="1600" dirty="0">
                <a:latin typeface="Avenir Next LT Pro" panose="020B0504020202020204" pitchFamily="34" charset="0"/>
              </a:rPr>
              <a:t>Central Location Test (CLT)</a:t>
            </a:r>
          </a:p>
          <a:p>
            <a:pPr marL="266689" lvl="1" indent="-266689" defTabSz="914364">
              <a:defRPr/>
            </a:pPr>
            <a:r>
              <a:rPr lang="en-GB" sz="1600" dirty="0">
                <a:latin typeface="Avenir Next LT Pro" panose="020B0504020202020204" pitchFamily="34" charset="0"/>
              </a:rPr>
              <a:t>Each respondent tested 3 products over 3 separate visits (1 product per visit).</a:t>
            </a:r>
          </a:p>
          <a:p>
            <a:pPr marL="266689" lvl="1" indent="-266689" defTabSz="914364">
              <a:defRPr/>
            </a:pPr>
            <a:r>
              <a:rPr lang="en-GB" sz="1600" dirty="0">
                <a:latin typeface="Avenir Next LT Pro" panose="020B0504020202020204" pitchFamily="34" charset="0"/>
              </a:rPr>
              <a:t>W+ CCZS Drinkers (48% 20-34, 52% 35-49) N=445</a:t>
            </a:r>
          </a:p>
          <a:p>
            <a:pPr marL="266689" lvl="1" indent="-266689" defTabSz="914364">
              <a:defRPr/>
            </a:pPr>
            <a:r>
              <a:rPr lang="en-GB" sz="1600" dirty="0">
                <a:latin typeface="Avenir Next LT Pro" panose="020B0504020202020204" pitchFamily="34" charset="0"/>
              </a:rPr>
              <a:t>CCZS Neutrals: N=453</a:t>
            </a:r>
          </a:p>
          <a:p>
            <a:pPr marL="266689" lvl="1" indent="-266689" defTabSz="914364">
              <a:defRPr/>
            </a:pPr>
            <a:r>
              <a:rPr lang="en-GB" sz="1600" dirty="0">
                <a:latin typeface="Avenir Next LT Pro" panose="020B0504020202020204" pitchFamily="34" charset="0"/>
              </a:rPr>
              <a:t>Fieldwork dates (USA) – </a:t>
            </a:r>
            <a:r>
              <a:rPr lang="en-US" sz="1600" dirty="0">
                <a:latin typeface="Avenir Next LT Pro" panose="020B0504020202020204" pitchFamily="34" charset="0"/>
              </a:rPr>
              <a:t>07</a:t>
            </a:r>
            <a:r>
              <a:rPr lang="en-US" sz="1600" dirty="0">
                <a:latin typeface="Avenir Next LT Pro" panose="020B0504020202020204" pitchFamily="34" charset="0"/>
                <a:ea typeface="Times New Roman" panose="02020603050405020304" pitchFamily="18" charset="0"/>
              </a:rPr>
              <a:t>/09/2026 – 08/03/2026</a:t>
            </a:r>
          </a:p>
          <a:p>
            <a:pPr marL="266689" lvl="1" indent="-266689" defTabSz="914364">
              <a:defRPr/>
            </a:pPr>
            <a:r>
              <a:rPr lang="en-GB" sz="1600" dirty="0">
                <a:latin typeface="Avenir Next LT Pro" panose="020B0504020202020204" pitchFamily="34" charset="0"/>
              </a:rPr>
              <a:t>Fieldwork locations (USA) – Atlanta, Boston, Chicago, Dallas, Denver, Los Angeles</a:t>
            </a:r>
          </a:p>
          <a:p>
            <a:pPr marL="266689" lvl="1" indent="-266689" defTabSz="914364">
              <a:defRPr/>
            </a:pPr>
            <a:r>
              <a:rPr lang="en-GB" sz="1600" b="1" dirty="0">
                <a:latin typeface="Avenir Next LT Pro" panose="020B0504020202020204" pitchFamily="34" charset="0"/>
              </a:rPr>
              <a:t>In this report you will find results for USA ONLY.</a:t>
            </a:r>
          </a:p>
        </p:txBody>
      </p:sp>
      <p:pic>
        <p:nvPicPr>
          <p:cNvPr id="3" name="Picture 2">
            <a:extLst>
              <a:ext uri="{FF2B5EF4-FFF2-40B4-BE49-F238E27FC236}">
                <a16:creationId xmlns:a16="http://schemas.microsoft.com/office/drawing/2014/main" id="{41311903-67B4-C345-2E72-BD5572EC3AD8}"/>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13660160" y="66424"/>
            <a:ext cx="842400" cy="842400"/>
          </a:xfrm>
          <a:prstGeom prst="rect">
            <a:avLst/>
          </a:prstGeom>
        </p:spPr>
      </p:pic>
      <p:sp>
        <p:nvSpPr>
          <p:cNvPr id="6" name="TextBox 10">
            <a:extLst>
              <a:ext uri="{FF2B5EF4-FFF2-40B4-BE49-F238E27FC236}">
                <a16:creationId xmlns:a16="http://schemas.microsoft.com/office/drawing/2014/main" id="{EE2AE824-FAA1-3AC7-6C9A-9283FE197210}"/>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spTree>
    <p:extLst>
      <p:ext uri="{BB962C8B-B14F-4D97-AF65-F5344CB8AC3E}">
        <p14:creationId xmlns:p14="http://schemas.microsoft.com/office/powerpoint/2010/main" val="3233270554"/>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095A44-EEFD-4E81-AC65-CF31598F24AC}"/>
              </a:ext>
            </a:extLst>
          </p:cNvPr>
          <p:cNvSpPr>
            <a:spLocks noGrp="1"/>
          </p:cNvSpPr>
          <p:nvPr>
            <p:ph type="ctrTitle"/>
          </p:nvPr>
        </p:nvSpPr>
        <p:spPr>
          <a:xfrm>
            <a:off x="309154" y="268771"/>
            <a:ext cx="13716000" cy="430887"/>
          </a:xfrm>
        </p:spPr>
        <p:txBody>
          <a:bodyPr/>
          <a:lstStyle/>
          <a:p>
            <a:r>
              <a:rPr lang="en-US" sz="2400">
                <a:latin typeface="Unity" panose="020B0505030303020204" pitchFamily="34" charset="0"/>
              </a:rPr>
              <a:t>Methodology</a:t>
            </a:r>
          </a:p>
        </p:txBody>
      </p:sp>
      <p:sp>
        <p:nvSpPr>
          <p:cNvPr id="3" name="Content Placeholder 2">
            <a:extLst>
              <a:ext uri="{FF2B5EF4-FFF2-40B4-BE49-F238E27FC236}">
                <a16:creationId xmlns:a16="http://schemas.microsoft.com/office/drawing/2014/main" id="{E090E2F6-36F9-4BBC-9D94-E71283A1BB77}"/>
              </a:ext>
            </a:extLst>
          </p:cNvPr>
          <p:cNvSpPr>
            <a:spLocks noGrp="1"/>
          </p:cNvSpPr>
          <p:nvPr>
            <p:ph sz="quarter" idx="12"/>
          </p:nvPr>
        </p:nvSpPr>
        <p:spPr>
          <a:xfrm>
            <a:off x="442530" y="1100733"/>
            <a:ext cx="13420165" cy="6400800"/>
          </a:xfrm>
        </p:spPr>
        <p:txBody>
          <a:bodyPr>
            <a:noAutofit/>
          </a:bodyPr>
          <a:lstStyle/>
          <a:p>
            <a:pPr>
              <a:spcAft>
                <a:spcPts val="720"/>
              </a:spcAft>
            </a:pPr>
            <a:r>
              <a:rPr lang="en-US" sz="1600" b="1" u="sng">
                <a:latin typeface="Avenir Next LT Pro" panose="020B0504020202020204" pitchFamily="34" charset="0"/>
                <a:ea typeface="Times New Roman" panose="02020603050405020304" pitchFamily="18" charset="0"/>
              </a:rPr>
              <a:t>Study Execution:</a:t>
            </a:r>
            <a:endParaRPr lang="en-US" sz="1600">
              <a:latin typeface="Avenir Next LT Pro" panose="020B0504020202020204" pitchFamily="34" charset="0"/>
              <a:ea typeface="Times New Roman" panose="02020603050405020304" pitchFamily="18" charset="0"/>
            </a:endParaRPr>
          </a:p>
          <a:p>
            <a:pPr marL="274320">
              <a:spcAft>
                <a:spcPts val="720"/>
              </a:spcAft>
            </a:pPr>
            <a:r>
              <a:rPr lang="en-US" sz="1600">
                <a:latin typeface="Avenir Next LT Pro" panose="020B0504020202020204" pitchFamily="34" charset="0"/>
                <a:ea typeface="Times New Roman" panose="02020603050405020304" pitchFamily="18" charset="0"/>
              </a:rPr>
              <a:t>Agency: BASES - </a:t>
            </a:r>
            <a:r>
              <a:rPr lang="en-US" sz="1600" err="1">
                <a:latin typeface="Avenir Next LT Pro" panose="020B0504020202020204" pitchFamily="34" charset="0"/>
                <a:ea typeface="Times New Roman" panose="02020603050405020304" pitchFamily="18" charset="0"/>
              </a:rPr>
              <a:t>NielsenIQ</a:t>
            </a:r>
            <a:r>
              <a:rPr lang="en-US" sz="1600">
                <a:latin typeface="Avenir Next LT Pro" panose="020B0504020202020204" pitchFamily="34" charset="0"/>
                <a:ea typeface="Times New Roman" panose="02020603050405020304" pitchFamily="18" charset="0"/>
              </a:rPr>
              <a:t>.</a:t>
            </a:r>
          </a:p>
          <a:p>
            <a:pPr marL="274320">
              <a:spcAft>
                <a:spcPts val="720"/>
              </a:spcAft>
            </a:pPr>
            <a:r>
              <a:rPr lang="en-US" sz="1600">
                <a:latin typeface="Avenir Next LT Pro" panose="020B0504020202020204" pitchFamily="34" charset="0"/>
                <a:ea typeface="Times New Roman" panose="02020603050405020304" pitchFamily="18" charset="0"/>
              </a:rPr>
              <a:t>Locations: </a:t>
            </a:r>
          </a:p>
          <a:p>
            <a:pPr marL="0" lvl="1" indent="0" defTabSz="914364">
              <a:buNone/>
              <a:defRPr/>
            </a:pPr>
            <a:r>
              <a:rPr lang="en-US" sz="1600">
                <a:latin typeface="Avenir Next LT Pro" panose="020B0504020202020204" pitchFamily="34" charset="0"/>
                <a:ea typeface="Times New Roman" panose="02020603050405020304" pitchFamily="18" charset="0"/>
              </a:rPr>
              <a:t>	USA – </a:t>
            </a:r>
            <a:r>
              <a:rPr lang="en-GB" sz="1600">
                <a:latin typeface="Avenir Next LT Pro" panose="020B0504020202020204" pitchFamily="34" charset="0"/>
              </a:rPr>
              <a:t>Atlanta, Boston, Chicago, Dallas, Denver, Los Angeles</a:t>
            </a:r>
          </a:p>
          <a:p>
            <a:pPr marL="274320">
              <a:spcAft>
                <a:spcPts val="720"/>
              </a:spcAft>
            </a:pPr>
            <a:r>
              <a:rPr lang="en-US" sz="1600">
                <a:latin typeface="Avenir Next LT Pro" panose="020B0504020202020204" pitchFamily="34" charset="0"/>
                <a:ea typeface="Times New Roman" panose="02020603050405020304" pitchFamily="18" charset="0"/>
              </a:rPr>
              <a:t>	USA – 07/09/2026 – 08/03/2026</a:t>
            </a:r>
            <a:endParaRPr lang="en-US" sz="1600">
              <a:effectLst/>
              <a:latin typeface="Avenir Next LT Pro" panose="020B0504020202020204" pitchFamily="34" charset="0"/>
              <a:ea typeface="Times New Roman" panose="02020603050405020304" pitchFamily="18" charset="0"/>
            </a:endParaRPr>
          </a:p>
          <a:p>
            <a:pPr marL="274320">
              <a:spcAft>
                <a:spcPts val="720"/>
              </a:spcAft>
            </a:pPr>
            <a:endParaRPr lang="en-US" sz="1600">
              <a:latin typeface="Avenir Next LT Pro" panose="020B0504020202020204" pitchFamily="34" charset="0"/>
              <a:ea typeface="Times New Roman" panose="02020603050405020304" pitchFamily="18" charset="0"/>
            </a:endParaRPr>
          </a:p>
          <a:p>
            <a:pPr>
              <a:spcAft>
                <a:spcPts val="720"/>
              </a:spcAft>
            </a:pPr>
            <a:r>
              <a:rPr lang="en-US" sz="1600" b="1" u="sng">
                <a:latin typeface="Avenir Next LT Pro" panose="020B0504020202020204" pitchFamily="34" charset="0"/>
                <a:ea typeface="Times New Roman" panose="02020603050405020304" pitchFamily="18" charset="0"/>
              </a:rPr>
              <a:t>Study Design:</a:t>
            </a:r>
          </a:p>
          <a:p>
            <a:pPr>
              <a:spcAft>
                <a:spcPts val="720"/>
              </a:spcAft>
            </a:pPr>
            <a:r>
              <a:rPr lang="en-US" sz="1600">
                <a:latin typeface="Avenir Next LT Pro" panose="020B0504020202020204" pitchFamily="34" charset="0"/>
                <a:ea typeface="Times New Roman" panose="02020603050405020304" pitchFamily="18" charset="0"/>
              </a:rPr>
              <a:t>Unbranded Sequential Monadic CLT Test</a:t>
            </a:r>
          </a:p>
          <a:p>
            <a:pPr>
              <a:spcAft>
                <a:spcPts val="720"/>
              </a:spcAft>
            </a:pPr>
            <a:r>
              <a:rPr lang="en-US" sz="1600">
                <a:latin typeface="Avenir Next LT Pro" panose="020B0504020202020204" pitchFamily="34" charset="0"/>
                <a:ea typeface="Times New Roman" panose="02020603050405020304" pitchFamily="18" charset="0"/>
              </a:rPr>
              <a:t>300-600mL serving, per product</a:t>
            </a:r>
          </a:p>
          <a:p>
            <a:pPr>
              <a:spcAft>
                <a:spcPts val="720"/>
              </a:spcAft>
            </a:pPr>
            <a:endParaRPr lang="en-US" sz="1600">
              <a:latin typeface="Avenir Next LT Pro" panose="020B0504020202020204" pitchFamily="34" charset="0"/>
              <a:ea typeface="Times New Roman" panose="02020603050405020304" pitchFamily="18" charset="0"/>
            </a:endParaRPr>
          </a:p>
        </p:txBody>
      </p:sp>
      <p:sp>
        <p:nvSpPr>
          <p:cNvPr id="5" name="Slide Number Placeholder 3">
            <a:extLst>
              <a:ext uri="{FF2B5EF4-FFF2-40B4-BE49-F238E27FC236}">
                <a16:creationId xmlns:a16="http://schemas.microsoft.com/office/drawing/2014/main" id="{71835711-71AC-4C3D-A3EB-A5C663449844}"/>
              </a:ext>
            </a:extLst>
          </p:cNvPr>
          <p:cNvSpPr>
            <a:spLocks noGrp="1"/>
          </p:cNvSpPr>
          <p:nvPr>
            <p:ph type="sldNum" sz="quarter" idx="14"/>
          </p:nvPr>
        </p:nvSpPr>
        <p:spPr>
          <a:xfrm>
            <a:off x="13807440" y="7658100"/>
            <a:ext cx="365760" cy="2286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6" name="Table 5">
            <a:extLst>
              <a:ext uri="{FF2B5EF4-FFF2-40B4-BE49-F238E27FC236}">
                <a16:creationId xmlns:a16="http://schemas.microsoft.com/office/drawing/2014/main" id="{6C6119AD-B3C3-BFC9-E3DB-2BDCC8A09E09}"/>
              </a:ext>
            </a:extLst>
          </p:cNvPr>
          <p:cNvGraphicFramePr>
            <a:graphicFrameLocks noGrp="1"/>
          </p:cNvGraphicFramePr>
          <p:nvPr/>
        </p:nvGraphicFramePr>
        <p:xfrm>
          <a:off x="5096764" y="3173554"/>
          <a:ext cx="2517140" cy="1630680"/>
        </p:xfrm>
        <a:graphic>
          <a:graphicData uri="http://schemas.openxmlformats.org/drawingml/2006/table">
            <a:tbl>
              <a:tblPr firstRow="1" bandRow="1">
                <a:tableStyleId>{5C22544A-7EE6-4342-B048-85BDC9FD1C3A}</a:tableStyleId>
              </a:tblPr>
              <a:tblGrid>
                <a:gridCol w="1740218">
                  <a:extLst>
                    <a:ext uri="{9D8B030D-6E8A-4147-A177-3AD203B41FA5}">
                      <a16:colId xmlns:a16="http://schemas.microsoft.com/office/drawing/2014/main" val="457715355"/>
                    </a:ext>
                  </a:extLst>
                </a:gridCol>
                <a:gridCol w="776922">
                  <a:extLst>
                    <a:ext uri="{9D8B030D-6E8A-4147-A177-3AD203B41FA5}">
                      <a16:colId xmlns:a16="http://schemas.microsoft.com/office/drawing/2014/main" val="3900947386"/>
                    </a:ext>
                  </a:extLst>
                </a:gridCol>
              </a:tblGrid>
              <a:tr h="370840">
                <a:tc gridSpan="2">
                  <a:txBody>
                    <a:bodyPr/>
                    <a:lstStyle/>
                    <a:p>
                      <a:pPr algn="ctr"/>
                      <a:r>
                        <a:rPr lang="en-US" sz="1400">
                          <a:latin typeface="Avenir Next LT Pro" panose="020B0504020202020204" pitchFamily="34" charset="0"/>
                        </a:rPr>
                        <a:t>Quantity Consumed (N=898)</a:t>
                      </a:r>
                    </a:p>
                  </a:txBody>
                  <a:tcPr>
                    <a:solidFill>
                      <a:schemeClr val="bg1">
                        <a:lumMod val="50000"/>
                      </a:schemeClr>
                    </a:solidFill>
                  </a:tcPr>
                </a:tc>
                <a:tc hMerge="1">
                  <a:txBody>
                    <a:bodyPr/>
                    <a:lstStyle/>
                    <a:p>
                      <a:endParaRPr lang="en-US"/>
                    </a:p>
                  </a:txBody>
                  <a:tcPr/>
                </a:tc>
                <a:extLst>
                  <a:ext uri="{0D108BD9-81ED-4DB2-BD59-A6C34878D82A}">
                    <a16:rowId xmlns:a16="http://schemas.microsoft.com/office/drawing/2014/main" val="442754637"/>
                  </a:ext>
                </a:extLst>
              </a:tr>
              <a:tr h="370840">
                <a:tc>
                  <a:txBody>
                    <a:bodyPr/>
                    <a:lstStyle/>
                    <a:p>
                      <a:r>
                        <a:rPr lang="en-US" sz="1400">
                          <a:latin typeface="Avenir Next LT Pro" panose="020B0504020202020204" pitchFamily="34" charset="0"/>
                        </a:rPr>
                        <a:t>301 – 400 mL</a:t>
                      </a:r>
                    </a:p>
                  </a:txBody>
                  <a:tcPr/>
                </a:tc>
                <a:tc>
                  <a:txBody>
                    <a:bodyPr/>
                    <a:lstStyle/>
                    <a:p>
                      <a:pPr algn="ctr"/>
                      <a:r>
                        <a:rPr lang="en-US" sz="1400">
                          <a:latin typeface="Avenir Next LT Pro" panose="020B0504020202020204" pitchFamily="34" charset="0"/>
                        </a:rPr>
                        <a:t>29%</a:t>
                      </a:r>
                    </a:p>
                  </a:txBody>
                  <a:tcPr/>
                </a:tc>
                <a:extLst>
                  <a:ext uri="{0D108BD9-81ED-4DB2-BD59-A6C34878D82A}">
                    <a16:rowId xmlns:a16="http://schemas.microsoft.com/office/drawing/2014/main" val="1039895617"/>
                  </a:ext>
                </a:extLst>
              </a:tr>
              <a:tr h="370840">
                <a:tc>
                  <a:txBody>
                    <a:bodyPr/>
                    <a:lstStyle/>
                    <a:p>
                      <a:r>
                        <a:rPr lang="en-US" sz="1400">
                          <a:latin typeface="Avenir Next LT Pro" panose="020B0504020202020204" pitchFamily="34" charset="0"/>
                        </a:rPr>
                        <a:t>401 – 500 mL</a:t>
                      </a:r>
                    </a:p>
                  </a:txBody>
                  <a:tcPr/>
                </a:tc>
                <a:tc>
                  <a:txBody>
                    <a:bodyPr/>
                    <a:lstStyle/>
                    <a:p>
                      <a:pPr algn="ctr"/>
                      <a:r>
                        <a:rPr lang="en-US" sz="1400">
                          <a:latin typeface="Avenir Next LT Pro" panose="020B0504020202020204" pitchFamily="34" charset="0"/>
                        </a:rPr>
                        <a:t>17%</a:t>
                      </a:r>
                    </a:p>
                  </a:txBody>
                  <a:tcPr/>
                </a:tc>
                <a:extLst>
                  <a:ext uri="{0D108BD9-81ED-4DB2-BD59-A6C34878D82A}">
                    <a16:rowId xmlns:a16="http://schemas.microsoft.com/office/drawing/2014/main" val="3147932940"/>
                  </a:ext>
                </a:extLst>
              </a:tr>
              <a:tr h="370840">
                <a:tc>
                  <a:txBody>
                    <a:bodyPr/>
                    <a:lstStyle/>
                    <a:p>
                      <a:r>
                        <a:rPr lang="en-US" sz="1400">
                          <a:latin typeface="Avenir Next LT Pro" panose="020B0504020202020204" pitchFamily="34" charset="0"/>
                        </a:rPr>
                        <a:t>501 – 600 mL</a:t>
                      </a:r>
                    </a:p>
                  </a:txBody>
                  <a:tcPr/>
                </a:tc>
                <a:tc>
                  <a:txBody>
                    <a:bodyPr/>
                    <a:lstStyle/>
                    <a:p>
                      <a:pPr algn="ctr"/>
                      <a:r>
                        <a:rPr lang="en-US" sz="1400">
                          <a:latin typeface="Avenir Next LT Pro" panose="020B0504020202020204" pitchFamily="34" charset="0"/>
                        </a:rPr>
                        <a:t>54%</a:t>
                      </a:r>
                    </a:p>
                  </a:txBody>
                  <a:tcPr/>
                </a:tc>
                <a:extLst>
                  <a:ext uri="{0D108BD9-81ED-4DB2-BD59-A6C34878D82A}">
                    <a16:rowId xmlns:a16="http://schemas.microsoft.com/office/drawing/2014/main" val="699993406"/>
                  </a:ext>
                </a:extLst>
              </a:tr>
            </a:tbl>
          </a:graphicData>
        </a:graphic>
      </p:graphicFrame>
      <p:sp>
        <p:nvSpPr>
          <p:cNvPr id="7" name="Oval 6">
            <a:extLst>
              <a:ext uri="{FF2B5EF4-FFF2-40B4-BE49-F238E27FC236}">
                <a16:creationId xmlns:a16="http://schemas.microsoft.com/office/drawing/2014/main" id="{9132FA77-E3EF-AA80-564B-B09CC2E17F11}"/>
              </a:ext>
            </a:extLst>
          </p:cNvPr>
          <p:cNvSpPr/>
          <p:nvPr/>
        </p:nvSpPr>
        <p:spPr>
          <a:xfrm>
            <a:off x="5556634" y="4365544"/>
            <a:ext cx="864973" cy="444843"/>
          </a:xfrm>
          <a:prstGeom prst="ellips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cxnSp>
        <p:nvCxnSpPr>
          <p:cNvPr id="8" name="Straight Arrow Connector 7">
            <a:extLst>
              <a:ext uri="{FF2B5EF4-FFF2-40B4-BE49-F238E27FC236}">
                <a16:creationId xmlns:a16="http://schemas.microsoft.com/office/drawing/2014/main" id="{B1902FA7-6908-4FDC-B82C-DB5DE892E22D}"/>
              </a:ext>
            </a:extLst>
          </p:cNvPr>
          <p:cNvCxnSpPr/>
          <p:nvPr/>
        </p:nvCxnSpPr>
        <p:spPr>
          <a:xfrm>
            <a:off x="6013835" y="4792197"/>
            <a:ext cx="0" cy="36830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75C6FBCE-48C9-4107-F684-9E0080ABFB29}"/>
              </a:ext>
            </a:extLst>
          </p:cNvPr>
          <p:cNvSpPr/>
          <p:nvPr/>
        </p:nvSpPr>
        <p:spPr>
          <a:xfrm>
            <a:off x="4837200" y="5206493"/>
            <a:ext cx="2351928" cy="584203"/>
          </a:xfrm>
          <a:prstGeom prst="rect">
            <a:avLst/>
          </a:prstGeom>
          <a:solidFill>
            <a:schemeClr val="tx1">
              <a:lumMod val="50000"/>
              <a:lumOff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44% of the sample consumed the full </a:t>
            </a:r>
            <a:r>
              <a:rPr kumimoji="0" lang="en-US" sz="14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600</a:t>
            </a:r>
            <a:r>
              <a:rPr kumimoji="0" lang="en-US" sz="14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 mL</a:t>
            </a:r>
          </a:p>
        </p:txBody>
      </p:sp>
      <p:sp>
        <p:nvSpPr>
          <p:cNvPr id="12" name="TextBox 10">
            <a:extLst>
              <a:ext uri="{FF2B5EF4-FFF2-40B4-BE49-F238E27FC236}">
                <a16:creationId xmlns:a16="http://schemas.microsoft.com/office/drawing/2014/main" id="{8EB19562-3878-86C4-427A-78AB6484203A}"/>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4" name="Group 3">
            <a:extLst>
              <a:ext uri="{FF2B5EF4-FFF2-40B4-BE49-F238E27FC236}">
                <a16:creationId xmlns:a16="http://schemas.microsoft.com/office/drawing/2014/main" id="{EFCB8214-F24B-A64B-2166-32D63719EE3F}"/>
              </a:ext>
            </a:extLst>
          </p:cNvPr>
          <p:cNvGrpSpPr/>
          <p:nvPr/>
        </p:nvGrpSpPr>
        <p:grpSpPr>
          <a:xfrm>
            <a:off x="8684218" y="94368"/>
            <a:ext cx="5855930" cy="1551678"/>
            <a:chOff x="8684218" y="94368"/>
            <a:chExt cx="5855930" cy="1551678"/>
          </a:xfrm>
        </p:grpSpPr>
        <p:sp>
          <p:nvSpPr>
            <p:cNvPr id="13" name="Rectangle 12">
              <a:extLst>
                <a:ext uri="{FF2B5EF4-FFF2-40B4-BE49-F238E27FC236}">
                  <a16:creationId xmlns:a16="http://schemas.microsoft.com/office/drawing/2014/main" id="{592DFCF8-CAFF-27F8-3E8D-1F17F8F6A33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6D256869-4A26-B9A3-0E85-156D8F64D10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E5C94834-4431-4FED-F280-55692357258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A294F5C9-B39A-48DB-9268-7737C3AA57B9}"/>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2204050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
            <a:extLst>
              <a:ext uri="{FF2B5EF4-FFF2-40B4-BE49-F238E27FC236}">
                <a16:creationId xmlns:a16="http://schemas.microsoft.com/office/drawing/2014/main" id="{FC4FAACF-E675-9CF8-11C8-AC3F224FE79F}"/>
              </a:ext>
            </a:extLst>
          </p:cNvPr>
          <p:cNvSpPr>
            <a:spLocks noChangeArrowheads="1"/>
          </p:cNvSpPr>
          <p:nvPr/>
        </p:nvSpPr>
        <p:spPr bwMode="auto">
          <a:xfrm>
            <a:off x="1904336" y="5719559"/>
            <a:ext cx="105997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defTabSz="457200" eaLnBrk="0" fontAlgn="base" hangingPunct="0">
              <a:spcBef>
                <a:spcPct val="0"/>
              </a:spcBef>
              <a:spcAft>
                <a:spcPct val="0"/>
              </a:spcAft>
              <a:defRPr>
                <a:solidFill>
                  <a:schemeClr val="tx1"/>
                </a:solidFill>
                <a:latin typeface="Calibri" pitchFamily="34" charset="0"/>
                <a:cs typeface="Arial" charset="0"/>
              </a:defRPr>
            </a:lvl6pPr>
            <a:lvl7pPr marL="2971800" indent="-228600" defTabSz="457200" eaLnBrk="0" fontAlgn="base" hangingPunct="0">
              <a:spcBef>
                <a:spcPct val="0"/>
              </a:spcBef>
              <a:spcAft>
                <a:spcPct val="0"/>
              </a:spcAft>
              <a:defRPr>
                <a:solidFill>
                  <a:schemeClr val="tx1"/>
                </a:solidFill>
                <a:latin typeface="Calibri" pitchFamily="34" charset="0"/>
                <a:cs typeface="Arial" charset="0"/>
              </a:defRPr>
            </a:lvl7pPr>
            <a:lvl8pPr marL="3429000" indent="-228600" defTabSz="457200" eaLnBrk="0" fontAlgn="base" hangingPunct="0">
              <a:spcBef>
                <a:spcPct val="0"/>
              </a:spcBef>
              <a:spcAft>
                <a:spcPct val="0"/>
              </a:spcAft>
              <a:defRPr>
                <a:solidFill>
                  <a:schemeClr val="tx1"/>
                </a:solidFill>
                <a:latin typeface="Calibri" pitchFamily="34" charset="0"/>
                <a:cs typeface="Arial" charset="0"/>
              </a:defRPr>
            </a:lvl8pPr>
            <a:lvl9pPr marL="3886200" indent="-228600" defTabSz="457200" eaLnBrk="0" fontAlgn="base" hangingPunct="0">
              <a:spcBef>
                <a:spcPct val="0"/>
              </a:spcBef>
              <a:spcAft>
                <a:spcPct val="0"/>
              </a:spcAft>
              <a:defRPr>
                <a:solidFill>
                  <a:schemeClr val="tx1"/>
                </a:solidFill>
                <a:latin typeface="Calibri" pitchFamily="34" charset="0"/>
                <a:cs typeface="Arial" charset="0"/>
              </a:defRPr>
            </a:lvl9pPr>
          </a:lstStyle>
          <a:p>
            <a:pPr marL="0" marR="0" lvl="0" indent="0" algn="ctr" defTabSz="457200" rtl="0" eaLnBrk="1" fontAlgn="base" latinLnBrk="0" hangingPunct="1">
              <a:lnSpc>
                <a:spcPct val="100000"/>
              </a:lnSpc>
              <a:spcBef>
                <a:spcPct val="35000"/>
              </a:spcBef>
              <a:spcAft>
                <a:spcPct val="0"/>
              </a:spcAft>
              <a:buClr>
                <a:srgbClr val="0082D1"/>
              </a:buClr>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If you have any questions or comments regarding this analysis, please contact:</a:t>
            </a:r>
          </a:p>
        </p:txBody>
      </p:sp>
      <p:sp>
        <p:nvSpPr>
          <p:cNvPr id="6" name="Text Box 2">
            <a:extLst>
              <a:ext uri="{FF2B5EF4-FFF2-40B4-BE49-F238E27FC236}">
                <a16:creationId xmlns:a16="http://schemas.microsoft.com/office/drawing/2014/main" id="{45E06C03-CDA7-6341-0305-56C4A5A6B1CE}"/>
              </a:ext>
            </a:extLst>
          </p:cNvPr>
          <p:cNvSpPr txBox="1">
            <a:spLocks noChangeArrowheads="1"/>
          </p:cNvSpPr>
          <p:nvPr/>
        </p:nvSpPr>
        <p:spPr bwMode="auto">
          <a:xfrm>
            <a:off x="1357820" y="6009144"/>
            <a:ext cx="3940735"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lIns="91440" tIns="109728" rIns="91440" bIns="109728" anchor="t">
            <a:spAutoFit/>
          </a:bodyPr>
          <a:lstStyle>
            <a:lvl1pPr eaLnBrk="0" hangingPunct="0">
              <a:buClr>
                <a:srgbClr val="5F5F5F"/>
              </a:buClr>
              <a:buFont typeface="Arial" charset="0"/>
              <a:buChar char="•"/>
              <a:defRPr>
                <a:solidFill>
                  <a:srgbClr val="5F5F5F"/>
                </a:solidFill>
                <a:latin typeface="Calibri" pitchFamily="34" charset="0"/>
              </a:defRPr>
            </a:lvl1pPr>
            <a:lvl2pPr marL="742950" indent="-285750" eaLnBrk="0" hangingPunct="0">
              <a:buClr>
                <a:srgbClr val="5F5F5F"/>
              </a:buClr>
              <a:buFont typeface="Arial" charset="0"/>
              <a:buChar char="•"/>
              <a:defRPr sz="1600">
                <a:solidFill>
                  <a:srgbClr val="5F5F5F"/>
                </a:solidFill>
                <a:latin typeface="Calibri" pitchFamily="34" charset="0"/>
              </a:defRPr>
            </a:lvl2pPr>
            <a:lvl3pPr marL="1143000" indent="-228600" eaLnBrk="0" hangingPunct="0">
              <a:buClr>
                <a:srgbClr val="5F5F5F"/>
              </a:buClr>
              <a:buFont typeface="Arial" charset="0"/>
              <a:buChar char="•"/>
              <a:defRPr sz="1400">
                <a:solidFill>
                  <a:srgbClr val="5F5F5F"/>
                </a:solidFill>
                <a:latin typeface="Calibri" pitchFamily="34" charset="0"/>
              </a:defRPr>
            </a:lvl3pPr>
            <a:lvl4pPr marL="1600200" indent="-228600" eaLnBrk="0" hangingPunct="0">
              <a:buClr>
                <a:srgbClr val="5F5F5F"/>
              </a:buClr>
              <a:buFont typeface="Arial" charset="0"/>
              <a:buChar char="•"/>
              <a:defRPr sz="1200">
                <a:solidFill>
                  <a:srgbClr val="5F5F5F"/>
                </a:solidFill>
                <a:latin typeface="Calibri" pitchFamily="34" charset="0"/>
              </a:defRPr>
            </a:lvl4pPr>
            <a:lvl5pPr marL="2057400" indent="-228600" eaLnBrk="0" hangingPunct="0">
              <a:buClr>
                <a:srgbClr val="5F5F5F"/>
              </a:buClr>
              <a:buFont typeface="Arial" charset="0"/>
              <a:buChar char="•"/>
              <a:defRPr sz="1200">
                <a:solidFill>
                  <a:srgbClr val="5F5F5F"/>
                </a:solidFill>
                <a:latin typeface="Calibri" pitchFamily="34" charset="0"/>
              </a:defRPr>
            </a:lvl5pPr>
            <a:lvl6pPr marL="25146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6pPr>
            <a:lvl7pPr marL="29718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7pPr>
            <a:lvl8pPr marL="34290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8pPr>
            <a:lvl9pPr marL="38862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9pPr>
          </a:lstStyle>
          <a:p>
            <a:pPr marL="0" marR="0" lvl="0" indent="0" algn="ctr" defTabSz="457200" rtl="0" eaLnBrk="0" fontAlgn="auto" latinLnBrk="0" hangingPunct="0">
              <a:lnSpc>
                <a:spcPct val="100000"/>
              </a:lnSpc>
              <a:spcBef>
                <a:spcPts val="0"/>
              </a:spcBef>
              <a:spcAft>
                <a:spcPts val="0"/>
              </a:spcAft>
              <a:buClr>
                <a:srgbClr val="5F5F5F"/>
              </a:buClr>
              <a:buSzTx/>
              <a:buFont typeface="Arial" charset="0"/>
              <a:buNone/>
              <a:tabLst/>
              <a:defRPr/>
            </a:pPr>
            <a:r>
              <a:rPr kumimoji="0" lang="en-US" sz="1400" b="0" i="0" u="none" strike="noStrike" kern="1200" cap="none" spc="0" normalizeH="0" baseline="0" noProof="0">
                <a:ln>
                  <a:noFill/>
                </a:ln>
                <a:solidFill>
                  <a:srgbClr val="FFFFFF"/>
                </a:solidFill>
                <a:effectLst/>
                <a:uLnTx/>
                <a:uFillTx/>
                <a:latin typeface="Unity"/>
                <a:ea typeface="Open Sans"/>
                <a:cs typeface="Arial"/>
              </a:rPr>
              <a:t>Amanda Tolbert</a:t>
            </a:r>
          </a:p>
          <a:p>
            <a:pPr algn="ctr" fontAlgn="base">
              <a:spcBef>
                <a:spcPct val="0"/>
              </a:spcBef>
              <a:spcAft>
                <a:spcPct val="0"/>
              </a:spcAft>
              <a:buClrTx/>
              <a:buNone/>
              <a:defRPr/>
            </a:pPr>
            <a:r>
              <a:rPr lang="en-US" altLang="en-US" sz="1400">
                <a:solidFill>
                  <a:srgbClr val="FFFFFF"/>
                </a:solidFill>
                <a:latin typeface="Unity"/>
                <a:ea typeface="Open Sans"/>
                <a:cs typeface="Arial"/>
              </a:rPr>
              <a:t>Vice President</a:t>
            </a:r>
            <a:r>
              <a:rPr kumimoji="0" lang="en-US" altLang="en-US" sz="1400" b="0" i="0" u="none" strike="noStrike" kern="1200" cap="none" spc="0" normalizeH="0" baseline="0" noProof="0">
                <a:ln>
                  <a:noFill/>
                </a:ln>
                <a:solidFill>
                  <a:srgbClr val="FFFFFF"/>
                </a:solidFill>
                <a:effectLst/>
                <a:uLnTx/>
                <a:uFillTx/>
                <a:latin typeface="Unity"/>
                <a:ea typeface="Open Sans"/>
                <a:cs typeface="Arial"/>
              </a:rPr>
              <a:t>, Client Development</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a:cs typeface="Arial"/>
              </a:rPr>
              <a:t>Amanda.Tolbert@NielsenIQ.com</a:t>
            </a:r>
          </a:p>
        </p:txBody>
      </p:sp>
      <p:sp>
        <p:nvSpPr>
          <p:cNvPr id="8" name="Text Box 7">
            <a:extLst>
              <a:ext uri="{FF2B5EF4-FFF2-40B4-BE49-F238E27FC236}">
                <a16:creationId xmlns:a16="http://schemas.microsoft.com/office/drawing/2014/main" id="{489926D5-CBB5-619F-6A32-7E49B036D33E}"/>
              </a:ext>
            </a:extLst>
          </p:cNvPr>
          <p:cNvSpPr txBox="1">
            <a:spLocks noChangeArrowheads="1"/>
          </p:cNvSpPr>
          <p:nvPr/>
        </p:nvSpPr>
        <p:spPr bwMode="auto">
          <a:xfrm>
            <a:off x="3112258" y="7007083"/>
            <a:ext cx="3735016"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lIns="91440" tIns="109728" rIns="91440" bIns="109728" anchor="t">
            <a:spAutoFit/>
          </a:bodyPr>
          <a:lstStyle>
            <a:lvl1pPr eaLnBrk="0" hangingPunct="0">
              <a:buClr>
                <a:srgbClr val="5F5F5F"/>
              </a:buClr>
              <a:buFont typeface="Arial" charset="0"/>
              <a:buChar char="•"/>
              <a:defRPr>
                <a:solidFill>
                  <a:srgbClr val="5F5F5F"/>
                </a:solidFill>
                <a:latin typeface="Calibri" pitchFamily="34" charset="0"/>
              </a:defRPr>
            </a:lvl1pPr>
            <a:lvl2pPr marL="742950" indent="-285750" eaLnBrk="0" hangingPunct="0">
              <a:buClr>
                <a:srgbClr val="5F5F5F"/>
              </a:buClr>
              <a:buFont typeface="Arial" charset="0"/>
              <a:buChar char="•"/>
              <a:defRPr sz="1600">
                <a:solidFill>
                  <a:srgbClr val="5F5F5F"/>
                </a:solidFill>
                <a:latin typeface="Calibri" pitchFamily="34" charset="0"/>
              </a:defRPr>
            </a:lvl2pPr>
            <a:lvl3pPr marL="1143000" indent="-228600" eaLnBrk="0" hangingPunct="0">
              <a:buClr>
                <a:srgbClr val="5F5F5F"/>
              </a:buClr>
              <a:buFont typeface="Arial" charset="0"/>
              <a:buChar char="•"/>
              <a:defRPr sz="1400">
                <a:solidFill>
                  <a:srgbClr val="5F5F5F"/>
                </a:solidFill>
                <a:latin typeface="Calibri" pitchFamily="34" charset="0"/>
              </a:defRPr>
            </a:lvl3pPr>
            <a:lvl4pPr marL="1600200" indent="-228600" eaLnBrk="0" hangingPunct="0">
              <a:buClr>
                <a:srgbClr val="5F5F5F"/>
              </a:buClr>
              <a:buFont typeface="Arial" charset="0"/>
              <a:buChar char="•"/>
              <a:defRPr sz="1200">
                <a:solidFill>
                  <a:srgbClr val="5F5F5F"/>
                </a:solidFill>
                <a:latin typeface="Calibri" pitchFamily="34" charset="0"/>
              </a:defRPr>
            </a:lvl4pPr>
            <a:lvl5pPr marL="2057400" indent="-228600" eaLnBrk="0" hangingPunct="0">
              <a:buClr>
                <a:srgbClr val="5F5F5F"/>
              </a:buClr>
              <a:buFont typeface="Arial" charset="0"/>
              <a:buChar char="•"/>
              <a:defRPr sz="1200">
                <a:solidFill>
                  <a:srgbClr val="5F5F5F"/>
                </a:solidFill>
                <a:latin typeface="Calibri" pitchFamily="34" charset="0"/>
              </a:defRPr>
            </a:lvl5pPr>
            <a:lvl6pPr marL="25146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6pPr>
            <a:lvl7pPr marL="29718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7pPr>
            <a:lvl8pPr marL="34290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8pPr>
            <a:lvl9pPr marL="38862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Unity"/>
                <a:ea typeface="Open Sans"/>
                <a:cs typeface="Arial"/>
              </a:rPr>
              <a:t>Trevor </a:t>
            </a:r>
            <a:r>
              <a:rPr kumimoji="0" lang="en-US" sz="1400" b="0" i="0" u="none" strike="noStrike" kern="1200" cap="none" spc="0" normalizeH="0" baseline="0" noProof="0" err="1">
                <a:ln>
                  <a:noFill/>
                </a:ln>
                <a:solidFill>
                  <a:srgbClr val="FFFFFF"/>
                </a:solidFill>
                <a:effectLst/>
                <a:uLnTx/>
                <a:uFillTx/>
                <a:latin typeface="Unity"/>
                <a:ea typeface="Open Sans"/>
                <a:cs typeface="Arial"/>
              </a:rPr>
              <a:t>Gulock</a:t>
            </a:r>
            <a:endParaRPr kumimoji="0" lang="en-US" sz="1400" b="0" i="0" u="none" strike="noStrike" kern="1200" cap="none" spc="0" normalizeH="0" baseline="0" noProof="0">
              <a:ln>
                <a:noFill/>
              </a:ln>
              <a:solidFill>
                <a:srgbClr val="FFFFFF"/>
              </a:solidFill>
              <a:effectLst/>
              <a:uLnTx/>
              <a:uFillTx/>
              <a:latin typeface="Unity"/>
              <a:ea typeface="Open Sans"/>
              <a:cs typeface="Arial"/>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Associate Manager, Product Development</a:t>
            </a:r>
          </a:p>
          <a:p>
            <a:pPr marL="0" marR="0" lvl="0" indent="0" algn="ctr" defTabSz="457200" rtl="0" eaLnBrk="0" fontAlgn="base" latinLnBrk="0" hangingPunct="0">
              <a:lnSpc>
                <a:spcPct val="100000"/>
              </a:lnSpc>
              <a:spcBef>
                <a:spcPct val="0"/>
              </a:spcBef>
              <a:spcAft>
                <a:spcPct val="0"/>
              </a:spcAft>
              <a:buClrTx/>
              <a:buSzTx/>
              <a:buFontTx/>
              <a:buNone/>
              <a:tabLst/>
              <a:defRPr/>
            </a:pPr>
            <a:r>
              <a:rPr lang="en-US" sz="1400" err="1">
                <a:solidFill>
                  <a:srgbClr val="FFFFFF"/>
                </a:solidFill>
                <a:latin typeface="Unity"/>
                <a:ea typeface="Open Sans" panose="020B0606030504020204" pitchFamily="34" charset="0"/>
                <a:cs typeface="Arial" panose="020B0604020202020204" pitchFamily="34" charset="0"/>
              </a:rPr>
              <a:t>Trevor.Gulock</a:t>
            </a:r>
            <a:r>
              <a:rPr kumimoji="0" 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@NielsenIQ.com</a:t>
            </a:r>
          </a:p>
        </p:txBody>
      </p:sp>
      <p:sp>
        <p:nvSpPr>
          <p:cNvPr id="9" name="Text Box 7">
            <a:extLst>
              <a:ext uri="{FF2B5EF4-FFF2-40B4-BE49-F238E27FC236}">
                <a16:creationId xmlns:a16="http://schemas.microsoft.com/office/drawing/2014/main" id="{95EC3E23-54A0-7038-338A-AC756F912249}"/>
              </a:ext>
            </a:extLst>
          </p:cNvPr>
          <p:cNvSpPr txBox="1">
            <a:spLocks noChangeArrowheads="1"/>
          </p:cNvSpPr>
          <p:nvPr/>
        </p:nvSpPr>
        <p:spPr bwMode="auto">
          <a:xfrm>
            <a:off x="7071152" y="7011787"/>
            <a:ext cx="3735016"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tIns="109728" bIns="109728">
            <a:spAutoFit/>
          </a:bodyPr>
          <a:lstStyle>
            <a:lvl1pPr eaLnBrk="0" hangingPunct="0">
              <a:buClr>
                <a:srgbClr val="5F5F5F"/>
              </a:buClr>
              <a:buFont typeface="Arial" charset="0"/>
              <a:buChar char="•"/>
              <a:defRPr>
                <a:solidFill>
                  <a:srgbClr val="5F5F5F"/>
                </a:solidFill>
                <a:latin typeface="Calibri" pitchFamily="34" charset="0"/>
              </a:defRPr>
            </a:lvl1pPr>
            <a:lvl2pPr marL="742950" indent="-285750" eaLnBrk="0" hangingPunct="0">
              <a:buClr>
                <a:srgbClr val="5F5F5F"/>
              </a:buClr>
              <a:buFont typeface="Arial" charset="0"/>
              <a:buChar char="•"/>
              <a:defRPr sz="1600">
                <a:solidFill>
                  <a:srgbClr val="5F5F5F"/>
                </a:solidFill>
                <a:latin typeface="Calibri" pitchFamily="34" charset="0"/>
              </a:defRPr>
            </a:lvl2pPr>
            <a:lvl3pPr marL="1143000" indent="-228600" eaLnBrk="0" hangingPunct="0">
              <a:buClr>
                <a:srgbClr val="5F5F5F"/>
              </a:buClr>
              <a:buFont typeface="Arial" charset="0"/>
              <a:buChar char="•"/>
              <a:defRPr sz="1400">
                <a:solidFill>
                  <a:srgbClr val="5F5F5F"/>
                </a:solidFill>
                <a:latin typeface="Calibri" pitchFamily="34" charset="0"/>
              </a:defRPr>
            </a:lvl3pPr>
            <a:lvl4pPr marL="1600200" indent="-228600" eaLnBrk="0" hangingPunct="0">
              <a:buClr>
                <a:srgbClr val="5F5F5F"/>
              </a:buClr>
              <a:buFont typeface="Arial" charset="0"/>
              <a:buChar char="•"/>
              <a:defRPr sz="1200">
                <a:solidFill>
                  <a:srgbClr val="5F5F5F"/>
                </a:solidFill>
                <a:latin typeface="Calibri" pitchFamily="34" charset="0"/>
              </a:defRPr>
            </a:lvl4pPr>
            <a:lvl5pPr marL="2057400" indent="-228600" eaLnBrk="0" hangingPunct="0">
              <a:buClr>
                <a:srgbClr val="5F5F5F"/>
              </a:buClr>
              <a:buFont typeface="Arial" charset="0"/>
              <a:buChar char="•"/>
              <a:defRPr sz="1200">
                <a:solidFill>
                  <a:srgbClr val="5F5F5F"/>
                </a:solidFill>
                <a:latin typeface="Calibri" pitchFamily="34" charset="0"/>
              </a:defRPr>
            </a:lvl5pPr>
            <a:lvl6pPr marL="25146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6pPr>
            <a:lvl7pPr marL="29718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7pPr>
            <a:lvl8pPr marL="34290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8pPr>
            <a:lvl9pPr marL="38862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Hetkumar Siddhapura</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Research Analyst, Product Development</a:t>
            </a:r>
          </a:p>
          <a:p>
            <a:pPr marL="0" marR="0" lvl="0" indent="0" algn="ctr" defTabSz="457200" rtl="0" eaLnBrk="0" fontAlgn="base" latinLnBrk="0" hangingPunct="0">
              <a:lnSpc>
                <a:spcPct val="100000"/>
              </a:lnSpc>
              <a:spcBef>
                <a:spcPct val="0"/>
              </a:spcBef>
              <a:spcAft>
                <a:spcPct val="0"/>
              </a:spcAft>
              <a:buClrTx/>
              <a:buSzTx/>
              <a:buFontTx/>
              <a:buNone/>
              <a:tabLst/>
              <a:defRPr/>
            </a:pPr>
            <a:r>
              <a:rPr lang="en-US" altLang="en-US" sz="1400">
                <a:solidFill>
                  <a:srgbClr val="FFFFFF"/>
                </a:solidFill>
                <a:latin typeface="Unity"/>
                <a:ea typeface="Open Sans" panose="020B0606030504020204" pitchFamily="34" charset="0"/>
                <a:cs typeface="Arial" panose="020B0604020202020204" pitchFamily="34" charset="0"/>
              </a:rPr>
              <a:t>Hetkumar</a:t>
            </a: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.Siddhapura@NielsenIQ.com</a:t>
            </a:r>
          </a:p>
        </p:txBody>
      </p:sp>
      <p:sp>
        <p:nvSpPr>
          <p:cNvPr id="10" name="Text Box 2">
            <a:extLst>
              <a:ext uri="{FF2B5EF4-FFF2-40B4-BE49-F238E27FC236}">
                <a16:creationId xmlns:a16="http://schemas.microsoft.com/office/drawing/2014/main" id="{D6DFB4CC-D058-B15C-E2F5-417B60D1C779}"/>
              </a:ext>
            </a:extLst>
          </p:cNvPr>
          <p:cNvSpPr txBox="1">
            <a:spLocks noChangeArrowheads="1"/>
          </p:cNvSpPr>
          <p:nvPr/>
        </p:nvSpPr>
        <p:spPr bwMode="auto">
          <a:xfrm>
            <a:off x="4883018" y="6009144"/>
            <a:ext cx="3940735"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tIns="109728" bIns="109728">
            <a:spAutoFit/>
          </a:bodyPr>
          <a:lstStyle>
            <a:lvl1pPr eaLnBrk="0" hangingPunct="0">
              <a:buClr>
                <a:srgbClr val="5F5F5F"/>
              </a:buClr>
              <a:buFont typeface="Arial" charset="0"/>
              <a:buChar char="•"/>
              <a:defRPr>
                <a:solidFill>
                  <a:srgbClr val="5F5F5F"/>
                </a:solidFill>
                <a:latin typeface="Calibri" pitchFamily="34" charset="0"/>
              </a:defRPr>
            </a:lvl1pPr>
            <a:lvl2pPr marL="742950" indent="-285750" eaLnBrk="0" hangingPunct="0">
              <a:buClr>
                <a:srgbClr val="5F5F5F"/>
              </a:buClr>
              <a:buFont typeface="Arial" charset="0"/>
              <a:buChar char="•"/>
              <a:defRPr sz="1600">
                <a:solidFill>
                  <a:srgbClr val="5F5F5F"/>
                </a:solidFill>
                <a:latin typeface="Calibri" pitchFamily="34" charset="0"/>
              </a:defRPr>
            </a:lvl2pPr>
            <a:lvl3pPr marL="1143000" indent="-228600" eaLnBrk="0" hangingPunct="0">
              <a:buClr>
                <a:srgbClr val="5F5F5F"/>
              </a:buClr>
              <a:buFont typeface="Arial" charset="0"/>
              <a:buChar char="•"/>
              <a:defRPr sz="1400">
                <a:solidFill>
                  <a:srgbClr val="5F5F5F"/>
                </a:solidFill>
                <a:latin typeface="Calibri" pitchFamily="34" charset="0"/>
              </a:defRPr>
            </a:lvl3pPr>
            <a:lvl4pPr marL="1600200" indent="-228600" eaLnBrk="0" hangingPunct="0">
              <a:buClr>
                <a:srgbClr val="5F5F5F"/>
              </a:buClr>
              <a:buFont typeface="Arial" charset="0"/>
              <a:buChar char="•"/>
              <a:defRPr sz="1200">
                <a:solidFill>
                  <a:srgbClr val="5F5F5F"/>
                </a:solidFill>
                <a:latin typeface="Calibri" pitchFamily="34" charset="0"/>
              </a:defRPr>
            </a:lvl4pPr>
            <a:lvl5pPr marL="2057400" indent="-228600" eaLnBrk="0" hangingPunct="0">
              <a:buClr>
                <a:srgbClr val="5F5F5F"/>
              </a:buClr>
              <a:buFont typeface="Arial" charset="0"/>
              <a:buChar char="•"/>
              <a:defRPr sz="1200">
                <a:solidFill>
                  <a:srgbClr val="5F5F5F"/>
                </a:solidFill>
                <a:latin typeface="Calibri" pitchFamily="34" charset="0"/>
              </a:defRPr>
            </a:lvl5pPr>
            <a:lvl6pPr marL="25146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6pPr>
            <a:lvl7pPr marL="29718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7pPr>
            <a:lvl8pPr marL="34290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8pPr>
            <a:lvl9pPr marL="38862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Pat Grugan</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NA Lead, Product Development</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Pat.Grugan@NielsenIQ.com</a:t>
            </a:r>
          </a:p>
        </p:txBody>
      </p:sp>
      <p:sp>
        <p:nvSpPr>
          <p:cNvPr id="2" name="Text Box 7">
            <a:extLst>
              <a:ext uri="{FF2B5EF4-FFF2-40B4-BE49-F238E27FC236}">
                <a16:creationId xmlns:a16="http://schemas.microsoft.com/office/drawing/2014/main" id="{4E07EF6F-1BD7-459D-4896-494CC3B7CF3D}"/>
              </a:ext>
            </a:extLst>
          </p:cNvPr>
          <p:cNvSpPr txBox="1">
            <a:spLocks noChangeArrowheads="1"/>
          </p:cNvSpPr>
          <p:nvPr/>
        </p:nvSpPr>
        <p:spPr bwMode="auto">
          <a:xfrm>
            <a:off x="8769041" y="6039430"/>
            <a:ext cx="3735016"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lIns="91440" tIns="109728" rIns="91440" bIns="109728" anchor="t">
            <a:spAutoFit/>
          </a:bodyPr>
          <a:lstStyle>
            <a:lvl1pPr eaLnBrk="0" hangingPunct="0">
              <a:buClr>
                <a:srgbClr val="5F5F5F"/>
              </a:buClr>
              <a:buFont typeface="Arial" charset="0"/>
              <a:buChar char="•"/>
              <a:defRPr>
                <a:solidFill>
                  <a:srgbClr val="5F5F5F"/>
                </a:solidFill>
                <a:latin typeface="Calibri" pitchFamily="34" charset="0"/>
              </a:defRPr>
            </a:lvl1pPr>
            <a:lvl2pPr marL="742950" indent="-285750" eaLnBrk="0" hangingPunct="0">
              <a:buClr>
                <a:srgbClr val="5F5F5F"/>
              </a:buClr>
              <a:buFont typeface="Arial" charset="0"/>
              <a:buChar char="•"/>
              <a:defRPr sz="1600">
                <a:solidFill>
                  <a:srgbClr val="5F5F5F"/>
                </a:solidFill>
                <a:latin typeface="Calibri" pitchFamily="34" charset="0"/>
              </a:defRPr>
            </a:lvl2pPr>
            <a:lvl3pPr marL="1143000" indent="-228600" eaLnBrk="0" hangingPunct="0">
              <a:buClr>
                <a:srgbClr val="5F5F5F"/>
              </a:buClr>
              <a:buFont typeface="Arial" charset="0"/>
              <a:buChar char="•"/>
              <a:defRPr sz="1400">
                <a:solidFill>
                  <a:srgbClr val="5F5F5F"/>
                </a:solidFill>
                <a:latin typeface="Calibri" pitchFamily="34" charset="0"/>
              </a:defRPr>
            </a:lvl3pPr>
            <a:lvl4pPr marL="1600200" indent="-228600" eaLnBrk="0" hangingPunct="0">
              <a:buClr>
                <a:srgbClr val="5F5F5F"/>
              </a:buClr>
              <a:buFont typeface="Arial" charset="0"/>
              <a:buChar char="•"/>
              <a:defRPr sz="1200">
                <a:solidFill>
                  <a:srgbClr val="5F5F5F"/>
                </a:solidFill>
                <a:latin typeface="Calibri" pitchFamily="34" charset="0"/>
              </a:defRPr>
            </a:lvl4pPr>
            <a:lvl5pPr marL="2057400" indent="-228600" eaLnBrk="0" hangingPunct="0">
              <a:buClr>
                <a:srgbClr val="5F5F5F"/>
              </a:buClr>
              <a:buFont typeface="Arial" charset="0"/>
              <a:buChar char="•"/>
              <a:defRPr sz="1200">
                <a:solidFill>
                  <a:srgbClr val="5F5F5F"/>
                </a:solidFill>
                <a:latin typeface="Calibri" pitchFamily="34" charset="0"/>
              </a:defRPr>
            </a:lvl5pPr>
            <a:lvl6pPr marL="25146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6pPr>
            <a:lvl7pPr marL="29718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7pPr>
            <a:lvl8pPr marL="34290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8pPr>
            <a:lvl9pPr marL="38862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Unity"/>
                <a:ea typeface="Open Sans"/>
                <a:cs typeface="Arial"/>
              </a:rPr>
              <a:t>Habeba Sedky</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Director, Product Development</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Habeba.Sedky@NielsenIQ.com</a:t>
            </a:r>
          </a:p>
        </p:txBody>
      </p:sp>
    </p:spTree>
    <p:extLst>
      <p:ext uri="{BB962C8B-B14F-4D97-AF65-F5344CB8AC3E}">
        <p14:creationId xmlns:p14="http://schemas.microsoft.com/office/powerpoint/2010/main" val="3519949317"/>
      </p:ext>
    </p:extLst>
  </p:cSld>
  <p:clrMapOvr>
    <a:masterClrMapping/>
  </p:clrMapOvr>
</p:sld>
</file>

<file path=ppt/theme/theme1.xml><?xml version="1.0" encoding="utf-8"?>
<a:theme xmlns:a="http://schemas.openxmlformats.org/drawingml/2006/main" name="TCCC Office Theme">
  <a:themeElements>
    <a:clrScheme name="TCCC Theme">
      <a:dk1>
        <a:srgbClr val="000000"/>
      </a:dk1>
      <a:lt1>
        <a:srgbClr val="FFFFFF"/>
      </a:lt1>
      <a:dk2>
        <a:srgbClr val="F40009"/>
      </a:dk2>
      <a:lt2>
        <a:srgbClr val="F3F4F7"/>
      </a:lt2>
      <a:accent1>
        <a:srgbClr val="52565E"/>
      </a:accent1>
      <a:accent2>
        <a:srgbClr val="FF560E"/>
      </a:accent2>
      <a:accent3>
        <a:srgbClr val="F79900"/>
      </a:accent3>
      <a:accent4>
        <a:srgbClr val="B59E7A"/>
      </a:accent4>
      <a:accent5>
        <a:srgbClr val="6ACE7F"/>
      </a:accent5>
      <a:accent6>
        <a:srgbClr val="6AC9CE"/>
      </a:accent6>
      <a:hlink>
        <a:srgbClr val="6AC9CE"/>
      </a:hlink>
      <a:folHlink>
        <a:srgbClr val="6AC9CE"/>
      </a:folHlink>
    </a:clrScheme>
    <a:fontScheme name="Unity">
      <a:majorFont>
        <a:latin typeface="Unity"/>
        <a:ea typeface=""/>
        <a:cs typeface=""/>
      </a:majorFont>
      <a:minorFont>
        <a:latin typeface="Unity"/>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custClrLst>
    <a:custClr name="Black">
      <a:srgbClr val="000000"/>
    </a:custClr>
    <a:custClr name="DarkGray">
      <a:srgbClr val="3B4044"/>
    </a:custClr>
    <a:custClr name="MediumGray">
      <a:srgbClr val="52565E"/>
    </a:custClr>
    <a:custClr name="LightGray">
      <a:srgbClr val="CACCD1"/>
    </a:custClr>
    <a:custClr name="BackgroundGray">
      <a:srgbClr val="F3F4F7"/>
    </a:custClr>
    <a:custClr name="CokeRed">
      <a:srgbClr val="F40009"/>
    </a:custClr>
    <a:custClr name="CokeOrange1">
      <a:srgbClr val="FF560E"/>
    </a:custClr>
    <a:custClr name="CokeOrange2">
      <a:srgbClr val="E5813E"/>
    </a:custClr>
    <a:custClr name="CokeOrange3">
      <a:srgbClr val="F79900"/>
    </a:custClr>
    <a:custClr name="CokeBeige1">
      <a:srgbClr val="D7B85B"/>
    </a:custClr>
    <a:custClr name="cokeBeige2">
      <a:srgbClr val="B59E74"/>
    </a:custClr>
    <a:custClr name="CokeGreen">
      <a:srgbClr val="6ACE7F"/>
    </a:custClr>
    <a:custClr name="CokeBlue">
      <a:srgbClr val="6AC9CE"/>
    </a:custClr>
  </a:custClrLst>
  <a:extLst>
    <a:ext uri="{05A4C25C-085E-4340-85A3-A5531E510DB2}">
      <thm15:themeFamily xmlns:thm15="http://schemas.microsoft.com/office/thememl/2012/main" name="TCCC Office Theme" id="{62F939B6-93AF-4DB8-9C6B-D6C7DFDC589F}" vid="{4A3C46E8-61CC-4603-A589-7422A47A8E4A}"/>
    </a:ext>
  </a:extLst>
</a:theme>
</file>

<file path=ppt/theme/theme2.xml><?xml version="1.0" encoding="utf-8"?>
<a:theme xmlns:a="http://schemas.openxmlformats.org/drawingml/2006/main" name="Office Theme">
  <a:themeElements>
    <a:clrScheme name="TCCC Theme">
      <a:dk1>
        <a:srgbClr val="000000"/>
      </a:dk1>
      <a:lt1>
        <a:srgbClr val="FFFFFF"/>
      </a:lt1>
      <a:dk2>
        <a:srgbClr val="F40009"/>
      </a:dk2>
      <a:lt2>
        <a:srgbClr val="F3F4F7"/>
      </a:lt2>
      <a:accent1>
        <a:srgbClr val="52565E"/>
      </a:accent1>
      <a:accent2>
        <a:srgbClr val="FF560E"/>
      </a:accent2>
      <a:accent3>
        <a:srgbClr val="F79900"/>
      </a:accent3>
      <a:accent4>
        <a:srgbClr val="B59E7A"/>
      </a:accent4>
      <a:accent5>
        <a:srgbClr val="6ACE7F"/>
      </a:accent5>
      <a:accent6>
        <a:srgbClr val="6AC9CE"/>
      </a:accent6>
      <a:hlink>
        <a:srgbClr val="6AC9CE"/>
      </a:hlink>
      <a:folHlink>
        <a:srgbClr val="6AC9CE"/>
      </a:folHlink>
    </a:clrScheme>
    <a:fontScheme name="Unity">
      <a:majorFont>
        <a:latin typeface="Unity"/>
        <a:ea typeface=""/>
        <a:cs typeface=""/>
      </a:majorFont>
      <a:minorFont>
        <a:latin typeface="Unity"/>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TCCC Theme">
      <a:dk1>
        <a:srgbClr val="000000"/>
      </a:dk1>
      <a:lt1>
        <a:srgbClr val="FFFFFF"/>
      </a:lt1>
      <a:dk2>
        <a:srgbClr val="F40009"/>
      </a:dk2>
      <a:lt2>
        <a:srgbClr val="F3F4F7"/>
      </a:lt2>
      <a:accent1>
        <a:srgbClr val="52565E"/>
      </a:accent1>
      <a:accent2>
        <a:srgbClr val="FF560E"/>
      </a:accent2>
      <a:accent3>
        <a:srgbClr val="F79900"/>
      </a:accent3>
      <a:accent4>
        <a:srgbClr val="B59E7A"/>
      </a:accent4>
      <a:accent5>
        <a:srgbClr val="6ACE7F"/>
      </a:accent5>
      <a:accent6>
        <a:srgbClr val="6AC9CE"/>
      </a:accent6>
      <a:hlink>
        <a:srgbClr val="6AC9CE"/>
      </a:hlink>
      <a:folHlink>
        <a:srgbClr val="6AC9CE"/>
      </a:folHlink>
    </a:clrScheme>
    <a:fontScheme name="Unity">
      <a:majorFont>
        <a:latin typeface="Unity"/>
        <a:ea typeface=""/>
        <a:cs typeface=""/>
      </a:majorFont>
      <a:minorFont>
        <a:latin typeface="Unity"/>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9.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0.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0.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1.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8.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9.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0.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1.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4.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5.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6.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7.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3.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4.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TaxCatchAll xmlns="f3f97035-69a1-4553-9e48-f0fa587970f8" xsi:nil="true"/>
    <lcf76f155ced4ddcb4097134ff3c332f xmlns="a232cb64-fc72-4e05-b38e-91e287b606c1">
      <Terms xmlns="http://schemas.microsoft.com/office/infopath/2007/PartnerControls"/>
    </lcf76f155ced4ddcb4097134ff3c332f>
    <Name2 xmlns="a232cb64-fc72-4e05-b38e-91e287b606c1" xsi:nil="true"/>
    <Image xmlns="a232cb64-fc72-4e05-b38e-91e287b606c1" xsi:nil="true"/>
    <Tab xmlns="a232cb64-fc72-4e05-b38e-91e287b606c1" xsi:nil="true"/>
    <DateandTime xmlns="a232cb64-fc72-4e05-b38e-91e287b606c1"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1261ABE28B56E4498E6A60E426563C2C" ma:contentTypeVersion="22" ma:contentTypeDescription="Create a new document." ma:contentTypeScope="" ma:versionID="26575a9689fb477baabc768ac3a90cb1">
  <xsd:schema xmlns:xsd="http://www.w3.org/2001/XMLSchema" xmlns:xs="http://www.w3.org/2001/XMLSchema" xmlns:p="http://schemas.microsoft.com/office/2006/metadata/properties" xmlns:ns1="http://schemas.microsoft.com/sharepoint/v3" xmlns:ns2="a232cb64-fc72-4e05-b38e-91e287b606c1" xmlns:ns3="f3f97035-69a1-4553-9e48-f0fa587970f8" targetNamespace="http://schemas.microsoft.com/office/2006/metadata/properties" ma:root="true" ma:fieldsID="ff8b27dd325c4011b9258854f79ef4de" ns1:_="" ns2:_="" ns3:_="">
    <xsd:import namespace="http://schemas.microsoft.com/sharepoint/v3"/>
    <xsd:import namespace="a232cb64-fc72-4e05-b38e-91e287b606c1"/>
    <xsd:import namespace="f3f97035-69a1-4553-9e48-f0fa587970f8"/>
    <xsd:element name="properties">
      <xsd:complexType>
        <xsd:sequence>
          <xsd:element name="documentManagement">
            <xsd:complexType>
              <xsd:all>
                <xsd:element ref="ns2:MediaServiceMetadata" minOccurs="0"/>
                <xsd:element ref="ns2:MediaServiceFastMetadata" minOccurs="0"/>
                <xsd:element ref="ns2:MediaServiceObjectDetectorVersions" minOccurs="0"/>
                <xsd:element ref="ns2:MediaLengthInSeconds" minOccurs="0"/>
                <xsd:element ref="ns2:MediaServiceDateTaken" minOccurs="0"/>
                <xsd:element ref="ns2:MediaServiceLocation" minOccurs="0"/>
                <xsd:element ref="ns2:MediaServiceGenerationTime" minOccurs="0"/>
                <xsd:element ref="ns2:MediaServiceEventHashCode" minOccurs="0"/>
                <xsd:element ref="ns2:lcf76f155ced4ddcb4097134ff3c332f" minOccurs="0"/>
                <xsd:element ref="ns3:TaxCatchAll" minOccurs="0"/>
                <xsd:element ref="ns2:MediaServiceOCR" minOccurs="0"/>
                <xsd:element ref="ns3:SharedWithUsers" minOccurs="0"/>
                <xsd:element ref="ns3:SharedWithDetails" minOccurs="0"/>
                <xsd:element ref="ns2:Tab" minOccurs="0"/>
                <xsd:element ref="ns2:MediaServiceSearchProperties" minOccurs="0"/>
                <xsd:element ref="ns2:Name2" minOccurs="0"/>
                <xsd:element ref="ns2:DateandTime" minOccurs="0"/>
                <xsd:element ref="ns2:Image" minOccurs="0"/>
                <xsd:element ref="ns2:MediaServiceBillingMetadata" minOccurs="0"/>
                <xsd:element ref="ns1:_ip_UnifiedCompliancePolicyProperties" minOccurs="0"/>
                <xsd:element ref="ns1:_ip_UnifiedCompliancePolicyUIAc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8" nillable="true" ma:displayName="Unified Compliance Policy Properties" ma:hidden="true" ma:internalName="_ip_UnifiedCompliancePolicyProperties">
      <xsd:simpleType>
        <xsd:restriction base="dms:Note"/>
      </xsd:simpleType>
    </xsd:element>
    <xsd:element name="_ip_UnifiedCompliancePolicyUIAction" ma:index="29"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a232cb64-fc72-4e05-b38e-91e287b606c1"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LengthInSeconds" ma:index="11" nillable="true" ma:displayName="MediaLengthInSeconds" ma:hidden="true" ma:internalName="MediaLengthInSeconds" ma:readOnly="true">
      <xsd:simpleType>
        <xsd:restriction base="dms:Unknown"/>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Location" ma:index="13" nillable="true" ma:displayName="Location" ma:indexed="true" ma:internalName="MediaServiceLocation" ma:readOnly="true">
      <xsd:simpleType>
        <xsd:restriction base="dms:Text"/>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lcf76f155ced4ddcb4097134ff3c332f" ma:index="17" nillable="true" ma:taxonomy="true" ma:internalName="lcf76f155ced4ddcb4097134ff3c332f" ma:taxonomyFieldName="MediaServiceImageTags" ma:displayName="Image Tags" ma:readOnly="false" ma:fieldId="{5cf76f15-5ced-4ddc-b409-7134ff3c332f}" ma:taxonomyMulti="true" ma:sspId="518f4780-c71a-4417-85db-0344dc61001b" ma:termSetId="09814cd3-568e-fe90-9814-8d621ff8fb84" ma:anchorId="fba54fb3-c3e1-fe81-a776-ca4b69148c4d" ma:open="true" ma:isKeyword="false">
      <xsd:complexType>
        <xsd:sequence>
          <xsd:element ref="pc:Terms" minOccurs="0" maxOccurs="1"/>
        </xsd:sequence>
      </xsd:complexType>
    </xsd:element>
    <xsd:element name="MediaServiceOCR" ma:index="19" nillable="true" ma:displayName="Extracted Text" ma:internalName="MediaServiceOCR" ma:readOnly="true">
      <xsd:simpleType>
        <xsd:restriction base="dms:Note">
          <xsd:maxLength value="255"/>
        </xsd:restriction>
      </xsd:simpleType>
    </xsd:element>
    <xsd:element name="Tab" ma:index="22" nillable="true" ma:displayName="Tab" ma:format="Dropdown" ma:internalName="Tab">
      <xsd:simpleType>
        <xsd:restriction base="dms:Text">
          <xsd:maxLength value="255"/>
        </xsd:restriction>
      </xsd:simpleType>
    </xsd:element>
    <xsd:element name="MediaServiceSearchProperties" ma:index="23" nillable="true" ma:displayName="MediaServiceSearchProperties" ma:hidden="true" ma:internalName="MediaServiceSearchProperties" ma:readOnly="true">
      <xsd:simpleType>
        <xsd:restriction base="dms:Note"/>
      </xsd:simpleType>
    </xsd:element>
    <xsd:element name="Name2" ma:index="24" nillable="true" ma:displayName="Name2" ma:format="Dropdown" ma:internalName="Name2">
      <xsd:simpleType>
        <xsd:restriction base="dms:Text">
          <xsd:maxLength value="255"/>
        </xsd:restriction>
      </xsd:simpleType>
    </xsd:element>
    <xsd:element name="DateandTime" ma:index="25" nillable="true" ma:displayName="Date and Time" ma:format="DateTime" ma:internalName="DateandTime">
      <xsd:simpleType>
        <xsd:restriction base="dms:DateTime"/>
      </xsd:simpleType>
    </xsd:element>
    <xsd:element name="Image" ma:index="26" nillable="true" ma:displayName="Image" ma:format="Thumbnail" ma:internalName="Image">
      <xsd:simpleType>
        <xsd:restriction base="dms:Unknown"/>
      </xsd:simpleType>
    </xsd:element>
    <xsd:element name="MediaServiceBillingMetadata" ma:index="27"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f3f97035-69a1-4553-9e48-f0fa587970f8" elementFormDefault="qualified">
    <xsd:import namespace="http://schemas.microsoft.com/office/2006/documentManagement/types"/>
    <xsd:import namespace="http://schemas.microsoft.com/office/infopath/2007/PartnerControls"/>
    <xsd:element name="TaxCatchAll" ma:index="18" nillable="true" ma:displayName="Taxonomy Catch All Column" ma:hidden="true" ma:list="{72926e37-40fc-4729-85b4-49b632d32948}" ma:internalName="TaxCatchAll" ma:showField="CatchAllData" ma:web="f3f97035-69a1-4553-9e48-f0fa587970f8">
      <xsd:complexType>
        <xsd:complexContent>
          <xsd:extension base="dms:MultiChoiceLookup">
            <xsd:sequence>
              <xsd:element name="Value" type="dms:Lookup" maxOccurs="unbounded" minOccurs="0" nillable="true"/>
            </xsd:sequence>
          </xsd:extension>
        </xsd:complexContent>
      </xsd:complexType>
    </xsd:element>
    <xsd:element name="SharedWithUsers" ma:index="2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1"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AD83EC53-97F6-48BF-9114-E58D8A18D36E}">
  <ds:schemaRefs>
    <ds:schemaRef ds:uri="http://schemas.microsoft.com/sharepoint/v3/contenttype/forms"/>
  </ds:schemaRefs>
</ds:datastoreItem>
</file>

<file path=customXml/itemProps2.xml><?xml version="1.0" encoding="utf-8"?>
<ds:datastoreItem xmlns:ds="http://schemas.openxmlformats.org/officeDocument/2006/customXml" ds:itemID="{19F57C76-E805-4433-9CDA-998648CCF0EF}">
  <ds:schemaRefs>
    <ds:schemaRef ds:uri="http://schemas.microsoft.com/office/2006/metadata/properties"/>
    <ds:schemaRef ds:uri="http://www.w3.org/XML/1998/namespace"/>
    <ds:schemaRef ds:uri="http://purl.org/dc/dcmitype/"/>
    <ds:schemaRef ds:uri="http://purl.org/dc/elements/1.1/"/>
    <ds:schemaRef ds:uri="http://purl.org/dc/terms/"/>
    <ds:schemaRef ds:uri="f3f97035-69a1-4553-9e48-f0fa587970f8"/>
    <ds:schemaRef ds:uri="http://schemas.microsoft.com/office/2006/documentManagement/types"/>
    <ds:schemaRef ds:uri="http://schemas.microsoft.com/office/infopath/2007/PartnerControls"/>
    <ds:schemaRef ds:uri="http://schemas.openxmlformats.org/package/2006/metadata/core-properties"/>
    <ds:schemaRef ds:uri="a232cb64-fc72-4e05-b38e-91e287b606c1"/>
    <ds:schemaRef ds:uri="http://schemas.microsoft.com/sharepoint/v3"/>
  </ds:schemaRefs>
</ds:datastoreItem>
</file>

<file path=customXml/itemProps3.xml><?xml version="1.0" encoding="utf-8"?>
<ds:datastoreItem xmlns:ds="http://schemas.openxmlformats.org/officeDocument/2006/customXml" ds:itemID="{60857AF8-1AE9-4991-B6B4-E17C6FDD78AE}">
  <ds:schemaRefs>
    <ds:schemaRef ds:uri="a232cb64-fc72-4e05-b38e-91e287b606c1"/>
    <ds:schemaRef ds:uri="f3f97035-69a1-4553-9e48-f0fa587970f8"/>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docMetadata/LabelInfo.xml><?xml version="1.0" encoding="utf-8"?>
<clbl:labelList xmlns:clbl="http://schemas.microsoft.com/office/2020/mipLabelMetadata">
  <clbl:label id="{0702bf62-88e6-456d-b298-e2abb13de1ea}" enabled="1" method="Privileged" siteId="{548d26ab-8caa-49e1-97c2-a1b1a06cc39c}" removed="0"/>
  <clbl:label id="{6ac7a1f4-5fb1-4153-bb4f-12d2020a1f7d}" enabled="0" method="" siteId="{6ac7a1f4-5fb1-4153-bb4f-12d2020a1f7d}" removed="1"/>
</clbl:labelList>
</file>

<file path=docProps/app.xml><?xml version="1.0" encoding="utf-8"?>
<Properties xmlns="http://schemas.openxmlformats.org/officeDocument/2006/extended-properties" xmlns:vt="http://schemas.openxmlformats.org/officeDocument/2006/docPropsVTypes">
  <Template>Office Theme</Template>
  <TotalTime>1541</TotalTime>
  <Words>40697</Words>
  <Application>Microsoft Office PowerPoint</Application>
  <PresentationFormat>Custom</PresentationFormat>
  <Paragraphs>9435</Paragraphs>
  <Slides>225</Slides>
  <Notes>193</Notes>
  <HiddenSlides>4</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225</vt:i4>
      </vt:variant>
    </vt:vector>
  </HeadingPairs>
  <TitlesOfParts>
    <vt:vector size="230" baseType="lpstr">
      <vt:lpstr>Arial</vt:lpstr>
      <vt:lpstr>Avenir Next LT Pro</vt:lpstr>
      <vt:lpstr>Calibri</vt:lpstr>
      <vt:lpstr>Unity</vt:lpstr>
      <vt:lpstr>TCCC Office Theme</vt:lpstr>
      <vt:lpstr>Project Kaizen 4.0: Key Measures Action Standards (KMAS) Topline Report GBR</vt:lpstr>
      <vt:lpstr>Background &amp; Objective</vt:lpstr>
      <vt:lpstr>Methodology &amp; Action Standard (Overall)</vt:lpstr>
      <vt:lpstr>Target Consumers</vt:lpstr>
      <vt:lpstr>Among total consumers, Kaizen 4.0 prototypes deliver parity sensory appeal to the Control but attract sensory negatives.</vt:lpstr>
      <vt:lpstr>Across secondary action standards, all prototypes attract more ‘Dislikers’ (&gt;5%) than Control.</vt:lpstr>
      <vt:lpstr>Prototype 892 overall matches the performance of the 4.0 Control, while 643 and 296 receive slightly lower average sensory appeal deltas.</vt:lpstr>
      <vt:lpstr>Power Page Results Market Summary- Total Sample </vt:lpstr>
      <vt:lpstr>Selected KPI Summary- Total Sample </vt:lpstr>
      <vt:lpstr>Among W+ CCZS Drinkers, Prototype 892 achieves sensory appeal action standards and demonstrates no meaningful sensory negatives.</vt:lpstr>
      <vt:lpstr>Secondary sensory appeal metrics do not highlight a clear winner, despite Prototype 892 passing primary action standards.</vt:lpstr>
      <vt:lpstr>All prototypes are similar to the 4.0 Control, with Prototype 892 performing closest to the 4.0 Control overall.  </vt:lpstr>
      <vt:lpstr>Power Page Results Market Summary- W+ CCZS DRINKERS</vt:lpstr>
      <vt:lpstr>Selected KPI Summary- W+ CCZS DRINKERS</vt:lpstr>
      <vt:lpstr>Among CCZS Neutrals, all Kaizen 4.0 prototypes fail to meet the primary action standard as each prototype incurs sensory attribute penalties.</vt:lpstr>
      <vt:lpstr>No clear winning prototype emerges among CCZS Neutrals.</vt:lpstr>
      <vt:lpstr>Prototype 892 demonstrates strong performance across KPIs; particularly driven by top two box metrics. </vt:lpstr>
      <vt:lpstr>Power Page Results Market Summary- CCZS NEUTRALS</vt:lpstr>
      <vt:lpstr>Selected KPI Summary- CCZS NEUTRALS</vt:lpstr>
      <vt:lpstr>Among CCZS Neutrals, all Kaizen 4.0 prototypes fail to meet the primary action standard as each prototype incurs sensory attribute penalties.</vt:lpstr>
      <vt:lpstr>No clear winning prototype emerges among CCZS Neutrals.</vt:lpstr>
      <vt:lpstr>Prototype 892 demonstrates strong performance across KPIs; particularly driven by top two box metrics. </vt:lpstr>
      <vt:lpstr>Power Page Results Market Summary- W+ PEPSI MAX</vt:lpstr>
      <vt:lpstr>Selected KPI Summary- W+ PEPSI MAX</vt:lpstr>
      <vt:lpstr>Power Page Results Market Summary- W+ CCOT</vt:lpstr>
      <vt:lpstr>Selected KPI Summary- W+ CCOT</vt:lpstr>
      <vt:lpstr>Power Page Results Market Summary- 1-3x M Pepsi Max </vt:lpstr>
      <vt:lpstr>Selected KPI Summary- 1-3x M Pepsi Max</vt:lpstr>
      <vt:lpstr>Power Page Results Market Summary- 1-3x M CCOT</vt:lpstr>
      <vt:lpstr>Selected KPI Summary- 1-3x M CCOT</vt:lpstr>
      <vt:lpstr>Power Page Results Market Summary- Neutrals To Cola</vt:lpstr>
      <vt:lpstr>Selected KPI Summary- Neutrals To Cola</vt:lpstr>
      <vt:lpstr>PowerPoint Presentation</vt:lpstr>
      <vt:lpstr>Power Page Results Market Summary- Total Sample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TOTAL SAMPLE Results (4.0 Prototypes vs. Each Other)</vt:lpstr>
      <vt:lpstr>PowerPoint Presentation</vt:lpstr>
      <vt:lpstr>PowerPoint Presentation</vt:lpstr>
      <vt:lpstr>PowerPoint Presentation</vt:lpstr>
      <vt:lpstr>PowerPoint Presentation</vt:lpstr>
      <vt:lpstr>PowerPoint Presentation</vt:lpstr>
      <vt:lpstr>PowerPoint Presentation</vt:lpstr>
      <vt:lpstr>Power Page Results Market Summary- W+ CCZS Drinkers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W+ CCZS Results (4.0 Prototypes vs. Each Other)</vt:lpstr>
      <vt:lpstr>PowerPoint Presentation</vt:lpstr>
      <vt:lpstr>PowerPoint Presentation</vt:lpstr>
      <vt:lpstr>PowerPoint Presentation</vt:lpstr>
      <vt:lpstr>PowerPoint Presentation</vt:lpstr>
      <vt:lpstr>PowerPoint Presentation</vt:lpstr>
      <vt:lpstr>PowerPoint Presentation</vt:lpstr>
      <vt:lpstr>Power Page Results Market Summary- CCZS NEUTRALS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CCZS NEUTRALS Results (4.0 Prototypes vs. Each Other)</vt:lpstr>
      <vt:lpstr>PowerPoint Presentation</vt:lpstr>
      <vt:lpstr>PowerPoint Presentation</vt:lpstr>
      <vt:lpstr>PowerPoint Presentation</vt:lpstr>
      <vt:lpstr>PowerPoint Presentation</vt:lpstr>
      <vt:lpstr>PowerPoint Presentation</vt:lpstr>
      <vt:lpstr>PowerPoint Presentation</vt:lpstr>
      <vt:lpstr>Power Page Results Market Summary-  W+ CCOT vs. 1-3x M CCOT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W+ CCOT vs. 1-3x M CCOT Results (4.0 Prototypes vs. Each Other)</vt:lpstr>
      <vt:lpstr>PowerPoint Presentation</vt:lpstr>
      <vt:lpstr>PowerPoint Presentation</vt:lpstr>
      <vt:lpstr>PowerPoint Presentation</vt:lpstr>
      <vt:lpstr>PowerPoint Presentation</vt:lpstr>
      <vt:lpstr>PowerPoint Presentation</vt:lpstr>
      <vt:lpstr>PowerPoint Presentation</vt:lpstr>
      <vt:lpstr>Power Page Results Market Summary-  W+ Pepsi Max vs. 1-3x M Pepsi Max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W+ Pepsi Max vs. 1-3x M Pepsi Max Results (4.0 Prototypes vs. Each Other)</vt:lpstr>
      <vt:lpstr>PowerPoint Presentation</vt:lpstr>
      <vt:lpstr>PowerPoint Presentation</vt:lpstr>
      <vt:lpstr>PowerPoint Presentation</vt:lpstr>
      <vt:lpstr>PowerPoint Presentation</vt:lpstr>
      <vt:lpstr>PowerPoint Presentation</vt:lpstr>
      <vt:lpstr>PowerPoint Presentation</vt:lpstr>
      <vt:lpstr>Power Page Results Market Summary- Neutrals To Cola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Neutrals To Cola Results (4.0 Prototypes vs. Each Other)</vt:lpstr>
      <vt:lpstr>PowerPoint Presentation</vt:lpstr>
      <vt:lpstr>PowerPoint Presentation</vt:lpstr>
      <vt:lpstr>PowerPoint Presentation</vt:lpstr>
      <vt:lpstr>PowerPoint Presentation</vt:lpstr>
      <vt:lpstr>PowerPoint Presentation</vt:lpstr>
      <vt:lpstr>Appendix</vt:lpstr>
      <vt:lpstr>PowerPoint Presentation</vt:lpstr>
      <vt:lpstr>Methodology and Sample Profile</vt:lpstr>
      <vt:lpstr>Methodology</vt:lpstr>
      <vt:lpstr>PowerPoint Presentation</vt:lpstr>
    </vt:vector>
  </TitlesOfParts>
  <Manager/>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NielsenIQ</dc:title>
  <dc:creator>I-Min Tsai</dc:creator>
  <dc:description/>
  <cp:lastModifiedBy>Syed Saqlain Haidar Naqvi</cp:lastModifiedBy>
  <cp:revision>64</cp:revision>
  <dcterms:created xsi:type="dcterms:W3CDTF">2022-01-24T14:05:50Z</dcterms:created>
  <dcterms:modified xsi:type="dcterms:W3CDTF">2026-09-18T04:28:30Z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0x0101001261ABE28B56E4498E6A60E426563C2C</vt:lpwstr>
  </property>
  <property fmtid="{D5CDD505-2E9C-101B-9397-08002B2CF9AE}" pid="3" name="MediaServiceImageTags">
    <vt:lpwstr/>
  </property>
  <property fmtid="{D5CDD505-2E9C-101B-9397-08002B2CF9AE}" pid="4" name="MSIP_Label_0702bf62-88e6-456d-b298-e2abb13de1ea_Enabled">
    <vt:lpwstr>true</vt:lpwstr>
  </property>
  <property fmtid="{D5CDD505-2E9C-101B-9397-08002B2CF9AE}" pid="5" name="MSIP_Label_0702bf62-88e6-456d-b298-e2abb13de1ea_SetDate">
    <vt:lpwstr>2023-02-08T06:35:45Z</vt:lpwstr>
  </property>
  <property fmtid="{D5CDD505-2E9C-101B-9397-08002B2CF9AE}" pid="6" name="MSIP_Label_0702bf62-88e6-456d-b298-e2abb13de1ea_Method">
    <vt:lpwstr>Privileged</vt:lpwstr>
  </property>
  <property fmtid="{D5CDD505-2E9C-101B-9397-08002B2CF9AE}" pid="7" name="MSIP_Label_0702bf62-88e6-456d-b298-e2abb13de1ea_Name">
    <vt:lpwstr>0702bf62-88e6-456d-b298-e2abb13de1ea</vt:lpwstr>
  </property>
  <property fmtid="{D5CDD505-2E9C-101B-9397-08002B2CF9AE}" pid="8" name="MSIP_Label_0702bf62-88e6-456d-b298-e2abb13de1ea_SiteId">
    <vt:lpwstr>548d26ab-8caa-49e1-97c2-a1b1a06cc39c</vt:lpwstr>
  </property>
  <property fmtid="{D5CDD505-2E9C-101B-9397-08002B2CF9AE}" pid="9" name="MSIP_Label_0702bf62-88e6-456d-b298-e2abb13de1ea_ActionId">
    <vt:lpwstr>362c27f8-c7bc-413f-8032-1651a5bb478f</vt:lpwstr>
  </property>
  <property fmtid="{D5CDD505-2E9C-101B-9397-08002B2CF9AE}" pid="10" name="MSIP_Label_0702bf62-88e6-456d-b298-e2abb13de1ea_ContentBits">
    <vt:lpwstr>2</vt:lpwstr>
  </property>
</Properties>
</file>